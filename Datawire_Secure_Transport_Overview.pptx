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Lst>
  <p:notesMasterIdLst>
    <p:notesMasterId r:id="rId18"/>
  </p:notesMasterIdLst>
  <p:handoutMasterIdLst>
    <p:handoutMasterId r:id="rId19"/>
  </p:handoutMasterIdLst>
  <p:sldIdLst>
    <p:sldId id="549" r:id="rId7"/>
    <p:sldId id="550" r:id="rId8"/>
    <p:sldId id="561" r:id="rId9"/>
    <p:sldId id="552" r:id="rId10"/>
    <p:sldId id="553" r:id="rId11"/>
    <p:sldId id="554" r:id="rId12"/>
    <p:sldId id="556" r:id="rId13"/>
    <p:sldId id="557" r:id="rId14"/>
    <p:sldId id="558" r:id="rId15"/>
    <p:sldId id="559" r:id="rId16"/>
    <p:sldId id="560" r:id="rId17"/>
  </p:sldIdLst>
  <p:sldSz cx="12192000" cy="6858000"/>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sthagir Mohideen" initials="TM" lastIdx="1" clrIdx="0">
    <p:extLst>
      <p:ext uri="{19B8F6BF-5375-455C-9EA6-DF929625EA0E}">
        <p15:presenceInfo xmlns:p15="http://schemas.microsoft.com/office/powerpoint/2012/main" userId="S::thasthagir.mohideen@rrd.com::f3ddbc2b-2518-4cf5-a346-4950cd6974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97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14" autoAdjust="0"/>
    <p:restoredTop sz="93691" autoAdjust="0"/>
  </p:normalViewPr>
  <p:slideViewPr>
    <p:cSldViewPr snapToGrid="0">
      <p:cViewPr varScale="1">
        <p:scale>
          <a:sx n="107" d="100"/>
          <a:sy n="107" d="100"/>
        </p:scale>
        <p:origin x="1392" y="96"/>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462"/>
    </p:cViewPr>
  </p:sorterViewPr>
  <p:notesViewPr>
    <p:cSldViewPr snapToGrid="0" showGuides="1">
      <p:cViewPr>
        <p:scale>
          <a:sx n="64" d="100"/>
          <a:sy n="64" d="100"/>
        </p:scale>
        <p:origin x="2814" y="-3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ags" Target="tags/tag1.xml"/><Relationship Id="rId24" Type="http://schemas.openxmlformats.org/officeDocument/2006/relationships/theme" Target="theme/theme1.xml"/><Relationship Id="rId6" Type="http://schemas.openxmlformats.org/officeDocument/2006/relationships/slideMaster" Target="slideMasters/slideMaster1.xml"/><Relationship Id="rId11" Type="http://schemas.openxmlformats.org/officeDocument/2006/relationships/slide" Target="slides/slide5.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mn-lt"/>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B94F49-0816-49FF-8C51-6E0319833E45}" type="datetimeFigureOut">
              <a:rPr lang="en-US">
                <a:latin typeface="+mn-lt"/>
              </a:rPr>
              <a:t>1/20/2023</a:t>
            </a:fld>
            <a:endParaRPr dirty="0">
              <a:latin typeface="+mn-lt"/>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mn-lt"/>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187074-5D88-48C0-98F9-DD9ADD9690CA}" type="slidenum">
              <a:rPr>
                <a:latin typeface="+mn-lt"/>
              </a:rPr>
              <a:t>‹#›</a:t>
            </a:fld>
            <a:endParaRPr dirty="0">
              <a:latin typeface="+mn-lt"/>
            </a:endParaRPr>
          </a:p>
        </p:txBody>
      </p:sp>
    </p:spTree>
    <p:extLst>
      <p:ext uri="{BB962C8B-B14F-4D97-AF65-F5344CB8AC3E}">
        <p14:creationId xmlns:p14="http://schemas.microsoft.com/office/powerpoint/2010/main" val="1278526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solidFill>
                  <a:schemeClr val="tx2"/>
                </a:solidFill>
                <a:latin typeface="+mn-lt"/>
              </a:defRPr>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2"/>
                </a:solidFill>
                <a:latin typeface="+mn-lt"/>
              </a:defRPr>
            </a:lvl1pPr>
          </a:lstStyle>
          <a:p>
            <a:fld id="{D0C86A9D-D652-4189-8A9E-96B74ED70A26}" type="datetimeFigureOut">
              <a:rPr lang="en-US"/>
              <a:pPr/>
              <a:t>1/20/2023</a:t>
            </a:fld>
            <a:endParaRPr dirty="0"/>
          </a:p>
        </p:txBody>
      </p:sp>
      <p:sp>
        <p:nvSpPr>
          <p:cNvPr id="4" name="Slide Image Placeholder 3"/>
          <p:cNvSpPr>
            <a:spLocks noGrp="1" noRot="1" noChangeAspect="1"/>
          </p:cNvSpPr>
          <p:nvPr>
            <p:ph type="sldImg" idx="2"/>
          </p:nvPr>
        </p:nvSpPr>
        <p:spPr>
          <a:xfrm>
            <a:off x="685800" y="630238"/>
            <a:ext cx="5486401"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799" y="3887786"/>
            <a:ext cx="5486402" cy="4600606"/>
          </a:xfrm>
          <a:prstGeom prst="rect">
            <a:avLst/>
          </a:prstGeom>
        </p:spPr>
        <p:txBody>
          <a:bodyPr vert="horz" lIns="91440" tIns="45720" rIns="91440" bIns="45720" rtlCol="0"/>
          <a:lstStyle/>
          <a:p>
            <a:pPr lvl="0"/>
            <a:r>
              <a:t>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1221698" y="8685213"/>
            <a:ext cx="4414604" cy="458787"/>
          </a:xfrm>
          <a:prstGeom prst="rect">
            <a:avLst/>
          </a:prstGeom>
        </p:spPr>
        <p:txBody>
          <a:bodyPr vert="horz" lIns="91440" tIns="45720" rIns="91440" bIns="45720" rtlCol="0" anchor="b"/>
          <a:lstStyle>
            <a:lvl1pPr algn="ctr">
              <a:defRPr sz="1200" b="0" i="0">
                <a:solidFill>
                  <a:schemeClr val="tx2"/>
                </a:solidFill>
                <a:latin typeface="+mn-lt"/>
              </a:defRPr>
            </a:lvl1pPr>
          </a:lstStyle>
          <a:p>
            <a:endParaRPr dirty="0"/>
          </a:p>
        </p:txBody>
      </p:sp>
      <p:sp>
        <p:nvSpPr>
          <p:cNvPr id="7" name="Slide Number Placeholder 6"/>
          <p:cNvSpPr>
            <a:spLocks noGrp="1"/>
          </p:cNvSpPr>
          <p:nvPr>
            <p:ph type="sldNum" sz="quarter" idx="5"/>
          </p:nvPr>
        </p:nvSpPr>
        <p:spPr>
          <a:xfrm>
            <a:off x="-1" y="8685213"/>
            <a:ext cx="974361" cy="458787"/>
          </a:xfrm>
          <a:prstGeom prst="rect">
            <a:avLst/>
          </a:prstGeom>
        </p:spPr>
        <p:txBody>
          <a:bodyPr vert="horz" lIns="91440" tIns="45720" rIns="91440" bIns="45720" rtlCol="0" anchor="b"/>
          <a:lstStyle>
            <a:lvl1pPr algn="l">
              <a:defRPr sz="1200" b="0" i="0">
                <a:solidFill>
                  <a:schemeClr val="tx2"/>
                </a:solidFill>
                <a:latin typeface="+mn-lt"/>
              </a:defRPr>
            </a:lvl1pPr>
          </a:lstStyle>
          <a:p>
            <a:fld id="{C8A156DE-823B-4295-AA39-2388F3A47175}" type="slidenum">
              <a:rPr/>
              <a:pPr/>
              <a:t>‹#›</a:t>
            </a:fld>
            <a:endParaRPr dirty="0"/>
          </a:p>
        </p:txBody>
      </p:sp>
      <p:pic>
        <p:nvPicPr>
          <p:cNvPr id="8" name="Picture 34"/>
          <p:cNvPicPr>
            <a:picLocks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black">
          <a:xfrm>
            <a:off x="6127832" y="8726128"/>
            <a:ext cx="641005" cy="337102"/>
          </a:xfrm>
          <a:prstGeom prst="rect">
            <a:avLst/>
          </a:prstGeom>
          <a:noFill/>
          <a:ln w="9525">
            <a:noFill/>
            <a:miter lim="800000"/>
            <a:headEnd/>
            <a:tailEnd/>
          </a:ln>
        </p:spPr>
      </p:pic>
    </p:spTree>
    <p:extLst>
      <p:ext uri="{BB962C8B-B14F-4D97-AF65-F5344CB8AC3E}">
        <p14:creationId xmlns:p14="http://schemas.microsoft.com/office/powerpoint/2010/main" val="399944036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1</a:t>
            </a:fld>
            <a:endParaRPr lang="en-US" dirty="0"/>
          </a:p>
        </p:txBody>
      </p:sp>
    </p:spTree>
    <p:extLst>
      <p:ext uri="{BB962C8B-B14F-4D97-AF65-F5344CB8AC3E}">
        <p14:creationId xmlns:p14="http://schemas.microsoft.com/office/powerpoint/2010/main" val="953092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2</a:t>
            </a:fld>
            <a:endParaRPr lang="en-US" dirty="0"/>
          </a:p>
        </p:txBody>
      </p:sp>
    </p:spTree>
    <p:extLst>
      <p:ext uri="{BB962C8B-B14F-4D97-AF65-F5344CB8AC3E}">
        <p14:creationId xmlns:p14="http://schemas.microsoft.com/office/powerpoint/2010/main" val="4021916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3</a:t>
            </a:fld>
            <a:endParaRPr lang="en-US" dirty="0"/>
          </a:p>
        </p:txBody>
      </p:sp>
    </p:spTree>
    <p:extLst>
      <p:ext uri="{BB962C8B-B14F-4D97-AF65-F5344CB8AC3E}">
        <p14:creationId xmlns:p14="http://schemas.microsoft.com/office/powerpoint/2010/main" val="1869594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4</a:t>
            </a:fld>
            <a:endParaRPr lang="en-US" dirty="0"/>
          </a:p>
        </p:txBody>
      </p:sp>
    </p:spTree>
    <p:extLst>
      <p:ext uri="{BB962C8B-B14F-4D97-AF65-F5344CB8AC3E}">
        <p14:creationId xmlns:p14="http://schemas.microsoft.com/office/powerpoint/2010/main" val="3219919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5</a:t>
            </a:fld>
            <a:endParaRPr lang="en-US" dirty="0"/>
          </a:p>
        </p:txBody>
      </p:sp>
    </p:spTree>
    <p:extLst>
      <p:ext uri="{BB962C8B-B14F-4D97-AF65-F5344CB8AC3E}">
        <p14:creationId xmlns:p14="http://schemas.microsoft.com/office/powerpoint/2010/main" val="48678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6</a:t>
            </a:fld>
            <a:endParaRPr lang="en-US" dirty="0"/>
          </a:p>
        </p:txBody>
      </p:sp>
    </p:spTree>
    <p:extLst>
      <p:ext uri="{BB962C8B-B14F-4D97-AF65-F5344CB8AC3E}">
        <p14:creationId xmlns:p14="http://schemas.microsoft.com/office/powerpoint/2010/main" val="1674420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7</a:t>
            </a:fld>
            <a:endParaRPr lang="en-US" dirty="0"/>
          </a:p>
        </p:txBody>
      </p:sp>
    </p:spTree>
    <p:extLst>
      <p:ext uri="{BB962C8B-B14F-4D97-AF65-F5344CB8AC3E}">
        <p14:creationId xmlns:p14="http://schemas.microsoft.com/office/powerpoint/2010/main" val="2281453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8</a:t>
            </a:fld>
            <a:endParaRPr lang="en-US" dirty="0"/>
          </a:p>
        </p:txBody>
      </p:sp>
    </p:spTree>
    <p:extLst>
      <p:ext uri="{BB962C8B-B14F-4D97-AF65-F5344CB8AC3E}">
        <p14:creationId xmlns:p14="http://schemas.microsoft.com/office/powerpoint/2010/main" val="2206053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A156DE-823B-4295-AA39-2388F3A47175}" type="slidenum">
              <a:rPr lang="en-US" smtClean="0"/>
              <a:pPr/>
              <a:t>9</a:t>
            </a:fld>
            <a:endParaRPr lang="en-US" dirty="0"/>
          </a:p>
        </p:txBody>
      </p:sp>
    </p:spTree>
    <p:extLst>
      <p:ext uri="{BB962C8B-B14F-4D97-AF65-F5344CB8AC3E}">
        <p14:creationId xmlns:p14="http://schemas.microsoft.com/office/powerpoint/2010/main" val="2432141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10</a:t>
            </a:fld>
            <a:endParaRPr lang="en-US" dirty="0"/>
          </a:p>
        </p:txBody>
      </p:sp>
    </p:spTree>
    <p:extLst>
      <p:ext uri="{BB962C8B-B14F-4D97-AF65-F5344CB8AC3E}">
        <p14:creationId xmlns:p14="http://schemas.microsoft.com/office/powerpoint/2010/main" val="4190097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A156DE-823B-4295-AA39-2388F3A47175}" type="slidenum">
              <a:rPr lang="en-US" smtClean="0"/>
              <a:pPr/>
              <a:t>11</a:t>
            </a:fld>
            <a:endParaRPr lang="en-US" dirty="0"/>
          </a:p>
        </p:txBody>
      </p:sp>
    </p:spTree>
    <p:extLst>
      <p:ext uri="{BB962C8B-B14F-4D97-AF65-F5344CB8AC3E}">
        <p14:creationId xmlns:p14="http://schemas.microsoft.com/office/powerpoint/2010/main" val="40965080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Orange">
    <p:bg>
      <p:bgPr>
        <a:solidFill>
          <a:srgbClr val="FF6600"/>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29271" y="1133856"/>
            <a:ext cx="6400800" cy="2246970"/>
          </a:xfrm>
        </p:spPr>
        <p:txBody>
          <a:bodyPr tIns="0" bIns="0" anchor="b">
            <a:noAutofit/>
          </a:bodyPr>
          <a:lstStyle>
            <a:lvl1pPr algn="l">
              <a:lnSpc>
                <a:spcPct val="100000"/>
              </a:lnSpc>
              <a:defRPr sz="2800" b="0" i="0"/>
            </a:lvl1pPr>
          </a:lstStyle>
          <a:p>
            <a:r>
              <a:t>Presentation title (28 pt)</a:t>
            </a:r>
          </a:p>
        </p:txBody>
      </p:sp>
      <p:sp>
        <p:nvSpPr>
          <p:cNvPr id="3" name="Subtitle 2"/>
          <p:cNvSpPr>
            <a:spLocks noGrp="1"/>
          </p:cNvSpPr>
          <p:nvPr>
            <p:ph type="subTitle" idx="1" hasCustomPrompt="1"/>
          </p:nvPr>
        </p:nvSpPr>
        <p:spPr>
          <a:xfrm>
            <a:off x="3229271" y="3844339"/>
            <a:ext cx="6400800" cy="891088"/>
          </a:xfrm>
        </p:spPr>
        <p:txBody>
          <a:bodyPr>
            <a:noAutofit/>
          </a:bodyPr>
          <a:lstStyle>
            <a:lvl1pPr marL="0" indent="0" algn="l">
              <a:lnSpc>
                <a:spcPct val="100000"/>
              </a:lnSpc>
              <a:spcBef>
                <a:spcPts val="0"/>
              </a:spcBef>
              <a:buNone/>
              <a:defRPr sz="20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Firstname Lastname (20 pt)</a:t>
            </a:r>
          </a:p>
        </p:txBody>
      </p:sp>
      <p:sp>
        <p:nvSpPr>
          <p:cNvPr id="4" name="Date Placeholder 3"/>
          <p:cNvSpPr>
            <a:spLocks noGrp="1"/>
          </p:cNvSpPr>
          <p:nvPr>
            <p:ph type="dt" sz="half" idx="10"/>
          </p:nvPr>
        </p:nvSpPr>
        <p:spPr>
          <a:xfrm>
            <a:off x="3229271" y="4910370"/>
            <a:ext cx="6400800" cy="576262"/>
          </a:xfrm>
          <a:prstGeom prst="rect">
            <a:avLst/>
          </a:prstGeom>
        </p:spPr>
        <p:txBody>
          <a:bodyPr anchor="t">
            <a:noAutofit/>
          </a:bodyPr>
          <a:lstStyle>
            <a:lvl1pPr>
              <a:defRPr sz="2000" b="0" i="0">
                <a:solidFill>
                  <a:schemeClr val="tx1"/>
                </a:solidFill>
                <a:latin typeface="+mn-lt"/>
              </a:defRPr>
            </a:lvl1pPr>
          </a:lstStyle>
          <a:p>
            <a:endParaRPr dirty="0"/>
          </a:p>
        </p:txBody>
      </p:sp>
      <p:grpSp>
        <p:nvGrpSpPr>
          <p:cNvPr id="22" name="logo"/>
          <p:cNvGrpSpPr>
            <a:grpSpLocks noChangeAspect="1"/>
          </p:cNvGrpSpPr>
          <p:nvPr/>
        </p:nvGrpSpPr>
        <p:grpSpPr bwMode="black">
          <a:xfrm>
            <a:off x="10442448" y="246888"/>
            <a:ext cx="1304318" cy="654045"/>
            <a:chOff x="4567238" y="4160838"/>
            <a:chExt cx="3840162" cy="1925637"/>
          </a:xfrm>
          <a:solidFill>
            <a:srgbClr val="FFFFFF"/>
          </a:solidFill>
        </p:grpSpPr>
        <p:sp>
          <p:nvSpPr>
            <p:cNvPr id="23" name="Rectangle 22"/>
            <p:cNvSpPr>
              <a:spLocks noChangeArrowheads="1"/>
            </p:cNvSpPr>
            <p:nvPr/>
          </p:nvSpPr>
          <p:spPr bwMode="black">
            <a:xfrm>
              <a:off x="8161338" y="5826125"/>
              <a:ext cx="246062" cy="239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4" name="Freeform 12"/>
            <p:cNvSpPr>
              <a:spLocks/>
            </p:cNvSpPr>
            <p:nvPr/>
          </p:nvSpPr>
          <p:spPr bwMode="black">
            <a:xfrm>
              <a:off x="7434263" y="4733925"/>
              <a:ext cx="746125" cy="1331912"/>
            </a:xfrm>
            <a:custGeom>
              <a:avLst/>
              <a:gdLst>
                <a:gd name="T0" fmla="*/ 147 w 470"/>
                <a:gd name="T1" fmla="*/ 0 h 839"/>
                <a:gd name="T2" fmla="*/ 239 w 470"/>
                <a:gd name="T3" fmla="*/ 688 h 839"/>
                <a:gd name="T4" fmla="*/ 327 w 470"/>
                <a:gd name="T5" fmla="*/ 0 h 839"/>
                <a:gd name="T6" fmla="*/ 470 w 470"/>
                <a:gd name="T7" fmla="*/ 0 h 839"/>
                <a:gd name="T8" fmla="*/ 340 w 470"/>
                <a:gd name="T9" fmla="*/ 839 h 839"/>
                <a:gd name="T10" fmla="*/ 134 w 470"/>
                <a:gd name="T11" fmla="*/ 839 h 839"/>
                <a:gd name="T12" fmla="*/ 0 w 470"/>
                <a:gd name="T13" fmla="*/ 0 h 839"/>
                <a:gd name="T14" fmla="*/ 147 w 470"/>
                <a:gd name="T15" fmla="*/ 0 h 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839">
                  <a:moveTo>
                    <a:pt x="147" y="0"/>
                  </a:moveTo>
                  <a:lnTo>
                    <a:pt x="239" y="688"/>
                  </a:lnTo>
                  <a:lnTo>
                    <a:pt x="327" y="0"/>
                  </a:lnTo>
                  <a:lnTo>
                    <a:pt x="470" y="0"/>
                  </a:lnTo>
                  <a:lnTo>
                    <a:pt x="340" y="839"/>
                  </a:lnTo>
                  <a:lnTo>
                    <a:pt x="134" y="839"/>
                  </a:lnTo>
                  <a:lnTo>
                    <a:pt x="0" y="0"/>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5" name="Freeform 13"/>
            <p:cNvSpPr>
              <a:spLocks/>
            </p:cNvSpPr>
            <p:nvPr/>
          </p:nvSpPr>
          <p:spPr bwMode="black">
            <a:xfrm>
              <a:off x="4567238" y="4160838"/>
              <a:ext cx="506412" cy="1905000"/>
            </a:xfrm>
            <a:custGeom>
              <a:avLst/>
              <a:gdLst>
                <a:gd name="T0" fmla="*/ 80 w 319"/>
                <a:gd name="T1" fmla="*/ 361 h 1200"/>
                <a:gd name="T2" fmla="*/ 0 w 319"/>
                <a:gd name="T3" fmla="*/ 361 h 1200"/>
                <a:gd name="T4" fmla="*/ 0 w 319"/>
                <a:gd name="T5" fmla="*/ 470 h 1200"/>
                <a:gd name="T6" fmla="*/ 80 w 319"/>
                <a:gd name="T7" fmla="*/ 470 h 1200"/>
                <a:gd name="T8" fmla="*/ 80 w 319"/>
                <a:gd name="T9" fmla="*/ 1200 h 1200"/>
                <a:gd name="T10" fmla="*/ 218 w 319"/>
                <a:gd name="T11" fmla="*/ 1200 h 1200"/>
                <a:gd name="T12" fmla="*/ 218 w 319"/>
                <a:gd name="T13" fmla="*/ 470 h 1200"/>
                <a:gd name="T14" fmla="*/ 319 w 319"/>
                <a:gd name="T15" fmla="*/ 470 h 1200"/>
                <a:gd name="T16" fmla="*/ 319 w 319"/>
                <a:gd name="T17" fmla="*/ 361 h 1200"/>
                <a:gd name="T18" fmla="*/ 218 w 319"/>
                <a:gd name="T19" fmla="*/ 361 h 1200"/>
                <a:gd name="T20" fmla="*/ 218 w 319"/>
                <a:gd name="T21" fmla="*/ 189 h 1200"/>
                <a:gd name="T22" fmla="*/ 218 w 319"/>
                <a:gd name="T23" fmla="*/ 189 h 1200"/>
                <a:gd name="T24" fmla="*/ 223 w 319"/>
                <a:gd name="T25" fmla="*/ 155 h 1200"/>
                <a:gd name="T26" fmla="*/ 227 w 319"/>
                <a:gd name="T27" fmla="*/ 143 h 1200"/>
                <a:gd name="T28" fmla="*/ 235 w 319"/>
                <a:gd name="T29" fmla="*/ 130 h 1200"/>
                <a:gd name="T30" fmla="*/ 235 w 319"/>
                <a:gd name="T31" fmla="*/ 130 h 1200"/>
                <a:gd name="T32" fmla="*/ 248 w 319"/>
                <a:gd name="T33" fmla="*/ 122 h 1200"/>
                <a:gd name="T34" fmla="*/ 260 w 319"/>
                <a:gd name="T35" fmla="*/ 118 h 1200"/>
                <a:gd name="T36" fmla="*/ 273 w 319"/>
                <a:gd name="T37" fmla="*/ 113 h 1200"/>
                <a:gd name="T38" fmla="*/ 294 w 319"/>
                <a:gd name="T39" fmla="*/ 113 h 1200"/>
                <a:gd name="T40" fmla="*/ 319 w 319"/>
                <a:gd name="T41" fmla="*/ 113 h 1200"/>
                <a:gd name="T42" fmla="*/ 319 w 319"/>
                <a:gd name="T43" fmla="*/ 0 h 1200"/>
                <a:gd name="T44" fmla="*/ 265 w 319"/>
                <a:gd name="T45" fmla="*/ 0 h 1200"/>
                <a:gd name="T46" fmla="*/ 265 w 319"/>
                <a:gd name="T47" fmla="*/ 0 h 1200"/>
                <a:gd name="T48" fmla="*/ 223 w 319"/>
                <a:gd name="T49" fmla="*/ 0 h 1200"/>
                <a:gd name="T50" fmla="*/ 181 w 319"/>
                <a:gd name="T51" fmla="*/ 8 h 1200"/>
                <a:gd name="T52" fmla="*/ 143 w 319"/>
                <a:gd name="T53" fmla="*/ 21 h 1200"/>
                <a:gd name="T54" fmla="*/ 130 w 319"/>
                <a:gd name="T55" fmla="*/ 29 h 1200"/>
                <a:gd name="T56" fmla="*/ 118 w 319"/>
                <a:gd name="T57" fmla="*/ 38 h 1200"/>
                <a:gd name="T58" fmla="*/ 118 w 319"/>
                <a:gd name="T59" fmla="*/ 38 h 1200"/>
                <a:gd name="T60" fmla="*/ 97 w 319"/>
                <a:gd name="T61" fmla="*/ 63 h 1200"/>
                <a:gd name="T62" fmla="*/ 88 w 319"/>
                <a:gd name="T63" fmla="*/ 92 h 1200"/>
                <a:gd name="T64" fmla="*/ 80 w 319"/>
                <a:gd name="T65" fmla="*/ 126 h 1200"/>
                <a:gd name="T66" fmla="*/ 80 w 319"/>
                <a:gd name="T67" fmla="*/ 168 h 1200"/>
                <a:gd name="T68" fmla="*/ 80 w 319"/>
                <a:gd name="T69" fmla="*/ 361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1200">
                  <a:moveTo>
                    <a:pt x="80" y="361"/>
                  </a:moveTo>
                  <a:lnTo>
                    <a:pt x="0" y="361"/>
                  </a:lnTo>
                  <a:lnTo>
                    <a:pt x="0" y="470"/>
                  </a:lnTo>
                  <a:lnTo>
                    <a:pt x="80" y="470"/>
                  </a:lnTo>
                  <a:lnTo>
                    <a:pt x="80" y="1200"/>
                  </a:lnTo>
                  <a:lnTo>
                    <a:pt x="218" y="1200"/>
                  </a:lnTo>
                  <a:lnTo>
                    <a:pt x="218" y="470"/>
                  </a:lnTo>
                  <a:lnTo>
                    <a:pt x="319" y="470"/>
                  </a:lnTo>
                  <a:lnTo>
                    <a:pt x="319" y="361"/>
                  </a:lnTo>
                  <a:lnTo>
                    <a:pt x="218" y="361"/>
                  </a:lnTo>
                  <a:lnTo>
                    <a:pt x="218" y="189"/>
                  </a:lnTo>
                  <a:lnTo>
                    <a:pt x="218" y="189"/>
                  </a:lnTo>
                  <a:lnTo>
                    <a:pt x="223" y="155"/>
                  </a:lnTo>
                  <a:lnTo>
                    <a:pt x="227" y="143"/>
                  </a:lnTo>
                  <a:lnTo>
                    <a:pt x="235" y="130"/>
                  </a:lnTo>
                  <a:lnTo>
                    <a:pt x="235" y="130"/>
                  </a:lnTo>
                  <a:lnTo>
                    <a:pt x="248" y="122"/>
                  </a:lnTo>
                  <a:lnTo>
                    <a:pt x="260" y="118"/>
                  </a:lnTo>
                  <a:lnTo>
                    <a:pt x="273" y="113"/>
                  </a:lnTo>
                  <a:lnTo>
                    <a:pt x="294" y="113"/>
                  </a:lnTo>
                  <a:lnTo>
                    <a:pt x="319" y="113"/>
                  </a:lnTo>
                  <a:lnTo>
                    <a:pt x="319" y="0"/>
                  </a:lnTo>
                  <a:lnTo>
                    <a:pt x="265" y="0"/>
                  </a:lnTo>
                  <a:lnTo>
                    <a:pt x="265" y="0"/>
                  </a:lnTo>
                  <a:lnTo>
                    <a:pt x="223" y="0"/>
                  </a:lnTo>
                  <a:lnTo>
                    <a:pt x="181" y="8"/>
                  </a:lnTo>
                  <a:lnTo>
                    <a:pt x="143" y="21"/>
                  </a:lnTo>
                  <a:lnTo>
                    <a:pt x="130" y="29"/>
                  </a:lnTo>
                  <a:lnTo>
                    <a:pt x="118" y="38"/>
                  </a:lnTo>
                  <a:lnTo>
                    <a:pt x="118" y="38"/>
                  </a:lnTo>
                  <a:lnTo>
                    <a:pt x="97" y="63"/>
                  </a:lnTo>
                  <a:lnTo>
                    <a:pt x="88" y="92"/>
                  </a:lnTo>
                  <a:lnTo>
                    <a:pt x="80" y="126"/>
                  </a:lnTo>
                  <a:lnTo>
                    <a:pt x="80" y="168"/>
                  </a:lnTo>
                  <a:lnTo>
                    <a:pt x="80" y="3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6" name="Rectangle 25"/>
            <p:cNvSpPr>
              <a:spLocks noChangeArrowheads="1"/>
            </p:cNvSpPr>
            <p:nvPr/>
          </p:nvSpPr>
          <p:spPr bwMode="black">
            <a:xfrm>
              <a:off x="5140325" y="4733925"/>
              <a:ext cx="220662" cy="1331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7" name="Freeform 15"/>
            <p:cNvSpPr>
              <a:spLocks noEditPoints="1"/>
            </p:cNvSpPr>
            <p:nvPr/>
          </p:nvSpPr>
          <p:spPr bwMode="black">
            <a:xfrm>
              <a:off x="6167438" y="4721225"/>
              <a:ext cx="685800" cy="1365250"/>
            </a:xfrm>
            <a:custGeom>
              <a:avLst/>
              <a:gdLst>
                <a:gd name="T0" fmla="*/ 432 w 432"/>
                <a:gd name="T1" fmla="*/ 474 h 860"/>
                <a:gd name="T2" fmla="*/ 432 w 432"/>
                <a:gd name="T3" fmla="*/ 218 h 860"/>
                <a:gd name="T4" fmla="*/ 416 w 432"/>
                <a:gd name="T5" fmla="*/ 117 h 860"/>
                <a:gd name="T6" fmla="*/ 374 w 432"/>
                <a:gd name="T7" fmla="*/ 50 h 860"/>
                <a:gd name="T8" fmla="*/ 306 w 432"/>
                <a:gd name="T9" fmla="*/ 8 h 860"/>
                <a:gd name="T10" fmla="*/ 214 w 432"/>
                <a:gd name="T11" fmla="*/ 0 h 860"/>
                <a:gd name="T12" fmla="*/ 164 w 432"/>
                <a:gd name="T13" fmla="*/ 0 h 860"/>
                <a:gd name="T14" fmla="*/ 80 w 432"/>
                <a:gd name="T15" fmla="*/ 25 h 860"/>
                <a:gd name="T16" fmla="*/ 29 w 432"/>
                <a:gd name="T17" fmla="*/ 79 h 860"/>
                <a:gd name="T18" fmla="*/ 0 w 432"/>
                <a:gd name="T19" fmla="*/ 163 h 860"/>
                <a:gd name="T20" fmla="*/ 0 w 432"/>
                <a:gd name="T21" fmla="*/ 642 h 860"/>
                <a:gd name="T22" fmla="*/ 4 w 432"/>
                <a:gd name="T23" fmla="*/ 692 h 860"/>
                <a:gd name="T24" fmla="*/ 34 w 432"/>
                <a:gd name="T25" fmla="*/ 776 h 860"/>
                <a:gd name="T26" fmla="*/ 88 w 432"/>
                <a:gd name="T27" fmla="*/ 831 h 860"/>
                <a:gd name="T28" fmla="*/ 168 w 432"/>
                <a:gd name="T29" fmla="*/ 856 h 860"/>
                <a:gd name="T30" fmla="*/ 214 w 432"/>
                <a:gd name="T31" fmla="*/ 860 h 860"/>
                <a:gd name="T32" fmla="*/ 302 w 432"/>
                <a:gd name="T33" fmla="*/ 847 h 860"/>
                <a:gd name="T34" fmla="*/ 369 w 432"/>
                <a:gd name="T35" fmla="*/ 810 h 860"/>
                <a:gd name="T36" fmla="*/ 416 w 432"/>
                <a:gd name="T37" fmla="*/ 742 h 860"/>
                <a:gd name="T38" fmla="*/ 432 w 432"/>
                <a:gd name="T39" fmla="*/ 642 h 860"/>
                <a:gd name="T40" fmla="*/ 294 w 432"/>
                <a:gd name="T41" fmla="*/ 575 h 860"/>
                <a:gd name="T42" fmla="*/ 298 w 432"/>
                <a:gd name="T43" fmla="*/ 654 h 860"/>
                <a:gd name="T44" fmla="*/ 285 w 432"/>
                <a:gd name="T45" fmla="*/ 713 h 860"/>
                <a:gd name="T46" fmla="*/ 269 w 432"/>
                <a:gd name="T47" fmla="*/ 738 h 860"/>
                <a:gd name="T48" fmla="*/ 239 w 432"/>
                <a:gd name="T49" fmla="*/ 751 h 860"/>
                <a:gd name="T50" fmla="*/ 218 w 432"/>
                <a:gd name="T51" fmla="*/ 751 h 860"/>
                <a:gd name="T52" fmla="*/ 181 w 432"/>
                <a:gd name="T53" fmla="*/ 747 h 860"/>
                <a:gd name="T54" fmla="*/ 155 w 432"/>
                <a:gd name="T55" fmla="*/ 726 h 860"/>
                <a:gd name="T56" fmla="*/ 143 w 432"/>
                <a:gd name="T57" fmla="*/ 696 h 860"/>
                <a:gd name="T58" fmla="*/ 139 w 432"/>
                <a:gd name="T59" fmla="*/ 474 h 860"/>
                <a:gd name="T60" fmla="*/ 139 w 432"/>
                <a:gd name="T61" fmla="*/ 188 h 860"/>
                <a:gd name="T62" fmla="*/ 147 w 432"/>
                <a:gd name="T63" fmla="*/ 138 h 860"/>
                <a:gd name="T64" fmla="*/ 164 w 432"/>
                <a:gd name="T65" fmla="*/ 109 h 860"/>
                <a:gd name="T66" fmla="*/ 193 w 432"/>
                <a:gd name="T67" fmla="*/ 92 h 860"/>
                <a:gd name="T68" fmla="*/ 218 w 432"/>
                <a:gd name="T69" fmla="*/ 92 h 860"/>
                <a:gd name="T70" fmla="*/ 256 w 432"/>
                <a:gd name="T71" fmla="*/ 100 h 860"/>
                <a:gd name="T72" fmla="*/ 281 w 432"/>
                <a:gd name="T73" fmla="*/ 121 h 860"/>
                <a:gd name="T74" fmla="*/ 294 w 432"/>
                <a:gd name="T75" fmla="*/ 155 h 860"/>
                <a:gd name="T76" fmla="*/ 294 w 432"/>
                <a:gd name="T77" fmla="*/ 361 h 860"/>
                <a:gd name="T78" fmla="*/ 139 w 432"/>
                <a:gd name="T79" fmla="*/ 1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860">
                  <a:moveTo>
                    <a:pt x="139" y="474"/>
                  </a:moveTo>
                  <a:lnTo>
                    <a:pt x="432" y="474"/>
                  </a:lnTo>
                  <a:lnTo>
                    <a:pt x="432" y="218"/>
                  </a:lnTo>
                  <a:lnTo>
                    <a:pt x="432" y="218"/>
                  </a:lnTo>
                  <a:lnTo>
                    <a:pt x="428" y="163"/>
                  </a:lnTo>
                  <a:lnTo>
                    <a:pt x="416" y="117"/>
                  </a:lnTo>
                  <a:lnTo>
                    <a:pt x="399" y="79"/>
                  </a:lnTo>
                  <a:lnTo>
                    <a:pt x="374" y="50"/>
                  </a:lnTo>
                  <a:lnTo>
                    <a:pt x="344" y="25"/>
                  </a:lnTo>
                  <a:lnTo>
                    <a:pt x="306" y="8"/>
                  </a:lnTo>
                  <a:lnTo>
                    <a:pt x="264" y="0"/>
                  </a:lnTo>
                  <a:lnTo>
                    <a:pt x="214" y="0"/>
                  </a:lnTo>
                  <a:lnTo>
                    <a:pt x="214" y="0"/>
                  </a:lnTo>
                  <a:lnTo>
                    <a:pt x="164" y="0"/>
                  </a:lnTo>
                  <a:lnTo>
                    <a:pt x="118" y="8"/>
                  </a:lnTo>
                  <a:lnTo>
                    <a:pt x="80" y="25"/>
                  </a:lnTo>
                  <a:lnTo>
                    <a:pt x="50" y="50"/>
                  </a:lnTo>
                  <a:lnTo>
                    <a:pt x="29" y="79"/>
                  </a:lnTo>
                  <a:lnTo>
                    <a:pt x="13" y="117"/>
                  </a:lnTo>
                  <a:lnTo>
                    <a:pt x="0" y="163"/>
                  </a:lnTo>
                  <a:lnTo>
                    <a:pt x="0" y="218"/>
                  </a:lnTo>
                  <a:lnTo>
                    <a:pt x="0" y="642"/>
                  </a:lnTo>
                  <a:lnTo>
                    <a:pt x="0" y="642"/>
                  </a:lnTo>
                  <a:lnTo>
                    <a:pt x="4" y="692"/>
                  </a:lnTo>
                  <a:lnTo>
                    <a:pt x="13" y="738"/>
                  </a:lnTo>
                  <a:lnTo>
                    <a:pt x="34" y="776"/>
                  </a:lnTo>
                  <a:lnTo>
                    <a:pt x="59" y="805"/>
                  </a:lnTo>
                  <a:lnTo>
                    <a:pt x="88" y="831"/>
                  </a:lnTo>
                  <a:lnTo>
                    <a:pt x="126" y="847"/>
                  </a:lnTo>
                  <a:lnTo>
                    <a:pt x="168" y="856"/>
                  </a:lnTo>
                  <a:lnTo>
                    <a:pt x="214" y="860"/>
                  </a:lnTo>
                  <a:lnTo>
                    <a:pt x="214" y="860"/>
                  </a:lnTo>
                  <a:lnTo>
                    <a:pt x="260" y="856"/>
                  </a:lnTo>
                  <a:lnTo>
                    <a:pt x="302" y="847"/>
                  </a:lnTo>
                  <a:lnTo>
                    <a:pt x="340" y="831"/>
                  </a:lnTo>
                  <a:lnTo>
                    <a:pt x="369" y="810"/>
                  </a:lnTo>
                  <a:lnTo>
                    <a:pt x="395" y="780"/>
                  </a:lnTo>
                  <a:lnTo>
                    <a:pt x="416" y="742"/>
                  </a:lnTo>
                  <a:lnTo>
                    <a:pt x="428" y="696"/>
                  </a:lnTo>
                  <a:lnTo>
                    <a:pt x="432" y="642"/>
                  </a:lnTo>
                  <a:lnTo>
                    <a:pt x="432" y="575"/>
                  </a:lnTo>
                  <a:lnTo>
                    <a:pt x="294" y="575"/>
                  </a:lnTo>
                  <a:lnTo>
                    <a:pt x="298" y="654"/>
                  </a:lnTo>
                  <a:lnTo>
                    <a:pt x="298" y="654"/>
                  </a:lnTo>
                  <a:lnTo>
                    <a:pt x="294" y="696"/>
                  </a:lnTo>
                  <a:lnTo>
                    <a:pt x="285" y="713"/>
                  </a:lnTo>
                  <a:lnTo>
                    <a:pt x="277" y="726"/>
                  </a:lnTo>
                  <a:lnTo>
                    <a:pt x="269" y="738"/>
                  </a:lnTo>
                  <a:lnTo>
                    <a:pt x="252" y="747"/>
                  </a:lnTo>
                  <a:lnTo>
                    <a:pt x="239" y="751"/>
                  </a:lnTo>
                  <a:lnTo>
                    <a:pt x="218" y="751"/>
                  </a:lnTo>
                  <a:lnTo>
                    <a:pt x="218" y="751"/>
                  </a:lnTo>
                  <a:lnTo>
                    <a:pt x="197" y="751"/>
                  </a:lnTo>
                  <a:lnTo>
                    <a:pt x="181" y="747"/>
                  </a:lnTo>
                  <a:lnTo>
                    <a:pt x="168" y="738"/>
                  </a:lnTo>
                  <a:lnTo>
                    <a:pt x="155" y="726"/>
                  </a:lnTo>
                  <a:lnTo>
                    <a:pt x="147" y="713"/>
                  </a:lnTo>
                  <a:lnTo>
                    <a:pt x="143" y="696"/>
                  </a:lnTo>
                  <a:lnTo>
                    <a:pt x="139" y="654"/>
                  </a:lnTo>
                  <a:lnTo>
                    <a:pt x="139" y="474"/>
                  </a:lnTo>
                  <a:close/>
                  <a:moveTo>
                    <a:pt x="139" y="188"/>
                  </a:moveTo>
                  <a:lnTo>
                    <a:pt x="139" y="188"/>
                  </a:lnTo>
                  <a:lnTo>
                    <a:pt x="143" y="155"/>
                  </a:lnTo>
                  <a:lnTo>
                    <a:pt x="147" y="138"/>
                  </a:lnTo>
                  <a:lnTo>
                    <a:pt x="155" y="121"/>
                  </a:lnTo>
                  <a:lnTo>
                    <a:pt x="164" y="109"/>
                  </a:lnTo>
                  <a:lnTo>
                    <a:pt x="176" y="100"/>
                  </a:lnTo>
                  <a:lnTo>
                    <a:pt x="193" y="92"/>
                  </a:lnTo>
                  <a:lnTo>
                    <a:pt x="218" y="92"/>
                  </a:lnTo>
                  <a:lnTo>
                    <a:pt x="218" y="92"/>
                  </a:lnTo>
                  <a:lnTo>
                    <a:pt x="239" y="92"/>
                  </a:lnTo>
                  <a:lnTo>
                    <a:pt x="256" y="100"/>
                  </a:lnTo>
                  <a:lnTo>
                    <a:pt x="269" y="109"/>
                  </a:lnTo>
                  <a:lnTo>
                    <a:pt x="281" y="121"/>
                  </a:lnTo>
                  <a:lnTo>
                    <a:pt x="290" y="138"/>
                  </a:lnTo>
                  <a:lnTo>
                    <a:pt x="294" y="155"/>
                  </a:lnTo>
                  <a:lnTo>
                    <a:pt x="294" y="188"/>
                  </a:lnTo>
                  <a:lnTo>
                    <a:pt x="294" y="361"/>
                  </a:lnTo>
                  <a:lnTo>
                    <a:pt x="139" y="361"/>
                  </a:lnTo>
                  <a:lnTo>
                    <a:pt x="139"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8" name="Freeform 16"/>
            <p:cNvSpPr>
              <a:spLocks/>
            </p:cNvSpPr>
            <p:nvPr/>
          </p:nvSpPr>
          <p:spPr bwMode="black">
            <a:xfrm>
              <a:off x="5446713" y="4721225"/>
              <a:ext cx="647700" cy="1365250"/>
            </a:xfrm>
            <a:custGeom>
              <a:avLst/>
              <a:gdLst>
                <a:gd name="T0" fmla="*/ 261 w 408"/>
                <a:gd name="T1" fmla="*/ 369 h 860"/>
                <a:gd name="T2" fmla="*/ 181 w 408"/>
                <a:gd name="T3" fmla="*/ 293 h 860"/>
                <a:gd name="T4" fmla="*/ 156 w 408"/>
                <a:gd name="T5" fmla="*/ 256 h 860"/>
                <a:gd name="T6" fmla="*/ 147 w 408"/>
                <a:gd name="T7" fmla="*/ 197 h 860"/>
                <a:gd name="T8" fmla="*/ 147 w 408"/>
                <a:gd name="T9" fmla="*/ 155 h 860"/>
                <a:gd name="T10" fmla="*/ 156 w 408"/>
                <a:gd name="T11" fmla="*/ 125 h 860"/>
                <a:gd name="T12" fmla="*/ 173 w 408"/>
                <a:gd name="T13" fmla="*/ 109 h 860"/>
                <a:gd name="T14" fmla="*/ 206 w 408"/>
                <a:gd name="T15" fmla="*/ 100 h 860"/>
                <a:gd name="T16" fmla="*/ 223 w 408"/>
                <a:gd name="T17" fmla="*/ 104 h 860"/>
                <a:gd name="T18" fmla="*/ 248 w 408"/>
                <a:gd name="T19" fmla="*/ 117 h 860"/>
                <a:gd name="T20" fmla="*/ 261 w 408"/>
                <a:gd name="T21" fmla="*/ 142 h 860"/>
                <a:gd name="T22" fmla="*/ 265 w 408"/>
                <a:gd name="T23" fmla="*/ 197 h 860"/>
                <a:gd name="T24" fmla="*/ 399 w 408"/>
                <a:gd name="T25" fmla="*/ 277 h 860"/>
                <a:gd name="T26" fmla="*/ 399 w 408"/>
                <a:gd name="T27" fmla="*/ 146 h 860"/>
                <a:gd name="T28" fmla="*/ 387 w 408"/>
                <a:gd name="T29" fmla="*/ 84 h 860"/>
                <a:gd name="T30" fmla="*/ 345 w 408"/>
                <a:gd name="T31" fmla="*/ 37 h 860"/>
                <a:gd name="T32" fmla="*/ 282 w 408"/>
                <a:gd name="T33" fmla="*/ 8 h 860"/>
                <a:gd name="T34" fmla="*/ 202 w 408"/>
                <a:gd name="T35" fmla="*/ 0 h 860"/>
                <a:gd name="T36" fmla="*/ 160 w 408"/>
                <a:gd name="T37" fmla="*/ 0 h 860"/>
                <a:gd name="T38" fmla="*/ 89 w 408"/>
                <a:gd name="T39" fmla="*/ 21 h 860"/>
                <a:gd name="T40" fmla="*/ 38 w 408"/>
                <a:gd name="T41" fmla="*/ 63 h 860"/>
                <a:gd name="T42" fmla="*/ 9 w 408"/>
                <a:gd name="T43" fmla="*/ 142 h 860"/>
                <a:gd name="T44" fmla="*/ 5 w 408"/>
                <a:gd name="T45" fmla="*/ 197 h 860"/>
                <a:gd name="T46" fmla="*/ 5 w 408"/>
                <a:gd name="T47" fmla="*/ 214 h 860"/>
                <a:gd name="T48" fmla="*/ 13 w 408"/>
                <a:gd name="T49" fmla="*/ 281 h 860"/>
                <a:gd name="T50" fmla="*/ 34 w 408"/>
                <a:gd name="T51" fmla="*/ 340 h 860"/>
                <a:gd name="T52" fmla="*/ 89 w 408"/>
                <a:gd name="T53" fmla="*/ 411 h 860"/>
                <a:gd name="T54" fmla="*/ 164 w 408"/>
                <a:gd name="T55" fmla="*/ 478 h 860"/>
                <a:gd name="T56" fmla="*/ 219 w 408"/>
                <a:gd name="T57" fmla="*/ 524 h 860"/>
                <a:gd name="T58" fmla="*/ 248 w 408"/>
                <a:gd name="T59" fmla="*/ 562 h 860"/>
                <a:gd name="T60" fmla="*/ 265 w 408"/>
                <a:gd name="T61" fmla="*/ 600 h 860"/>
                <a:gd name="T62" fmla="*/ 265 w 408"/>
                <a:gd name="T63" fmla="*/ 654 h 860"/>
                <a:gd name="T64" fmla="*/ 261 w 408"/>
                <a:gd name="T65" fmla="*/ 713 h 860"/>
                <a:gd name="T66" fmla="*/ 248 w 408"/>
                <a:gd name="T67" fmla="*/ 738 h 860"/>
                <a:gd name="T68" fmla="*/ 223 w 408"/>
                <a:gd name="T69" fmla="*/ 755 h 860"/>
                <a:gd name="T70" fmla="*/ 202 w 408"/>
                <a:gd name="T71" fmla="*/ 755 h 860"/>
                <a:gd name="T72" fmla="*/ 168 w 408"/>
                <a:gd name="T73" fmla="*/ 747 h 860"/>
                <a:gd name="T74" fmla="*/ 152 w 408"/>
                <a:gd name="T75" fmla="*/ 730 h 860"/>
                <a:gd name="T76" fmla="*/ 139 w 408"/>
                <a:gd name="T77" fmla="*/ 684 h 860"/>
                <a:gd name="T78" fmla="*/ 0 w 408"/>
                <a:gd name="T79" fmla="*/ 579 h 860"/>
                <a:gd name="T80" fmla="*/ 0 w 408"/>
                <a:gd name="T81" fmla="*/ 688 h 860"/>
                <a:gd name="T82" fmla="*/ 13 w 408"/>
                <a:gd name="T83" fmla="*/ 772 h 860"/>
                <a:gd name="T84" fmla="*/ 59 w 408"/>
                <a:gd name="T85" fmla="*/ 826 h 860"/>
                <a:gd name="T86" fmla="*/ 122 w 408"/>
                <a:gd name="T87" fmla="*/ 852 h 860"/>
                <a:gd name="T88" fmla="*/ 202 w 408"/>
                <a:gd name="T89" fmla="*/ 860 h 860"/>
                <a:gd name="T90" fmla="*/ 244 w 408"/>
                <a:gd name="T91" fmla="*/ 856 h 860"/>
                <a:gd name="T92" fmla="*/ 320 w 408"/>
                <a:gd name="T93" fmla="*/ 839 h 860"/>
                <a:gd name="T94" fmla="*/ 362 w 408"/>
                <a:gd name="T95" fmla="*/ 810 h 860"/>
                <a:gd name="T96" fmla="*/ 383 w 408"/>
                <a:gd name="T97" fmla="*/ 776 h 860"/>
                <a:gd name="T98" fmla="*/ 404 w 408"/>
                <a:gd name="T99" fmla="*/ 709 h 860"/>
                <a:gd name="T100" fmla="*/ 408 w 408"/>
                <a:gd name="T101" fmla="*/ 633 h 860"/>
                <a:gd name="T102" fmla="*/ 408 w 408"/>
                <a:gd name="T103" fmla="*/ 591 h 860"/>
                <a:gd name="T104" fmla="*/ 395 w 408"/>
                <a:gd name="T105" fmla="*/ 524 h 860"/>
                <a:gd name="T106" fmla="*/ 362 w 408"/>
                <a:gd name="T107" fmla="*/ 470 h 860"/>
                <a:gd name="T108" fmla="*/ 261 w 408"/>
                <a:gd name="T109" fmla="*/ 369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860">
                  <a:moveTo>
                    <a:pt x="261" y="369"/>
                  </a:moveTo>
                  <a:lnTo>
                    <a:pt x="261" y="369"/>
                  </a:lnTo>
                  <a:lnTo>
                    <a:pt x="198" y="314"/>
                  </a:lnTo>
                  <a:lnTo>
                    <a:pt x="181" y="293"/>
                  </a:lnTo>
                  <a:lnTo>
                    <a:pt x="164" y="272"/>
                  </a:lnTo>
                  <a:lnTo>
                    <a:pt x="156" y="256"/>
                  </a:lnTo>
                  <a:lnTo>
                    <a:pt x="152" y="239"/>
                  </a:lnTo>
                  <a:lnTo>
                    <a:pt x="147" y="197"/>
                  </a:lnTo>
                  <a:lnTo>
                    <a:pt x="147" y="197"/>
                  </a:lnTo>
                  <a:lnTo>
                    <a:pt x="147" y="155"/>
                  </a:lnTo>
                  <a:lnTo>
                    <a:pt x="152" y="142"/>
                  </a:lnTo>
                  <a:lnTo>
                    <a:pt x="156" y="125"/>
                  </a:lnTo>
                  <a:lnTo>
                    <a:pt x="164" y="117"/>
                  </a:lnTo>
                  <a:lnTo>
                    <a:pt x="173" y="109"/>
                  </a:lnTo>
                  <a:lnTo>
                    <a:pt x="185" y="104"/>
                  </a:lnTo>
                  <a:lnTo>
                    <a:pt x="206" y="100"/>
                  </a:lnTo>
                  <a:lnTo>
                    <a:pt x="206" y="100"/>
                  </a:lnTo>
                  <a:lnTo>
                    <a:pt x="223" y="104"/>
                  </a:lnTo>
                  <a:lnTo>
                    <a:pt x="236" y="109"/>
                  </a:lnTo>
                  <a:lnTo>
                    <a:pt x="248" y="117"/>
                  </a:lnTo>
                  <a:lnTo>
                    <a:pt x="252" y="125"/>
                  </a:lnTo>
                  <a:lnTo>
                    <a:pt x="261" y="142"/>
                  </a:lnTo>
                  <a:lnTo>
                    <a:pt x="261" y="155"/>
                  </a:lnTo>
                  <a:lnTo>
                    <a:pt x="265" y="197"/>
                  </a:lnTo>
                  <a:lnTo>
                    <a:pt x="265" y="277"/>
                  </a:lnTo>
                  <a:lnTo>
                    <a:pt x="399" y="277"/>
                  </a:lnTo>
                  <a:lnTo>
                    <a:pt x="399" y="146"/>
                  </a:lnTo>
                  <a:lnTo>
                    <a:pt x="399" y="146"/>
                  </a:lnTo>
                  <a:lnTo>
                    <a:pt x="395" y="113"/>
                  </a:lnTo>
                  <a:lnTo>
                    <a:pt x="387" y="84"/>
                  </a:lnTo>
                  <a:lnTo>
                    <a:pt x="370" y="58"/>
                  </a:lnTo>
                  <a:lnTo>
                    <a:pt x="345" y="37"/>
                  </a:lnTo>
                  <a:lnTo>
                    <a:pt x="315" y="21"/>
                  </a:lnTo>
                  <a:lnTo>
                    <a:pt x="282" y="8"/>
                  </a:lnTo>
                  <a:lnTo>
                    <a:pt x="244" y="0"/>
                  </a:lnTo>
                  <a:lnTo>
                    <a:pt x="202" y="0"/>
                  </a:lnTo>
                  <a:lnTo>
                    <a:pt x="202" y="0"/>
                  </a:lnTo>
                  <a:lnTo>
                    <a:pt x="160" y="0"/>
                  </a:lnTo>
                  <a:lnTo>
                    <a:pt x="122" y="8"/>
                  </a:lnTo>
                  <a:lnTo>
                    <a:pt x="89" y="21"/>
                  </a:lnTo>
                  <a:lnTo>
                    <a:pt x="59" y="37"/>
                  </a:lnTo>
                  <a:lnTo>
                    <a:pt x="38" y="63"/>
                  </a:lnTo>
                  <a:lnTo>
                    <a:pt x="21" y="96"/>
                  </a:lnTo>
                  <a:lnTo>
                    <a:pt x="9" y="142"/>
                  </a:lnTo>
                  <a:lnTo>
                    <a:pt x="5" y="197"/>
                  </a:lnTo>
                  <a:lnTo>
                    <a:pt x="5" y="197"/>
                  </a:lnTo>
                  <a:lnTo>
                    <a:pt x="5" y="214"/>
                  </a:lnTo>
                  <a:lnTo>
                    <a:pt x="5" y="214"/>
                  </a:lnTo>
                  <a:lnTo>
                    <a:pt x="9" y="256"/>
                  </a:lnTo>
                  <a:lnTo>
                    <a:pt x="13" y="281"/>
                  </a:lnTo>
                  <a:lnTo>
                    <a:pt x="21" y="310"/>
                  </a:lnTo>
                  <a:lnTo>
                    <a:pt x="34" y="340"/>
                  </a:lnTo>
                  <a:lnTo>
                    <a:pt x="59" y="373"/>
                  </a:lnTo>
                  <a:lnTo>
                    <a:pt x="89" y="411"/>
                  </a:lnTo>
                  <a:lnTo>
                    <a:pt x="131" y="449"/>
                  </a:lnTo>
                  <a:lnTo>
                    <a:pt x="164" y="478"/>
                  </a:lnTo>
                  <a:lnTo>
                    <a:pt x="164" y="478"/>
                  </a:lnTo>
                  <a:lnTo>
                    <a:pt x="219" y="524"/>
                  </a:lnTo>
                  <a:lnTo>
                    <a:pt x="236" y="545"/>
                  </a:lnTo>
                  <a:lnTo>
                    <a:pt x="248" y="562"/>
                  </a:lnTo>
                  <a:lnTo>
                    <a:pt x="257" y="579"/>
                  </a:lnTo>
                  <a:lnTo>
                    <a:pt x="265" y="600"/>
                  </a:lnTo>
                  <a:lnTo>
                    <a:pt x="265" y="654"/>
                  </a:lnTo>
                  <a:lnTo>
                    <a:pt x="265" y="654"/>
                  </a:lnTo>
                  <a:lnTo>
                    <a:pt x="265" y="696"/>
                  </a:lnTo>
                  <a:lnTo>
                    <a:pt x="261" y="713"/>
                  </a:lnTo>
                  <a:lnTo>
                    <a:pt x="257" y="726"/>
                  </a:lnTo>
                  <a:lnTo>
                    <a:pt x="248" y="738"/>
                  </a:lnTo>
                  <a:lnTo>
                    <a:pt x="240" y="747"/>
                  </a:lnTo>
                  <a:lnTo>
                    <a:pt x="223" y="755"/>
                  </a:lnTo>
                  <a:lnTo>
                    <a:pt x="202" y="755"/>
                  </a:lnTo>
                  <a:lnTo>
                    <a:pt x="202" y="755"/>
                  </a:lnTo>
                  <a:lnTo>
                    <a:pt x="185" y="755"/>
                  </a:lnTo>
                  <a:lnTo>
                    <a:pt x="168" y="747"/>
                  </a:lnTo>
                  <a:lnTo>
                    <a:pt x="156" y="738"/>
                  </a:lnTo>
                  <a:lnTo>
                    <a:pt x="152" y="730"/>
                  </a:lnTo>
                  <a:lnTo>
                    <a:pt x="143" y="709"/>
                  </a:lnTo>
                  <a:lnTo>
                    <a:pt x="139" y="684"/>
                  </a:lnTo>
                  <a:lnTo>
                    <a:pt x="139" y="579"/>
                  </a:lnTo>
                  <a:lnTo>
                    <a:pt x="0" y="579"/>
                  </a:lnTo>
                  <a:lnTo>
                    <a:pt x="0" y="688"/>
                  </a:lnTo>
                  <a:lnTo>
                    <a:pt x="0" y="688"/>
                  </a:lnTo>
                  <a:lnTo>
                    <a:pt x="5" y="734"/>
                  </a:lnTo>
                  <a:lnTo>
                    <a:pt x="13" y="772"/>
                  </a:lnTo>
                  <a:lnTo>
                    <a:pt x="34" y="801"/>
                  </a:lnTo>
                  <a:lnTo>
                    <a:pt x="59" y="826"/>
                  </a:lnTo>
                  <a:lnTo>
                    <a:pt x="89" y="843"/>
                  </a:lnTo>
                  <a:lnTo>
                    <a:pt x="122" y="852"/>
                  </a:lnTo>
                  <a:lnTo>
                    <a:pt x="160" y="856"/>
                  </a:lnTo>
                  <a:lnTo>
                    <a:pt x="202" y="860"/>
                  </a:lnTo>
                  <a:lnTo>
                    <a:pt x="202" y="860"/>
                  </a:lnTo>
                  <a:lnTo>
                    <a:pt x="244" y="856"/>
                  </a:lnTo>
                  <a:lnTo>
                    <a:pt x="282" y="852"/>
                  </a:lnTo>
                  <a:lnTo>
                    <a:pt x="320" y="839"/>
                  </a:lnTo>
                  <a:lnTo>
                    <a:pt x="349" y="822"/>
                  </a:lnTo>
                  <a:lnTo>
                    <a:pt x="362" y="810"/>
                  </a:lnTo>
                  <a:lnTo>
                    <a:pt x="374" y="793"/>
                  </a:lnTo>
                  <a:lnTo>
                    <a:pt x="383" y="776"/>
                  </a:lnTo>
                  <a:lnTo>
                    <a:pt x="391" y="755"/>
                  </a:lnTo>
                  <a:lnTo>
                    <a:pt x="404" y="709"/>
                  </a:lnTo>
                  <a:lnTo>
                    <a:pt x="408" y="650"/>
                  </a:lnTo>
                  <a:lnTo>
                    <a:pt x="408" y="633"/>
                  </a:lnTo>
                  <a:lnTo>
                    <a:pt x="408" y="633"/>
                  </a:lnTo>
                  <a:lnTo>
                    <a:pt x="408" y="591"/>
                  </a:lnTo>
                  <a:lnTo>
                    <a:pt x="404" y="558"/>
                  </a:lnTo>
                  <a:lnTo>
                    <a:pt x="395" y="524"/>
                  </a:lnTo>
                  <a:lnTo>
                    <a:pt x="383" y="499"/>
                  </a:lnTo>
                  <a:lnTo>
                    <a:pt x="362" y="470"/>
                  </a:lnTo>
                  <a:lnTo>
                    <a:pt x="336" y="440"/>
                  </a:lnTo>
                  <a:lnTo>
                    <a:pt x="261" y="369"/>
                  </a:lnTo>
                  <a:lnTo>
                    <a:pt x="261"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mn-lt"/>
                <a:cs typeface="+mn-cs"/>
              </a:endParaRPr>
            </a:p>
          </p:txBody>
        </p:sp>
        <p:sp>
          <p:nvSpPr>
            <p:cNvPr id="29" name="Freeform 17"/>
            <p:cNvSpPr>
              <a:spLocks/>
            </p:cNvSpPr>
            <p:nvPr/>
          </p:nvSpPr>
          <p:spPr bwMode="black">
            <a:xfrm>
              <a:off x="6946900" y="4721225"/>
              <a:ext cx="427037" cy="1344612"/>
            </a:xfrm>
            <a:custGeom>
              <a:avLst/>
              <a:gdLst>
                <a:gd name="T0" fmla="*/ 126 w 269"/>
                <a:gd name="T1" fmla="*/ 92 h 847"/>
                <a:gd name="T2" fmla="*/ 126 w 269"/>
                <a:gd name="T3" fmla="*/ 8 h 847"/>
                <a:gd name="T4" fmla="*/ 0 w 269"/>
                <a:gd name="T5" fmla="*/ 8 h 847"/>
                <a:gd name="T6" fmla="*/ 0 w 269"/>
                <a:gd name="T7" fmla="*/ 847 h 847"/>
                <a:gd name="T8" fmla="*/ 139 w 269"/>
                <a:gd name="T9" fmla="*/ 847 h 847"/>
                <a:gd name="T10" fmla="*/ 139 w 269"/>
                <a:gd name="T11" fmla="*/ 264 h 847"/>
                <a:gd name="T12" fmla="*/ 139 w 269"/>
                <a:gd name="T13" fmla="*/ 264 h 847"/>
                <a:gd name="T14" fmla="*/ 139 w 269"/>
                <a:gd name="T15" fmla="*/ 230 h 847"/>
                <a:gd name="T16" fmla="*/ 147 w 269"/>
                <a:gd name="T17" fmla="*/ 205 h 847"/>
                <a:gd name="T18" fmla="*/ 160 w 269"/>
                <a:gd name="T19" fmla="*/ 184 h 847"/>
                <a:gd name="T20" fmla="*/ 177 w 269"/>
                <a:gd name="T21" fmla="*/ 167 h 847"/>
                <a:gd name="T22" fmla="*/ 177 w 269"/>
                <a:gd name="T23" fmla="*/ 167 h 847"/>
                <a:gd name="T24" fmla="*/ 198 w 269"/>
                <a:gd name="T25" fmla="*/ 159 h 847"/>
                <a:gd name="T26" fmla="*/ 219 w 269"/>
                <a:gd name="T27" fmla="*/ 151 h 847"/>
                <a:gd name="T28" fmla="*/ 244 w 269"/>
                <a:gd name="T29" fmla="*/ 146 h 847"/>
                <a:gd name="T30" fmla="*/ 269 w 269"/>
                <a:gd name="T31" fmla="*/ 146 h 847"/>
                <a:gd name="T32" fmla="*/ 269 w 269"/>
                <a:gd name="T33" fmla="*/ 0 h 847"/>
                <a:gd name="T34" fmla="*/ 269 w 269"/>
                <a:gd name="T35" fmla="*/ 0 h 847"/>
                <a:gd name="T36" fmla="*/ 223 w 269"/>
                <a:gd name="T37" fmla="*/ 4 h 847"/>
                <a:gd name="T38" fmla="*/ 202 w 269"/>
                <a:gd name="T39" fmla="*/ 8 h 847"/>
                <a:gd name="T40" fmla="*/ 185 w 269"/>
                <a:gd name="T41" fmla="*/ 16 h 847"/>
                <a:gd name="T42" fmla="*/ 172 w 269"/>
                <a:gd name="T43" fmla="*/ 29 h 847"/>
                <a:gd name="T44" fmla="*/ 156 w 269"/>
                <a:gd name="T45" fmla="*/ 46 h 847"/>
                <a:gd name="T46" fmla="*/ 143 w 269"/>
                <a:gd name="T47" fmla="*/ 67 h 847"/>
                <a:gd name="T48" fmla="*/ 130 w 269"/>
                <a:gd name="T49" fmla="*/ 92 h 847"/>
                <a:gd name="T50" fmla="*/ 126 w 269"/>
                <a:gd name="T51" fmla="*/ 92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847">
                  <a:moveTo>
                    <a:pt x="126" y="92"/>
                  </a:moveTo>
                  <a:lnTo>
                    <a:pt x="126" y="8"/>
                  </a:lnTo>
                  <a:lnTo>
                    <a:pt x="0" y="8"/>
                  </a:lnTo>
                  <a:lnTo>
                    <a:pt x="0" y="847"/>
                  </a:lnTo>
                  <a:lnTo>
                    <a:pt x="139" y="847"/>
                  </a:lnTo>
                  <a:lnTo>
                    <a:pt x="139" y="264"/>
                  </a:lnTo>
                  <a:lnTo>
                    <a:pt x="139" y="264"/>
                  </a:lnTo>
                  <a:lnTo>
                    <a:pt x="139" y="230"/>
                  </a:lnTo>
                  <a:lnTo>
                    <a:pt x="147" y="205"/>
                  </a:lnTo>
                  <a:lnTo>
                    <a:pt x="160" y="184"/>
                  </a:lnTo>
                  <a:lnTo>
                    <a:pt x="177" y="167"/>
                  </a:lnTo>
                  <a:lnTo>
                    <a:pt x="177" y="167"/>
                  </a:lnTo>
                  <a:lnTo>
                    <a:pt x="198" y="159"/>
                  </a:lnTo>
                  <a:lnTo>
                    <a:pt x="219" y="151"/>
                  </a:lnTo>
                  <a:lnTo>
                    <a:pt x="244" y="146"/>
                  </a:lnTo>
                  <a:lnTo>
                    <a:pt x="269" y="146"/>
                  </a:lnTo>
                  <a:lnTo>
                    <a:pt x="269" y="0"/>
                  </a:lnTo>
                  <a:lnTo>
                    <a:pt x="269" y="0"/>
                  </a:lnTo>
                  <a:lnTo>
                    <a:pt x="223" y="4"/>
                  </a:lnTo>
                  <a:lnTo>
                    <a:pt x="202" y="8"/>
                  </a:lnTo>
                  <a:lnTo>
                    <a:pt x="185" y="16"/>
                  </a:lnTo>
                  <a:lnTo>
                    <a:pt x="172" y="29"/>
                  </a:lnTo>
                  <a:lnTo>
                    <a:pt x="156" y="46"/>
                  </a:lnTo>
                  <a:lnTo>
                    <a:pt x="143" y="67"/>
                  </a:lnTo>
                  <a:lnTo>
                    <a:pt x="130" y="92"/>
                  </a:lnTo>
                  <a:lnTo>
                    <a:pt x="12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mn-lt"/>
                <a:cs typeface="+mn-cs"/>
              </a:endParaRPr>
            </a:p>
          </p:txBody>
        </p:sp>
      </p:grpSp>
      <p:sp>
        <p:nvSpPr>
          <p:cNvPr id="19" name="Rectangle 18">
            <a:extLst>
              <a:ext uri="{FF2B5EF4-FFF2-40B4-BE49-F238E27FC236}">
                <a16:creationId xmlns:a16="http://schemas.microsoft.com/office/drawing/2014/main" id="{D94E6AF7-7F0C-4A4A-9B6E-E72B9A53D54C}"/>
              </a:ext>
            </a:extLst>
          </p:cNvPr>
          <p:cNvSpPr/>
          <p:nvPr/>
        </p:nvSpPr>
        <p:spPr>
          <a:xfrm>
            <a:off x="-6101" y="813672"/>
            <a:ext cx="10368622" cy="81418"/>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30" name="Picture 29">
            <a:extLst>
              <a:ext uri="{FF2B5EF4-FFF2-40B4-BE49-F238E27FC236}">
                <a16:creationId xmlns:a16="http://schemas.microsoft.com/office/drawing/2014/main" id="{827B4259-BD5D-46F3-BA48-6C20DA68BCF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0" y="6140858"/>
            <a:ext cx="6217920" cy="36576"/>
          </a:xfrm>
          <a:prstGeom prst="rect">
            <a:avLst/>
          </a:prstGeom>
        </p:spPr>
      </p:pic>
      <p:sp>
        <p:nvSpPr>
          <p:cNvPr id="31" name="Rectangle 30">
            <a:extLst>
              <a:ext uri="{FF2B5EF4-FFF2-40B4-BE49-F238E27FC236}">
                <a16:creationId xmlns:a16="http://schemas.microsoft.com/office/drawing/2014/main" id="{0458BFCE-655B-4783-9143-498E265FC96E}"/>
              </a:ext>
            </a:extLst>
          </p:cNvPr>
          <p:cNvSpPr/>
          <p:nvPr/>
        </p:nvSpPr>
        <p:spPr>
          <a:xfrm>
            <a:off x="3229270" y="3612431"/>
            <a:ext cx="6035040" cy="3657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solidFill>
                <a:schemeClr val="tx1"/>
              </a:solidFill>
            </a:endParaRPr>
          </a:p>
        </p:txBody>
      </p:sp>
      <p:pic>
        <p:nvPicPr>
          <p:cNvPr id="32" name="tagline">
            <a:extLst>
              <a:ext uri="{FF2B5EF4-FFF2-40B4-BE49-F238E27FC236}">
                <a16:creationId xmlns:a16="http://schemas.microsoft.com/office/drawing/2014/main" id="{F5BAAD11-79FB-467E-8D30-C8F9F23AF2DF}"/>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p:blipFill>
        <p:spPr bwMode="auto">
          <a:xfrm>
            <a:off x="446769" y="6335842"/>
            <a:ext cx="1900867" cy="245123"/>
          </a:xfrm>
          <a:prstGeom prst="rect">
            <a:avLst/>
          </a:prstGeom>
          <a:noFill/>
          <a:ln>
            <a:noFill/>
          </a:ln>
        </p:spPr>
      </p:pic>
    </p:spTree>
    <p:extLst>
      <p:ext uri="{BB962C8B-B14F-4D97-AF65-F5344CB8AC3E}">
        <p14:creationId xmlns:p14="http://schemas.microsoft.com/office/powerpoint/2010/main" val="348039744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29271" y="1133856"/>
            <a:ext cx="6400800" cy="2246970"/>
          </a:xfrm>
        </p:spPr>
        <p:txBody>
          <a:bodyPr tIns="0" bIns="0" anchor="b">
            <a:noAutofit/>
          </a:bodyPr>
          <a:lstStyle>
            <a:lvl1pPr algn="l">
              <a:lnSpc>
                <a:spcPct val="100000"/>
              </a:lnSpc>
              <a:defRPr sz="2800" b="0" i="0"/>
            </a:lvl1pPr>
          </a:lstStyle>
          <a:p>
            <a:r>
              <a:t>Presentation title (28 pt)</a:t>
            </a:r>
          </a:p>
        </p:txBody>
      </p:sp>
      <p:sp>
        <p:nvSpPr>
          <p:cNvPr id="3" name="Subtitle 2"/>
          <p:cNvSpPr>
            <a:spLocks noGrp="1"/>
          </p:cNvSpPr>
          <p:nvPr>
            <p:ph type="subTitle" idx="1" hasCustomPrompt="1"/>
          </p:nvPr>
        </p:nvSpPr>
        <p:spPr>
          <a:xfrm>
            <a:off x="3229271" y="3844339"/>
            <a:ext cx="6400800" cy="891088"/>
          </a:xfrm>
        </p:spPr>
        <p:txBody>
          <a:bodyPr>
            <a:noAutofit/>
          </a:bodyPr>
          <a:lstStyle>
            <a:lvl1pPr marL="0" indent="0" algn="l">
              <a:lnSpc>
                <a:spcPct val="100000"/>
              </a:lnSpc>
              <a:spcBef>
                <a:spcPts val="0"/>
              </a:spcBef>
              <a:buNone/>
              <a:defRPr sz="20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Firstname Lastname (20 pt)</a:t>
            </a:r>
          </a:p>
        </p:txBody>
      </p:sp>
      <p:sp>
        <p:nvSpPr>
          <p:cNvPr id="4" name="Date Placeholder 3"/>
          <p:cNvSpPr>
            <a:spLocks noGrp="1"/>
          </p:cNvSpPr>
          <p:nvPr>
            <p:ph type="dt" sz="half" idx="10"/>
          </p:nvPr>
        </p:nvSpPr>
        <p:spPr>
          <a:xfrm>
            <a:off x="3229271" y="4910370"/>
            <a:ext cx="6400800" cy="576262"/>
          </a:xfrm>
          <a:prstGeom prst="rect">
            <a:avLst/>
          </a:prstGeom>
        </p:spPr>
        <p:txBody>
          <a:bodyPr anchor="t">
            <a:noAutofit/>
          </a:bodyPr>
          <a:lstStyle>
            <a:lvl1pPr>
              <a:defRPr sz="2000" b="0" i="0">
                <a:solidFill>
                  <a:schemeClr val="tx1"/>
                </a:solidFill>
                <a:latin typeface="+mn-lt"/>
              </a:defRPr>
            </a:lvl1pPr>
          </a:lstStyle>
          <a:p>
            <a:endParaRPr dirty="0"/>
          </a:p>
        </p:txBody>
      </p:sp>
      <p:pic>
        <p:nvPicPr>
          <p:cNvPr id="12" name="tagline"/>
          <p:cNvPicPr>
            <a:picLocks noChangeAspect="1"/>
          </p:cNvPicPr>
          <p:nvPr/>
        </p:nvPicPr>
        <p:blipFill>
          <a:blip r:embed="rId2" cstate="hqprint">
            <a:extLst>
              <a:ext uri="{28A0092B-C50C-407E-A947-70E740481C1C}">
                <a14:useLocalDpi xmlns:a14="http://schemas.microsoft.com/office/drawing/2010/main" val="0"/>
              </a:ext>
            </a:extLst>
          </a:blip>
          <a:srcRect/>
          <a:stretch/>
        </p:blipFill>
        <p:spPr>
          <a:xfrm>
            <a:off x="468631" y="6334593"/>
            <a:ext cx="1855951" cy="239332"/>
          </a:xfrm>
          <a:prstGeom prst="rect">
            <a:avLst/>
          </a:prstGeom>
        </p:spPr>
      </p:pic>
      <p:grpSp>
        <p:nvGrpSpPr>
          <p:cNvPr id="14" name="logo">
            <a:extLst>
              <a:ext uri="{FF2B5EF4-FFF2-40B4-BE49-F238E27FC236}">
                <a16:creationId xmlns:a16="http://schemas.microsoft.com/office/drawing/2014/main" id="{45C8F5E3-A064-474A-B997-B1A0195DD368}"/>
              </a:ext>
            </a:extLst>
          </p:cNvPr>
          <p:cNvGrpSpPr>
            <a:grpSpLocks noChangeAspect="1"/>
          </p:cNvGrpSpPr>
          <p:nvPr/>
        </p:nvGrpSpPr>
        <p:grpSpPr bwMode="black">
          <a:xfrm>
            <a:off x="10439626" y="248055"/>
            <a:ext cx="1304318" cy="654045"/>
            <a:chOff x="4567238" y="4160838"/>
            <a:chExt cx="3840162" cy="1925637"/>
          </a:xfrm>
          <a:solidFill>
            <a:srgbClr val="FF6600"/>
          </a:solidFill>
        </p:grpSpPr>
        <p:sp>
          <p:nvSpPr>
            <p:cNvPr id="15" name="Rectangle 14">
              <a:extLst>
                <a:ext uri="{FF2B5EF4-FFF2-40B4-BE49-F238E27FC236}">
                  <a16:creationId xmlns:a16="http://schemas.microsoft.com/office/drawing/2014/main" id="{40AE2235-0AF2-4C1E-A039-BCA3A097AC1F}"/>
                </a:ext>
              </a:extLst>
            </p:cNvPr>
            <p:cNvSpPr>
              <a:spLocks noChangeArrowheads="1"/>
            </p:cNvSpPr>
            <p:nvPr/>
          </p:nvSpPr>
          <p:spPr bwMode="black">
            <a:xfrm>
              <a:off x="8161338" y="5826125"/>
              <a:ext cx="246062" cy="239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17" name="Freeform 12">
              <a:extLst>
                <a:ext uri="{FF2B5EF4-FFF2-40B4-BE49-F238E27FC236}">
                  <a16:creationId xmlns:a16="http://schemas.microsoft.com/office/drawing/2014/main" id="{B2C8F9E3-6FB5-482A-9CE3-42E641BC9083}"/>
                </a:ext>
              </a:extLst>
            </p:cNvPr>
            <p:cNvSpPr>
              <a:spLocks/>
            </p:cNvSpPr>
            <p:nvPr/>
          </p:nvSpPr>
          <p:spPr bwMode="black">
            <a:xfrm>
              <a:off x="7434263" y="4733925"/>
              <a:ext cx="746125" cy="1331912"/>
            </a:xfrm>
            <a:custGeom>
              <a:avLst/>
              <a:gdLst>
                <a:gd name="T0" fmla="*/ 147 w 470"/>
                <a:gd name="T1" fmla="*/ 0 h 839"/>
                <a:gd name="T2" fmla="*/ 239 w 470"/>
                <a:gd name="T3" fmla="*/ 688 h 839"/>
                <a:gd name="T4" fmla="*/ 327 w 470"/>
                <a:gd name="T5" fmla="*/ 0 h 839"/>
                <a:gd name="T6" fmla="*/ 470 w 470"/>
                <a:gd name="T7" fmla="*/ 0 h 839"/>
                <a:gd name="T8" fmla="*/ 340 w 470"/>
                <a:gd name="T9" fmla="*/ 839 h 839"/>
                <a:gd name="T10" fmla="*/ 134 w 470"/>
                <a:gd name="T11" fmla="*/ 839 h 839"/>
                <a:gd name="T12" fmla="*/ 0 w 470"/>
                <a:gd name="T13" fmla="*/ 0 h 839"/>
                <a:gd name="T14" fmla="*/ 147 w 470"/>
                <a:gd name="T15" fmla="*/ 0 h 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839">
                  <a:moveTo>
                    <a:pt x="147" y="0"/>
                  </a:moveTo>
                  <a:lnTo>
                    <a:pt x="239" y="688"/>
                  </a:lnTo>
                  <a:lnTo>
                    <a:pt x="327" y="0"/>
                  </a:lnTo>
                  <a:lnTo>
                    <a:pt x="470" y="0"/>
                  </a:lnTo>
                  <a:lnTo>
                    <a:pt x="340" y="839"/>
                  </a:lnTo>
                  <a:lnTo>
                    <a:pt x="134" y="839"/>
                  </a:lnTo>
                  <a:lnTo>
                    <a:pt x="0" y="0"/>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18" name="Freeform 13">
              <a:extLst>
                <a:ext uri="{FF2B5EF4-FFF2-40B4-BE49-F238E27FC236}">
                  <a16:creationId xmlns:a16="http://schemas.microsoft.com/office/drawing/2014/main" id="{8E8A67F4-9868-4034-9346-49A92B4121D0}"/>
                </a:ext>
              </a:extLst>
            </p:cNvPr>
            <p:cNvSpPr>
              <a:spLocks/>
            </p:cNvSpPr>
            <p:nvPr/>
          </p:nvSpPr>
          <p:spPr bwMode="black">
            <a:xfrm>
              <a:off x="4567238" y="4160838"/>
              <a:ext cx="506412" cy="1905000"/>
            </a:xfrm>
            <a:custGeom>
              <a:avLst/>
              <a:gdLst>
                <a:gd name="T0" fmla="*/ 80 w 319"/>
                <a:gd name="T1" fmla="*/ 361 h 1200"/>
                <a:gd name="T2" fmla="*/ 0 w 319"/>
                <a:gd name="T3" fmla="*/ 361 h 1200"/>
                <a:gd name="T4" fmla="*/ 0 w 319"/>
                <a:gd name="T5" fmla="*/ 470 h 1200"/>
                <a:gd name="T6" fmla="*/ 80 w 319"/>
                <a:gd name="T7" fmla="*/ 470 h 1200"/>
                <a:gd name="T8" fmla="*/ 80 w 319"/>
                <a:gd name="T9" fmla="*/ 1200 h 1200"/>
                <a:gd name="T10" fmla="*/ 218 w 319"/>
                <a:gd name="T11" fmla="*/ 1200 h 1200"/>
                <a:gd name="T12" fmla="*/ 218 w 319"/>
                <a:gd name="T13" fmla="*/ 470 h 1200"/>
                <a:gd name="T14" fmla="*/ 319 w 319"/>
                <a:gd name="T15" fmla="*/ 470 h 1200"/>
                <a:gd name="T16" fmla="*/ 319 w 319"/>
                <a:gd name="T17" fmla="*/ 361 h 1200"/>
                <a:gd name="T18" fmla="*/ 218 w 319"/>
                <a:gd name="T19" fmla="*/ 361 h 1200"/>
                <a:gd name="T20" fmla="*/ 218 w 319"/>
                <a:gd name="T21" fmla="*/ 189 h 1200"/>
                <a:gd name="T22" fmla="*/ 218 w 319"/>
                <a:gd name="T23" fmla="*/ 189 h 1200"/>
                <a:gd name="T24" fmla="*/ 223 w 319"/>
                <a:gd name="T25" fmla="*/ 155 h 1200"/>
                <a:gd name="T26" fmla="*/ 227 w 319"/>
                <a:gd name="T27" fmla="*/ 143 h 1200"/>
                <a:gd name="T28" fmla="*/ 235 w 319"/>
                <a:gd name="T29" fmla="*/ 130 h 1200"/>
                <a:gd name="T30" fmla="*/ 235 w 319"/>
                <a:gd name="T31" fmla="*/ 130 h 1200"/>
                <a:gd name="T32" fmla="*/ 248 w 319"/>
                <a:gd name="T33" fmla="*/ 122 h 1200"/>
                <a:gd name="T34" fmla="*/ 260 w 319"/>
                <a:gd name="T35" fmla="*/ 118 h 1200"/>
                <a:gd name="T36" fmla="*/ 273 w 319"/>
                <a:gd name="T37" fmla="*/ 113 h 1200"/>
                <a:gd name="T38" fmla="*/ 294 w 319"/>
                <a:gd name="T39" fmla="*/ 113 h 1200"/>
                <a:gd name="T40" fmla="*/ 319 w 319"/>
                <a:gd name="T41" fmla="*/ 113 h 1200"/>
                <a:gd name="T42" fmla="*/ 319 w 319"/>
                <a:gd name="T43" fmla="*/ 0 h 1200"/>
                <a:gd name="T44" fmla="*/ 265 w 319"/>
                <a:gd name="T45" fmla="*/ 0 h 1200"/>
                <a:gd name="T46" fmla="*/ 265 w 319"/>
                <a:gd name="T47" fmla="*/ 0 h 1200"/>
                <a:gd name="T48" fmla="*/ 223 w 319"/>
                <a:gd name="T49" fmla="*/ 0 h 1200"/>
                <a:gd name="T50" fmla="*/ 181 w 319"/>
                <a:gd name="T51" fmla="*/ 8 h 1200"/>
                <a:gd name="T52" fmla="*/ 143 w 319"/>
                <a:gd name="T53" fmla="*/ 21 h 1200"/>
                <a:gd name="T54" fmla="*/ 130 w 319"/>
                <a:gd name="T55" fmla="*/ 29 h 1200"/>
                <a:gd name="T56" fmla="*/ 118 w 319"/>
                <a:gd name="T57" fmla="*/ 38 h 1200"/>
                <a:gd name="T58" fmla="*/ 118 w 319"/>
                <a:gd name="T59" fmla="*/ 38 h 1200"/>
                <a:gd name="T60" fmla="*/ 97 w 319"/>
                <a:gd name="T61" fmla="*/ 63 h 1200"/>
                <a:gd name="T62" fmla="*/ 88 w 319"/>
                <a:gd name="T63" fmla="*/ 92 h 1200"/>
                <a:gd name="T64" fmla="*/ 80 w 319"/>
                <a:gd name="T65" fmla="*/ 126 h 1200"/>
                <a:gd name="T66" fmla="*/ 80 w 319"/>
                <a:gd name="T67" fmla="*/ 168 h 1200"/>
                <a:gd name="T68" fmla="*/ 80 w 319"/>
                <a:gd name="T69" fmla="*/ 361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1200">
                  <a:moveTo>
                    <a:pt x="80" y="361"/>
                  </a:moveTo>
                  <a:lnTo>
                    <a:pt x="0" y="361"/>
                  </a:lnTo>
                  <a:lnTo>
                    <a:pt x="0" y="470"/>
                  </a:lnTo>
                  <a:lnTo>
                    <a:pt x="80" y="470"/>
                  </a:lnTo>
                  <a:lnTo>
                    <a:pt x="80" y="1200"/>
                  </a:lnTo>
                  <a:lnTo>
                    <a:pt x="218" y="1200"/>
                  </a:lnTo>
                  <a:lnTo>
                    <a:pt x="218" y="470"/>
                  </a:lnTo>
                  <a:lnTo>
                    <a:pt x="319" y="470"/>
                  </a:lnTo>
                  <a:lnTo>
                    <a:pt x="319" y="361"/>
                  </a:lnTo>
                  <a:lnTo>
                    <a:pt x="218" y="361"/>
                  </a:lnTo>
                  <a:lnTo>
                    <a:pt x="218" y="189"/>
                  </a:lnTo>
                  <a:lnTo>
                    <a:pt x="218" y="189"/>
                  </a:lnTo>
                  <a:lnTo>
                    <a:pt x="223" y="155"/>
                  </a:lnTo>
                  <a:lnTo>
                    <a:pt x="227" y="143"/>
                  </a:lnTo>
                  <a:lnTo>
                    <a:pt x="235" y="130"/>
                  </a:lnTo>
                  <a:lnTo>
                    <a:pt x="235" y="130"/>
                  </a:lnTo>
                  <a:lnTo>
                    <a:pt x="248" y="122"/>
                  </a:lnTo>
                  <a:lnTo>
                    <a:pt x="260" y="118"/>
                  </a:lnTo>
                  <a:lnTo>
                    <a:pt x="273" y="113"/>
                  </a:lnTo>
                  <a:lnTo>
                    <a:pt x="294" y="113"/>
                  </a:lnTo>
                  <a:lnTo>
                    <a:pt x="319" y="113"/>
                  </a:lnTo>
                  <a:lnTo>
                    <a:pt x="319" y="0"/>
                  </a:lnTo>
                  <a:lnTo>
                    <a:pt x="265" y="0"/>
                  </a:lnTo>
                  <a:lnTo>
                    <a:pt x="265" y="0"/>
                  </a:lnTo>
                  <a:lnTo>
                    <a:pt x="223" y="0"/>
                  </a:lnTo>
                  <a:lnTo>
                    <a:pt x="181" y="8"/>
                  </a:lnTo>
                  <a:lnTo>
                    <a:pt x="143" y="21"/>
                  </a:lnTo>
                  <a:lnTo>
                    <a:pt x="130" y="29"/>
                  </a:lnTo>
                  <a:lnTo>
                    <a:pt x="118" y="38"/>
                  </a:lnTo>
                  <a:lnTo>
                    <a:pt x="118" y="38"/>
                  </a:lnTo>
                  <a:lnTo>
                    <a:pt x="97" y="63"/>
                  </a:lnTo>
                  <a:lnTo>
                    <a:pt x="88" y="92"/>
                  </a:lnTo>
                  <a:lnTo>
                    <a:pt x="80" y="126"/>
                  </a:lnTo>
                  <a:lnTo>
                    <a:pt x="80" y="168"/>
                  </a:lnTo>
                  <a:lnTo>
                    <a:pt x="80" y="3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19" name="Rectangle 18">
              <a:extLst>
                <a:ext uri="{FF2B5EF4-FFF2-40B4-BE49-F238E27FC236}">
                  <a16:creationId xmlns:a16="http://schemas.microsoft.com/office/drawing/2014/main" id="{A297C8D2-2894-4A9C-A0AE-AD76E7BB0FBE}"/>
                </a:ext>
              </a:extLst>
            </p:cNvPr>
            <p:cNvSpPr>
              <a:spLocks noChangeArrowheads="1"/>
            </p:cNvSpPr>
            <p:nvPr/>
          </p:nvSpPr>
          <p:spPr bwMode="black">
            <a:xfrm>
              <a:off x="5140325" y="4733925"/>
              <a:ext cx="220662" cy="1331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20" name="Freeform 15">
              <a:extLst>
                <a:ext uri="{FF2B5EF4-FFF2-40B4-BE49-F238E27FC236}">
                  <a16:creationId xmlns:a16="http://schemas.microsoft.com/office/drawing/2014/main" id="{203BFA1D-F33E-46AD-9DAD-E6F9E07FD230}"/>
                </a:ext>
              </a:extLst>
            </p:cNvPr>
            <p:cNvSpPr>
              <a:spLocks noEditPoints="1"/>
            </p:cNvSpPr>
            <p:nvPr/>
          </p:nvSpPr>
          <p:spPr bwMode="black">
            <a:xfrm>
              <a:off x="6167438" y="4721225"/>
              <a:ext cx="685800" cy="1365250"/>
            </a:xfrm>
            <a:custGeom>
              <a:avLst/>
              <a:gdLst>
                <a:gd name="T0" fmla="*/ 432 w 432"/>
                <a:gd name="T1" fmla="*/ 474 h 860"/>
                <a:gd name="T2" fmla="*/ 432 w 432"/>
                <a:gd name="T3" fmla="*/ 218 h 860"/>
                <a:gd name="T4" fmla="*/ 416 w 432"/>
                <a:gd name="T5" fmla="*/ 117 h 860"/>
                <a:gd name="T6" fmla="*/ 374 w 432"/>
                <a:gd name="T7" fmla="*/ 50 h 860"/>
                <a:gd name="T8" fmla="*/ 306 w 432"/>
                <a:gd name="T9" fmla="*/ 8 h 860"/>
                <a:gd name="T10" fmla="*/ 214 w 432"/>
                <a:gd name="T11" fmla="*/ 0 h 860"/>
                <a:gd name="T12" fmla="*/ 164 w 432"/>
                <a:gd name="T13" fmla="*/ 0 h 860"/>
                <a:gd name="T14" fmla="*/ 80 w 432"/>
                <a:gd name="T15" fmla="*/ 25 h 860"/>
                <a:gd name="T16" fmla="*/ 29 w 432"/>
                <a:gd name="T17" fmla="*/ 79 h 860"/>
                <a:gd name="T18" fmla="*/ 0 w 432"/>
                <a:gd name="T19" fmla="*/ 163 h 860"/>
                <a:gd name="T20" fmla="*/ 0 w 432"/>
                <a:gd name="T21" fmla="*/ 642 h 860"/>
                <a:gd name="T22" fmla="*/ 4 w 432"/>
                <a:gd name="T23" fmla="*/ 692 h 860"/>
                <a:gd name="T24" fmla="*/ 34 w 432"/>
                <a:gd name="T25" fmla="*/ 776 h 860"/>
                <a:gd name="T26" fmla="*/ 88 w 432"/>
                <a:gd name="T27" fmla="*/ 831 h 860"/>
                <a:gd name="T28" fmla="*/ 168 w 432"/>
                <a:gd name="T29" fmla="*/ 856 h 860"/>
                <a:gd name="T30" fmla="*/ 214 w 432"/>
                <a:gd name="T31" fmla="*/ 860 h 860"/>
                <a:gd name="T32" fmla="*/ 302 w 432"/>
                <a:gd name="T33" fmla="*/ 847 h 860"/>
                <a:gd name="T34" fmla="*/ 369 w 432"/>
                <a:gd name="T35" fmla="*/ 810 h 860"/>
                <a:gd name="T36" fmla="*/ 416 w 432"/>
                <a:gd name="T37" fmla="*/ 742 h 860"/>
                <a:gd name="T38" fmla="*/ 432 w 432"/>
                <a:gd name="T39" fmla="*/ 642 h 860"/>
                <a:gd name="T40" fmla="*/ 294 w 432"/>
                <a:gd name="T41" fmla="*/ 575 h 860"/>
                <a:gd name="T42" fmla="*/ 298 w 432"/>
                <a:gd name="T43" fmla="*/ 654 h 860"/>
                <a:gd name="T44" fmla="*/ 285 w 432"/>
                <a:gd name="T45" fmla="*/ 713 h 860"/>
                <a:gd name="T46" fmla="*/ 269 w 432"/>
                <a:gd name="T47" fmla="*/ 738 h 860"/>
                <a:gd name="T48" fmla="*/ 239 w 432"/>
                <a:gd name="T49" fmla="*/ 751 h 860"/>
                <a:gd name="T50" fmla="*/ 218 w 432"/>
                <a:gd name="T51" fmla="*/ 751 h 860"/>
                <a:gd name="T52" fmla="*/ 181 w 432"/>
                <a:gd name="T53" fmla="*/ 747 h 860"/>
                <a:gd name="T54" fmla="*/ 155 w 432"/>
                <a:gd name="T55" fmla="*/ 726 h 860"/>
                <a:gd name="T56" fmla="*/ 143 w 432"/>
                <a:gd name="T57" fmla="*/ 696 h 860"/>
                <a:gd name="T58" fmla="*/ 139 w 432"/>
                <a:gd name="T59" fmla="*/ 474 h 860"/>
                <a:gd name="T60" fmla="*/ 139 w 432"/>
                <a:gd name="T61" fmla="*/ 188 h 860"/>
                <a:gd name="T62" fmla="*/ 147 w 432"/>
                <a:gd name="T63" fmla="*/ 138 h 860"/>
                <a:gd name="T64" fmla="*/ 164 w 432"/>
                <a:gd name="T65" fmla="*/ 109 h 860"/>
                <a:gd name="T66" fmla="*/ 193 w 432"/>
                <a:gd name="T67" fmla="*/ 92 h 860"/>
                <a:gd name="T68" fmla="*/ 218 w 432"/>
                <a:gd name="T69" fmla="*/ 92 h 860"/>
                <a:gd name="T70" fmla="*/ 256 w 432"/>
                <a:gd name="T71" fmla="*/ 100 h 860"/>
                <a:gd name="T72" fmla="*/ 281 w 432"/>
                <a:gd name="T73" fmla="*/ 121 h 860"/>
                <a:gd name="T74" fmla="*/ 294 w 432"/>
                <a:gd name="T75" fmla="*/ 155 h 860"/>
                <a:gd name="T76" fmla="*/ 294 w 432"/>
                <a:gd name="T77" fmla="*/ 361 h 860"/>
                <a:gd name="T78" fmla="*/ 139 w 432"/>
                <a:gd name="T79" fmla="*/ 1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860">
                  <a:moveTo>
                    <a:pt x="139" y="474"/>
                  </a:moveTo>
                  <a:lnTo>
                    <a:pt x="432" y="474"/>
                  </a:lnTo>
                  <a:lnTo>
                    <a:pt x="432" y="218"/>
                  </a:lnTo>
                  <a:lnTo>
                    <a:pt x="432" y="218"/>
                  </a:lnTo>
                  <a:lnTo>
                    <a:pt x="428" y="163"/>
                  </a:lnTo>
                  <a:lnTo>
                    <a:pt x="416" y="117"/>
                  </a:lnTo>
                  <a:lnTo>
                    <a:pt x="399" y="79"/>
                  </a:lnTo>
                  <a:lnTo>
                    <a:pt x="374" y="50"/>
                  </a:lnTo>
                  <a:lnTo>
                    <a:pt x="344" y="25"/>
                  </a:lnTo>
                  <a:lnTo>
                    <a:pt x="306" y="8"/>
                  </a:lnTo>
                  <a:lnTo>
                    <a:pt x="264" y="0"/>
                  </a:lnTo>
                  <a:lnTo>
                    <a:pt x="214" y="0"/>
                  </a:lnTo>
                  <a:lnTo>
                    <a:pt x="214" y="0"/>
                  </a:lnTo>
                  <a:lnTo>
                    <a:pt x="164" y="0"/>
                  </a:lnTo>
                  <a:lnTo>
                    <a:pt x="118" y="8"/>
                  </a:lnTo>
                  <a:lnTo>
                    <a:pt x="80" y="25"/>
                  </a:lnTo>
                  <a:lnTo>
                    <a:pt x="50" y="50"/>
                  </a:lnTo>
                  <a:lnTo>
                    <a:pt x="29" y="79"/>
                  </a:lnTo>
                  <a:lnTo>
                    <a:pt x="13" y="117"/>
                  </a:lnTo>
                  <a:lnTo>
                    <a:pt x="0" y="163"/>
                  </a:lnTo>
                  <a:lnTo>
                    <a:pt x="0" y="218"/>
                  </a:lnTo>
                  <a:lnTo>
                    <a:pt x="0" y="642"/>
                  </a:lnTo>
                  <a:lnTo>
                    <a:pt x="0" y="642"/>
                  </a:lnTo>
                  <a:lnTo>
                    <a:pt x="4" y="692"/>
                  </a:lnTo>
                  <a:lnTo>
                    <a:pt x="13" y="738"/>
                  </a:lnTo>
                  <a:lnTo>
                    <a:pt x="34" y="776"/>
                  </a:lnTo>
                  <a:lnTo>
                    <a:pt x="59" y="805"/>
                  </a:lnTo>
                  <a:lnTo>
                    <a:pt x="88" y="831"/>
                  </a:lnTo>
                  <a:lnTo>
                    <a:pt x="126" y="847"/>
                  </a:lnTo>
                  <a:lnTo>
                    <a:pt x="168" y="856"/>
                  </a:lnTo>
                  <a:lnTo>
                    <a:pt x="214" y="860"/>
                  </a:lnTo>
                  <a:lnTo>
                    <a:pt x="214" y="860"/>
                  </a:lnTo>
                  <a:lnTo>
                    <a:pt x="260" y="856"/>
                  </a:lnTo>
                  <a:lnTo>
                    <a:pt x="302" y="847"/>
                  </a:lnTo>
                  <a:lnTo>
                    <a:pt x="340" y="831"/>
                  </a:lnTo>
                  <a:lnTo>
                    <a:pt x="369" y="810"/>
                  </a:lnTo>
                  <a:lnTo>
                    <a:pt x="395" y="780"/>
                  </a:lnTo>
                  <a:lnTo>
                    <a:pt x="416" y="742"/>
                  </a:lnTo>
                  <a:lnTo>
                    <a:pt x="428" y="696"/>
                  </a:lnTo>
                  <a:lnTo>
                    <a:pt x="432" y="642"/>
                  </a:lnTo>
                  <a:lnTo>
                    <a:pt x="432" y="575"/>
                  </a:lnTo>
                  <a:lnTo>
                    <a:pt x="294" y="575"/>
                  </a:lnTo>
                  <a:lnTo>
                    <a:pt x="298" y="654"/>
                  </a:lnTo>
                  <a:lnTo>
                    <a:pt x="298" y="654"/>
                  </a:lnTo>
                  <a:lnTo>
                    <a:pt x="294" y="696"/>
                  </a:lnTo>
                  <a:lnTo>
                    <a:pt x="285" y="713"/>
                  </a:lnTo>
                  <a:lnTo>
                    <a:pt x="277" y="726"/>
                  </a:lnTo>
                  <a:lnTo>
                    <a:pt x="269" y="738"/>
                  </a:lnTo>
                  <a:lnTo>
                    <a:pt x="252" y="747"/>
                  </a:lnTo>
                  <a:lnTo>
                    <a:pt x="239" y="751"/>
                  </a:lnTo>
                  <a:lnTo>
                    <a:pt x="218" y="751"/>
                  </a:lnTo>
                  <a:lnTo>
                    <a:pt x="218" y="751"/>
                  </a:lnTo>
                  <a:lnTo>
                    <a:pt x="197" y="751"/>
                  </a:lnTo>
                  <a:lnTo>
                    <a:pt x="181" y="747"/>
                  </a:lnTo>
                  <a:lnTo>
                    <a:pt x="168" y="738"/>
                  </a:lnTo>
                  <a:lnTo>
                    <a:pt x="155" y="726"/>
                  </a:lnTo>
                  <a:lnTo>
                    <a:pt x="147" y="713"/>
                  </a:lnTo>
                  <a:lnTo>
                    <a:pt x="143" y="696"/>
                  </a:lnTo>
                  <a:lnTo>
                    <a:pt x="139" y="654"/>
                  </a:lnTo>
                  <a:lnTo>
                    <a:pt x="139" y="474"/>
                  </a:lnTo>
                  <a:close/>
                  <a:moveTo>
                    <a:pt x="139" y="188"/>
                  </a:moveTo>
                  <a:lnTo>
                    <a:pt x="139" y="188"/>
                  </a:lnTo>
                  <a:lnTo>
                    <a:pt x="143" y="155"/>
                  </a:lnTo>
                  <a:lnTo>
                    <a:pt x="147" y="138"/>
                  </a:lnTo>
                  <a:lnTo>
                    <a:pt x="155" y="121"/>
                  </a:lnTo>
                  <a:lnTo>
                    <a:pt x="164" y="109"/>
                  </a:lnTo>
                  <a:lnTo>
                    <a:pt x="176" y="100"/>
                  </a:lnTo>
                  <a:lnTo>
                    <a:pt x="193" y="92"/>
                  </a:lnTo>
                  <a:lnTo>
                    <a:pt x="218" y="92"/>
                  </a:lnTo>
                  <a:lnTo>
                    <a:pt x="218" y="92"/>
                  </a:lnTo>
                  <a:lnTo>
                    <a:pt x="239" y="92"/>
                  </a:lnTo>
                  <a:lnTo>
                    <a:pt x="256" y="100"/>
                  </a:lnTo>
                  <a:lnTo>
                    <a:pt x="269" y="109"/>
                  </a:lnTo>
                  <a:lnTo>
                    <a:pt x="281" y="121"/>
                  </a:lnTo>
                  <a:lnTo>
                    <a:pt x="290" y="138"/>
                  </a:lnTo>
                  <a:lnTo>
                    <a:pt x="294" y="155"/>
                  </a:lnTo>
                  <a:lnTo>
                    <a:pt x="294" y="188"/>
                  </a:lnTo>
                  <a:lnTo>
                    <a:pt x="294" y="361"/>
                  </a:lnTo>
                  <a:lnTo>
                    <a:pt x="139" y="361"/>
                  </a:lnTo>
                  <a:lnTo>
                    <a:pt x="139"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21" name="Freeform 16">
              <a:extLst>
                <a:ext uri="{FF2B5EF4-FFF2-40B4-BE49-F238E27FC236}">
                  <a16:creationId xmlns:a16="http://schemas.microsoft.com/office/drawing/2014/main" id="{52B30300-73EA-43C6-B4C6-E9DA2DD081D9}"/>
                </a:ext>
              </a:extLst>
            </p:cNvPr>
            <p:cNvSpPr>
              <a:spLocks/>
            </p:cNvSpPr>
            <p:nvPr/>
          </p:nvSpPr>
          <p:spPr bwMode="black">
            <a:xfrm>
              <a:off x="5446713" y="4721225"/>
              <a:ext cx="647700" cy="1365250"/>
            </a:xfrm>
            <a:custGeom>
              <a:avLst/>
              <a:gdLst>
                <a:gd name="T0" fmla="*/ 261 w 408"/>
                <a:gd name="T1" fmla="*/ 369 h 860"/>
                <a:gd name="T2" fmla="*/ 181 w 408"/>
                <a:gd name="T3" fmla="*/ 293 h 860"/>
                <a:gd name="T4" fmla="*/ 156 w 408"/>
                <a:gd name="T5" fmla="*/ 256 h 860"/>
                <a:gd name="T6" fmla="*/ 147 w 408"/>
                <a:gd name="T7" fmla="*/ 197 h 860"/>
                <a:gd name="T8" fmla="*/ 147 w 408"/>
                <a:gd name="T9" fmla="*/ 155 h 860"/>
                <a:gd name="T10" fmla="*/ 156 w 408"/>
                <a:gd name="T11" fmla="*/ 125 h 860"/>
                <a:gd name="T12" fmla="*/ 173 w 408"/>
                <a:gd name="T13" fmla="*/ 109 h 860"/>
                <a:gd name="T14" fmla="*/ 206 w 408"/>
                <a:gd name="T15" fmla="*/ 100 h 860"/>
                <a:gd name="T16" fmla="*/ 223 w 408"/>
                <a:gd name="T17" fmla="*/ 104 h 860"/>
                <a:gd name="T18" fmla="*/ 248 w 408"/>
                <a:gd name="T19" fmla="*/ 117 h 860"/>
                <a:gd name="T20" fmla="*/ 261 w 408"/>
                <a:gd name="T21" fmla="*/ 142 h 860"/>
                <a:gd name="T22" fmla="*/ 265 w 408"/>
                <a:gd name="T23" fmla="*/ 197 h 860"/>
                <a:gd name="T24" fmla="*/ 399 w 408"/>
                <a:gd name="T25" fmla="*/ 277 h 860"/>
                <a:gd name="T26" fmla="*/ 399 w 408"/>
                <a:gd name="T27" fmla="*/ 146 h 860"/>
                <a:gd name="T28" fmla="*/ 387 w 408"/>
                <a:gd name="T29" fmla="*/ 84 h 860"/>
                <a:gd name="T30" fmla="*/ 345 w 408"/>
                <a:gd name="T31" fmla="*/ 37 h 860"/>
                <a:gd name="T32" fmla="*/ 282 w 408"/>
                <a:gd name="T33" fmla="*/ 8 h 860"/>
                <a:gd name="T34" fmla="*/ 202 w 408"/>
                <a:gd name="T35" fmla="*/ 0 h 860"/>
                <a:gd name="T36" fmla="*/ 160 w 408"/>
                <a:gd name="T37" fmla="*/ 0 h 860"/>
                <a:gd name="T38" fmla="*/ 89 w 408"/>
                <a:gd name="T39" fmla="*/ 21 h 860"/>
                <a:gd name="T40" fmla="*/ 38 w 408"/>
                <a:gd name="T41" fmla="*/ 63 h 860"/>
                <a:gd name="T42" fmla="*/ 9 w 408"/>
                <a:gd name="T43" fmla="*/ 142 h 860"/>
                <a:gd name="T44" fmla="*/ 5 w 408"/>
                <a:gd name="T45" fmla="*/ 197 h 860"/>
                <a:gd name="T46" fmla="*/ 5 w 408"/>
                <a:gd name="T47" fmla="*/ 214 h 860"/>
                <a:gd name="T48" fmla="*/ 13 w 408"/>
                <a:gd name="T49" fmla="*/ 281 h 860"/>
                <a:gd name="T50" fmla="*/ 34 w 408"/>
                <a:gd name="T51" fmla="*/ 340 h 860"/>
                <a:gd name="T52" fmla="*/ 89 w 408"/>
                <a:gd name="T53" fmla="*/ 411 h 860"/>
                <a:gd name="T54" fmla="*/ 164 w 408"/>
                <a:gd name="T55" fmla="*/ 478 h 860"/>
                <a:gd name="T56" fmla="*/ 219 w 408"/>
                <a:gd name="T57" fmla="*/ 524 h 860"/>
                <a:gd name="T58" fmla="*/ 248 w 408"/>
                <a:gd name="T59" fmla="*/ 562 h 860"/>
                <a:gd name="T60" fmla="*/ 265 w 408"/>
                <a:gd name="T61" fmla="*/ 600 h 860"/>
                <a:gd name="T62" fmla="*/ 265 w 408"/>
                <a:gd name="T63" fmla="*/ 654 h 860"/>
                <a:gd name="T64" fmla="*/ 261 w 408"/>
                <a:gd name="T65" fmla="*/ 713 h 860"/>
                <a:gd name="T66" fmla="*/ 248 w 408"/>
                <a:gd name="T67" fmla="*/ 738 h 860"/>
                <a:gd name="T68" fmla="*/ 223 w 408"/>
                <a:gd name="T69" fmla="*/ 755 h 860"/>
                <a:gd name="T70" fmla="*/ 202 w 408"/>
                <a:gd name="T71" fmla="*/ 755 h 860"/>
                <a:gd name="T72" fmla="*/ 168 w 408"/>
                <a:gd name="T73" fmla="*/ 747 h 860"/>
                <a:gd name="T74" fmla="*/ 152 w 408"/>
                <a:gd name="T75" fmla="*/ 730 h 860"/>
                <a:gd name="T76" fmla="*/ 139 w 408"/>
                <a:gd name="T77" fmla="*/ 684 h 860"/>
                <a:gd name="T78" fmla="*/ 0 w 408"/>
                <a:gd name="T79" fmla="*/ 579 h 860"/>
                <a:gd name="T80" fmla="*/ 0 w 408"/>
                <a:gd name="T81" fmla="*/ 688 h 860"/>
                <a:gd name="T82" fmla="*/ 13 w 408"/>
                <a:gd name="T83" fmla="*/ 772 h 860"/>
                <a:gd name="T84" fmla="*/ 59 w 408"/>
                <a:gd name="T85" fmla="*/ 826 h 860"/>
                <a:gd name="T86" fmla="*/ 122 w 408"/>
                <a:gd name="T87" fmla="*/ 852 h 860"/>
                <a:gd name="T88" fmla="*/ 202 w 408"/>
                <a:gd name="T89" fmla="*/ 860 h 860"/>
                <a:gd name="T90" fmla="*/ 244 w 408"/>
                <a:gd name="T91" fmla="*/ 856 h 860"/>
                <a:gd name="T92" fmla="*/ 320 w 408"/>
                <a:gd name="T93" fmla="*/ 839 h 860"/>
                <a:gd name="T94" fmla="*/ 362 w 408"/>
                <a:gd name="T95" fmla="*/ 810 h 860"/>
                <a:gd name="T96" fmla="*/ 383 w 408"/>
                <a:gd name="T97" fmla="*/ 776 h 860"/>
                <a:gd name="T98" fmla="*/ 404 w 408"/>
                <a:gd name="T99" fmla="*/ 709 h 860"/>
                <a:gd name="T100" fmla="*/ 408 w 408"/>
                <a:gd name="T101" fmla="*/ 633 h 860"/>
                <a:gd name="T102" fmla="*/ 408 w 408"/>
                <a:gd name="T103" fmla="*/ 591 h 860"/>
                <a:gd name="T104" fmla="*/ 395 w 408"/>
                <a:gd name="T105" fmla="*/ 524 h 860"/>
                <a:gd name="T106" fmla="*/ 362 w 408"/>
                <a:gd name="T107" fmla="*/ 470 h 860"/>
                <a:gd name="T108" fmla="*/ 261 w 408"/>
                <a:gd name="T109" fmla="*/ 369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860">
                  <a:moveTo>
                    <a:pt x="261" y="369"/>
                  </a:moveTo>
                  <a:lnTo>
                    <a:pt x="261" y="369"/>
                  </a:lnTo>
                  <a:lnTo>
                    <a:pt x="198" y="314"/>
                  </a:lnTo>
                  <a:lnTo>
                    <a:pt x="181" y="293"/>
                  </a:lnTo>
                  <a:lnTo>
                    <a:pt x="164" y="272"/>
                  </a:lnTo>
                  <a:lnTo>
                    <a:pt x="156" y="256"/>
                  </a:lnTo>
                  <a:lnTo>
                    <a:pt x="152" y="239"/>
                  </a:lnTo>
                  <a:lnTo>
                    <a:pt x="147" y="197"/>
                  </a:lnTo>
                  <a:lnTo>
                    <a:pt x="147" y="197"/>
                  </a:lnTo>
                  <a:lnTo>
                    <a:pt x="147" y="155"/>
                  </a:lnTo>
                  <a:lnTo>
                    <a:pt x="152" y="142"/>
                  </a:lnTo>
                  <a:lnTo>
                    <a:pt x="156" y="125"/>
                  </a:lnTo>
                  <a:lnTo>
                    <a:pt x="164" y="117"/>
                  </a:lnTo>
                  <a:lnTo>
                    <a:pt x="173" y="109"/>
                  </a:lnTo>
                  <a:lnTo>
                    <a:pt x="185" y="104"/>
                  </a:lnTo>
                  <a:lnTo>
                    <a:pt x="206" y="100"/>
                  </a:lnTo>
                  <a:lnTo>
                    <a:pt x="206" y="100"/>
                  </a:lnTo>
                  <a:lnTo>
                    <a:pt x="223" y="104"/>
                  </a:lnTo>
                  <a:lnTo>
                    <a:pt x="236" y="109"/>
                  </a:lnTo>
                  <a:lnTo>
                    <a:pt x="248" y="117"/>
                  </a:lnTo>
                  <a:lnTo>
                    <a:pt x="252" y="125"/>
                  </a:lnTo>
                  <a:lnTo>
                    <a:pt x="261" y="142"/>
                  </a:lnTo>
                  <a:lnTo>
                    <a:pt x="261" y="155"/>
                  </a:lnTo>
                  <a:lnTo>
                    <a:pt x="265" y="197"/>
                  </a:lnTo>
                  <a:lnTo>
                    <a:pt x="265" y="277"/>
                  </a:lnTo>
                  <a:lnTo>
                    <a:pt x="399" y="277"/>
                  </a:lnTo>
                  <a:lnTo>
                    <a:pt x="399" y="146"/>
                  </a:lnTo>
                  <a:lnTo>
                    <a:pt x="399" y="146"/>
                  </a:lnTo>
                  <a:lnTo>
                    <a:pt x="395" y="113"/>
                  </a:lnTo>
                  <a:lnTo>
                    <a:pt x="387" y="84"/>
                  </a:lnTo>
                  <a:lnTo>
                    <a:pt x="370" y="58"/>
                  </a:lnTo>
                  <a:lnTo>
                    <a:pt x="345" y="37"/>
                  </a:lnTo>
                  <a:lnTo>
                    <a:pt x="315" y="21"/>
                  </a:lnTo>
                  <a:lnTo>
                    <a:pt x="282" y="8"/>
                  </a:lnTo>
                  <a:lnTo>
                    <a:pt x="244" y="0"/>
                  </a:lnTo>
                  <a:lnTo>
                    <a:pt x="202" y="0"/>
                  </a:lnTo>
                  <a:lnTo>
                    <a:pt x="202" y="0"/>
                  </a:lnTo>
                  <a:lnTo>
                    <a:pt x="160" y="0"/>
                  </a:lnTo>
                  <a:lnTo>
                    <a:pt x="122" y="8"/>
                  </a:lnTo>
                  <a:lnTo>
                    <a:pt x="89" y="21"/>
                  </a:lnTo>
                  <a:lnTo>
                    <a:pt x="59" y="37"/>
                  </a:lnTo>
                  <a:lnTo>
                    <a:pt x="38" y="63"/>
                  </a:lnTo>
                  <a:lnTo>
                    <a:pt x="21" y="96"/>
                  </a:lnTo>
                  <a:lnTo>
                    <a:pt x="9" y="142"/>
                  </a:lnTo>
                  <a:lnTo>
                    <a:pt x="5" y="197"/>
                  </a:lnTo>
                  <a:lnTo>
                    <a:pt x="5" y="197"/>
                  </a:lnTo>
                  <a:lnTo>
                    <a:pt x="5" y="214"/>
                  </a:lnTo>
                  <a:lnTo>
                    <a:pt x="5" y="214"/>
                  </a:lnTo>
                  <a:lnTo>
                    <a:pt x="9" y="256"/>
                  </a:lnTo>
                  <a:lnTo>
                    <a:pt x="13" y="281"/>
                  </a:lnTo>
                  <a:lnTo>
                    <a:pt x="21" y="310"/>
                  </a:lnTo>
                  <a:lnTo>
                    <a:pt x="34" y="340"/>
                  </a:lnTo>
                  <a:lnTo>
                    <a:pt x="59" y="373"/>
                  </a:lnTo>
                  <a:lnTo>
                    <a:pt x="89" y="411"/>
                  </a:lnTo>
                  <a:lnTo>
                    <a:pt x="131" y="449"/>
                  </a:lnTo>
                  <a:lnTo>
                    <a:pt x="164" y="478"/>
                  </a:lnTo>
                  <a:lnTo>
                    <a:pt x="164" y="478"/>
                  </a:lnTo>
                  <a:lnTo>
                    <a:pt x="219" y="524"/>
                  </a:lnTo>
                  <a:lnTo>
                    <a:pt x="236" y="545"/>
                  </a:lnTo>
                  <a:lnTo>
                    <a:pt x="248" y="562"/>
                  </a:lnTo>
                  <a:lnTo>
                    <a:pt x="257" y="579"/>
                  </a:lnTo>
                  <a:lnTo>
                    <a:pt x="265" y="600"/>
                  </a:lnTo>
                  <a:lnTo>
                    <a:pt x="265" y="654"/>
                  </a:lnTo>
                  <a:lnTo>
                    <a:pt x="265" y="654"/>
                  </a:lnTo>
                  <a:lnTo>
                    <a:pt x="265" y="696"/>
                  </a:lnTo>
                  <a:lnTo>
                    <a:pt x="261" y="713"/>
                  </a:lnTo>
                  <a:lnTo>
                    <a:pt x="257" y="726"/>
                  </a:lnTo>
                  <a:lnTo>
                    <a:pt x="248" y="738"/>
                  </a:lnTo>
                  <a:lnTo>
                    <a:pt x="240" y="747"/>
                  </a:lnTo>
                  <a:lnTo>
                    <a:pt x="223" y="755"/>
                  </a:lnTo>
                  <a:lnTo>
                    <a:pt x="202" y="755"/>
                  </a:lnTo>
                  <a:lnTo>
                    <a:pt x="202" y="755"/>
                  </a:lnTo>
                  <a:lnTo>
                    <a:pt x="185" y="755"/>
                  </a:lnTo>
                  <a:lnTo>
                    <a:pt x="168" y="747"/>
                  </a:lnTo>
                  <a:lnTo>
                    <a:pt x="156" y="738"/>
                  </a:lnTo>
                  <a:lnTo>
                    <a:pt x="152" y="730"/>
                  </a:lnTo>
                  <a:lnTo>
                    <a:pt x="143" y="709"/>
                  </a:lnTo>
                  <a:lnTo>
                    <a:pt x="139" y="684"/>
                  </a:lnTo>
                  <a:lnTo>
                    <a:pt x="139" y="579"/>
                  </a:lnTo>
                  <a:lnTo>
                    <a:pt x="0" y="579"/>
                  </a:lnTo>
                  <a:lnTo>
                    <a:pt x="0" y="688"/>
                  </a:lnTo>
                  <a:lnTo>
                    <a:pt x="0" y="688"/>
                  </a:lnTo>
                  <a:lnTo>
                    <a:pt x="5" y="734"/>
                  </a:lnTo>
                  <a:lnTo>
                    <a:pt x="13" y="772"/>
                  </a:lnTo>
                  <a:lnTo>
                    <a:pt x="34" y="801"/>
                  </a:lnTo>
                  <a:lnTo>
                    <a:pt x="59" y="826"/>
                  </a:lnTo>
                  <a:lnTo>
                    <a:pt x="89" y="843"/>
                  </a:lnTo>
                  <a:lnTo>
                    <a:pt x="122" y="852"/>
                  </a:lnTo>
                  <a:lnTo>
                    <a:pt x="160" y="856"/>
                  </a:lnTo>
                  <a:lnTo>
                    <a:pt x="202" y="860"/>
                  </a:lnTo>
                  <a:lnTo>
                    <a:pt x="202" y="860"/>
                  </a:lnTo>
                  <a:lnTo>
                    <a:pt x="244" y="856"/>
                  </a:lnTo>
                  <a:lnTo>
                    <a:pt x="282" y="852"/>
                  </a:lnTo>
                  <a:lnTo>
                    <a:pt x="320" y="839"/>
                  </a:lnTo>
                  <a:lnTo>
                    <a:pt x="349" y="822"/>
                  </a:lnTo>
                  <a:lnTo>
                    <a:pt x="362" y="810"/>
                  </a:lnTo>
                  <a:lnTo>
                    <a:pt x="374" y="793"/>
                  </a:lnTo>
                  <a:lnTo>
                    <a:pt x="383" y="776"/>
                  </a:lnTo>
                  <a:lnTo>
                    <a:pt x="391" y="755"/>
                  </a:lnTo>
                  <a:lnTo>
                    <a:pt x="404" y="709"/>
                  </a:lnTo>
                  <a:lnTo>
                    <a:pt x="408" y="650"/>
                  </a:lnTo>
                  <a:lnTo>
                    <a:pt x="408" y="633"/>
                  </a:lnTo>
                  <a:lnTo>
                    <a:pt x="408" y="633"/>
                  </a:lnTo>
                  <a:lnTo>
                    <a:pt x="408" y="591"/>
                  </a:lnTo>
                  <a:lnTo>
                    <a:pt x="404" y="558"/>
                  </a:lnTo>
                  <a:lnTo>
                    <a:pt x="395" y="524"/>
                  </a:lnTo>
                  <a:lnTo>
                    <a:pt x="383" y="499"/>
                  </a:lnTo>
                  <a:lnTo>
                    <a:pt x="362" y="470"/>
                  </a:lnTo>
                  <a:lnTo>
                    <a:pt x="336" y="440"/>
                  </a:lnTo>
                  <a:lnTo>
                    <a:pt x="261" y="369"/>
                  </a:lnTo>
                  <a:lnTo>
                    <a:pt x="261"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22" name="Freeform 17">
              <a:extLst>
                <a:ext uri="{FF2B5EF4-FFF2-40B4-BE49-F238E27FC236}">
                  <a16:creationId xmlns:a16="http://schemas.microsoft.com/office/drawing/2014/main" id="{76BE3593-4AAC-4711-B235-A8B0B0003949}"/>
                </a:ext>
              </a:extLst>
            </p:cNvPr>
            <p:cNvSpPr>
              <a:spLocks/>
            </p:cNvSpPr>
            <p:nvPr/>
          </p:nvSpPr>
          <p:spPr bwMode="black">
            <a:xfrm>
              <a:off x="6946900" y="4721225"/>
              <a:ext cx="427037" cy="1344612"/>
            </a:xfrm>
            <a:custGeom>
              <a:avLst/>
              <a:gdLst>
                <a:gd name="T0" fmla="*/ 126 w 269"/>
                <a:gd name="T1" fmla="*/ 92 h 847"/>
                <a:gd name="T2" fmla="*/ 126 w 269"/>
                <a:gd name="T3" fmla="*/ 8 h 847"/>
                <a:gd name="T4" fmla="*/ 0 w 269"/>
                <a:gd name="T5" fmla="*/ 8 h 847"/>
                <a:gd name="T6" fmla="*/ 0 w 269"/>
                <a:gd name="T7" fmla="*/ 847 h 847"/>
                <a:gd name="T8" fmla="*/ 139 w 269"/>
                <a:gd name="T9" fmla="*/ 847 h 847"/>
                <a:gd name="T10" fmla="*/ 139 w 269"/>
                <a:gd name="T11" fmla="*/ 264 h 847"/>
                <a:gd name="T12" fmla="*/ 139 w 269"/>
                <a:gd name="T13" fmla="*/ 264 h 847"/>
                <a:gd name="T14" fmla="*/ 139 w 269"/>
                <a:gd name="T15" fmla="*/ 230 h 847"/>
                <a:gd name="T16" fmla="*/ 147 w 269"/>
                <a:gd name="T17" fmla="*/ 205 h 847"/>
                <a:gd name="T18" fmla="*/ 160 w 269"/>
                <a:gd name="T19" fmla="*/ 184 h 847"/>
                <a:gd name="T20" fmla="*/ 177 w 269"/>
                <a:gd name="T21" fmla="*/ 167 h 847"/>
                <a:gd name="T22" fmla="*/ 177 w 269"/>
                <a:gd name="T23" fmla="*/ 167 h 847"/>
                <a:gd name="T24" fmla="*/ 198 w 269"/>
                <a:gd name="T25" fmla="*/ 159 h 847"/>
                <a:gd name="T26" fmla="*/ 219 w 269"/>
                <a:gd name="T27" fmla="*/ 151 h 847"/>
                <a:gd name="T28" fmla="*/ 244 w 269"/>
                <a:gd name="T29" fmla="*/ 146 h 847"/>
                <a:gd name="T30" fmla="*/ 269 w 269"/>
                <a:gd name="T31" fmla="*/ 146 h 847"/>
                <a:gd name="T32" fmla="*/ 269 w 269"/>
                <a:gd name="T33" fmla="*/ 0 h 847"/>
                <a:gd name="T34" fmla="*/ 269 w 269"/>
                <a:gd name="T35" fmla="*/ 0 h 847"/>
                <a:gd name="T36" fmla="*/ 223 w 269"/>
                <a:gd name="T37" fmla="*/ 4 h 847"/>
                <a:gd name="T38" fmla="*/ 202 w 269"/>
                <a:gd name="T39" fmla="*/ 8 h 847"/>
                <a:gd name="T40" fmla="*/ 185 w 269"/>
                <a:gd name="T41" fmla="*/ 16 h 847"/>
                <a:gd name="T42" fmla="*/ 172 w 269"/>
                <a:gd name="T43" fmla="*/ 29 h 847"/>
                <a:gd name="T44" fmla="*/ 156 w 269"/>
                <a:gd name="T45" fmla="*/ 46 h 847"/>
                <a:gd name="T46" fmla="*/ 143 w 269"/>
                <a:gd name="T47" fmla="*/ 67 h 847"/>
                <a:gd name="T48" fmla="*/ 130 w 269"/>
                <a:gd name="T49" fmla="*/ 92 h 847"/>
                <a:gd name="T50" fmla="*/ 126 w 269"/>
                <a:gd name="T51" fmla="*/ 92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847">
                  <a:moveTo>
                    <a:pt x="126" y="92"/>
                  </a:moveTo>
                  <a:lnTo>
                    <a:pt x="126" y="8"/>
                  </a:lnTo>
                  <a:lnTo>
                    <a:pt x="0" y="8"/>
                  </a:lnTo>
                  <a:lnTo>
                    <a:pt x="0" y="847"/>
                  </a:lnTo>
                  <a:lnTo>
                    <a:pt x="139" y="847"/>
                  </a:lnTo>
                  <a:lnTo>
                    <a:pt x="139" y="264"/>
                  </a:lnTo>
                  <a:lnTo>
                    <a:pt x="139" y="264"/>
                  </a:lnTo>
                  <a:lnTo>
                    <a:pt x="139" y="230"/>
                  </a:lnTo>
                  <a:lnTo>
                    <a:pt x="147" y="205"/>
                  </a:lnTo>
                  <a:lnTo>
                    <a:pt x="160" y="184"/>
                  </a:lnTo>
                  <a:lnTo>
                    <a:pt x="177" y="167"/>
                  </a:lnTo>
                  <a:lnTo>
                    <a:pt x="177" y="167"/>
                  </a:lnTo>
                  <a:lnTo>
                    <a:pt x="198" y="159"/>
                  </a:lnTo>
                  <a:lnTo>
                    <a:pt x="219" y="151"/>
                  </a:lnTo>
                  <a:lnTo>
                    <a:pt x="244" y="146"/>
                  </a:lnTo>
                  <a:lnTo>
                    <a:pt x="269" y="146"/>
                  </a:lnTo>
                  <a:lnTo>
                    <a:pt x="269" y="0"/>
                  </a:lnTo>
                  <a:lnTo>
                    <a:pt x="269" y="0"/>
                  </a:lnTo>
                  <a:lnTo>
                    <a:pt x="223" y="4"/>
                  </a:lnTo>
                  <a:lnTo>
                    <a:pt x="202" y="8"/>
                  </a:lnTo>
                  <a:lnTo>
                    <a:pt x="185" y="16"/>
                  </a:lnTo>
                  <a:lnTo>
                    <a:pt x="172" y="29"/>
                  </a:lnTo>
                  <a:lnTo>
                    <a:pt x="156" y="46"/>
                  </a:lnTo>
                  <a:lnTo>
                    <a:pt x="143" y="67"/>
                  </a:lnTo>
                  <a:lnTo>
                    <a:pt x="130" y="92"/>
                  </a:lnTo>
                  <a:lnTo>
                    <a:pt x="12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grpSp>
      <p:sp>
        <p:nvSpPr>
          <p:cNvPr id="24" name="Rectangle 23">
            <a:extLst>
              <a:ext uri="{FF2B5EF4-FFF2-40B4-BE49-F238E27FC236}">
                <a16:creationId xmlns:a16="http://schemas.microsoft.com/office/drawing/2014/main" id="{BE9F0436-ACF8-4268-B8BF-F2BC38167C8E}"/>
              </a:ext>
            </a:extLst>
          </p:cNvPr>
          <p:cNvSpPr/>
          <p:nvPr/>
        </p:nvSpPr>
        <p:spPr>
          <a:xfrm>
            <a:off x="-6101" y="813672"/>
            <a:ext cx="10368622" cy="81418"/>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25" name="Picture 24">
            <a:extLst>
              <a:ext uri="{FF2B5EF4-FFF2-40B4-BE49-F238E27FC236}">
                <a16:creationId xmlns:a16="http://schemas.microsoft.com/office/drawing/2014/main" id="{73A33175-2E13-4CBE-A84E-A847BF94B8F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134884"/>
            <a:ext cx="6217920" cy="36576"/>
          </a:xfrm>
          <a:prstGeom prst="rect">
            <a:avLst/>
          </a:prstGeom>
        </p:spPr>
      </p:pic>
      <p:sp>
        <p:nvSpPr>
          <p:cNvPr id="26" name="Rectangle 25">
            <a:extLst>
              <a:ext uri="{FF2B5EF4-FFF2-40B4-BE49-F238E27FC236}">
                <a16:creationId xmlns:a16="http://schemas.microsoft.com/office/drawing/2014/main" id="{1A213AFB-3B49-453A-9B0E-6C7FF3785A1A}"/>
              </a:ext>
            </a:extLst>
          </p:cNvPr>
          <p:cNvSpPr/>
          <p:nvPr/>
        </p:nvSpPr>
        <p:spPr>
          <a:xfrm>
            <a:off x="3229270" y="3612431"/>
            <a:ext cx="6035040" cy="36576"/>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Tree>
    <p:extLst>
      <p:ext uri="{BB962C8B-B14F-4D97-AF65-F5344CB8AC3E}">
        <p14:creationId xmlns:p14="http://schemas.microsoft.com/office/powerpoint/2010/main" val="413549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s and Divider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Titles and Dividers</a:t>
            </a:r>
          </a:p>
        </p:txBody>
      </p:sp>
    </p:spTree>
    <p:extLst>
      <p:ext uri="{BB962C8B-B14F-4D97-AF65-F5344CB8AC3E}">
        <p14:creationId xmlns:p14="http://schemas.microsoft.com/office/powerpoint/2010/main" val="2059591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Gr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29271" y="1133856"/>
            <a:ext cx="6400800" cy="2246970"/>
          </a:xfrm>
        </p:spPr>
        <p:txBody>
          <a:bodyPr tIns="0" bIns="0" anchor="b">
            <a:noAutofit/>
          </a:bodyPr>
          <a:lstStyle>
            <a:lvl1pPr algn="l">
              <a:lnSpc>
                <a:spcPct val="100000"/>
              </a:lnSpc>
              <a:defRPr sz="2800" b="0" i="0"/>
            </a:lvl1pPr>
          </a:lstStyle>
          <a:p>
            <a:r>
              <a:t>Presentation title (28 pt)</a:t>
            </a:r>
          </a:p>
        </p:txBody>
      </p:sp>
      <p:sp>
        <p:nvSpPr>
          <p:cNvPr id="3" name="Subtitle 2"/>
          <p:cNvSpPr>
            <a:spLocks noGrp="1"/>
          </p:cNvSpPr>
          <p:nvPr>
            <p:ph type="subTitle" idx="1" hasCustomPrompt="1"/>
          </p:nvPr>
        </p:nvSpPr>
        <p:spPr>
          <a:xfrm>
            <a:off x="3229271" y="3844339"/>
            <a:ext cx="6400800" cy="891088"/>
          </a:xfrm>
        </p:spPr>
        <p:txBody>
          <a:bodyPr>
            <a:noAutofit/>
          </a:bodyPr>
          <a:lstStyle>
            <a:lvl1pPr marL="0" indent="0" algn="l">
              <a:lnSpc>
                <a:spcPct val="100000"/>
              </a:lnSpc>
              <a:spcBef>
                <a:spcPts val="0"/>
              </a:spcBef>
              <a:buNone/>
              <a:defRPr sz="20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Firstname Lastname (20 pt)</a:t>
            </a:r>
          </a:p>
        </p:txBody>
      </p:sp>
      <p:sp>
        <p:nvSpPr>
          <p:cNvPr id="4" name="Date Placeholder 3"/>
          <p:cNvSpPr>
            <a:spLocks noGrp="1"/>
          </p:cNvSpPr>
          <p:nvPr>
            <p:ph type="dt" sz="half" idx="10"/>
          </p:nvPr>
        </p:nvSpPr>
        <p:spPr>
          <a:xfrm>
            <a:off x="3229271" y="4910370"/>
            <a:ext cx="6400800" cy="576262"/>
          </a:xfrm>
          <a:prstGeom prst="rect">
            <a:avLst/>
          </a:prstGeom>
        </p:spPr>
        <p:txBody>
          <a:bodyPr anchor="t">
            <a:noAutofit/>
          </a:bodyPr>
          <a:lstStyle>
            <a:lvl1pPr>
              <a:defRPr sz="2000" b="0" i="0">
                <a:solidFill>
                  <a:schemeClr val="tx1"/>
                </a:solidFill>
                <a:latin typeface="+mn-lt"/>
              </a:defRPr>
            </a:lvl1pPr>
          </a:lstStyle>
          <a:p>
            <a:endParaRPr dirty="0"/>
          </a:p>
        </p:txBody>
      </p:sp>
      <p:sp>
        <p:nvSpPr>
          <p:cNvPr id="33" name="Rectangle 32">
            <a:extLst>
              <a:ext uri="{FF2B5EF4-FFF2-40B4-BE49-F238E27FC236}">
                <a16:creationId xmlns:a16="http://schemas.microsoft.com/office/drawing/2014/main" id="{5EED7BC0-D02C-4795-B5E0-1F9DD57F6E07}"/>
              </a:ext>
            </a:extLst>
          </p:cNvPr>
          <p:cNvSpPr/>
          <p:nvPr/>
        </p:nvSpPr>
        <p:spPr>
          <a:xfrm>
            <a:off x="-6101" y="813672"/>
            <a:ext cx="10368622" cy="81418"/>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34" name="Picture 33">
            <a:extLst>
              <a:ext uri="{FF2B5EF4-FFF2-40B4-BE49-F238E27FC236}">
                <a16:creationId xmlns:a16="http://schemas.microsoft.com/office/drawing/2014/main" id="{D6C90871-9E35-4453-9A30-B8697AE27F5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6134268"/>
            <a:ext cx="6217920" cy="36576"/>
          </a:xfrm>
          <a:prstGeom prst="rect">
            <a:avLst/>
          </a:prstGeom>
        </p:spPr>
      </p:pic>
      <p:sp>
        <p:nvSpPr>
          <p:cNvPr id="35" name="Rectangle 34">
            <a:extLst>
              <a:ext uri="{FF2B5EF4-FFF2-40B4-BE49-F238E27FC236}">
                <a16:creationId xmlns:a16="http://schemas.microsoft.com/office/drawing/2014/main" id="{E0DBEAD8-780B-4D7A-9319-F4FBB963F6E7}"/>
              </a:ext>
            </a:extLst>
          </p:cNvPr>
          <p:cNvSpPr/>
          <p:nvPr/>
        </p:nvSpPr>
        <p:spPr>
          <a:xfrm>
            <a:off x="3229270" y="3612431"/>
            <a:ext cx="6035040" cy="36576"/>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solidFill>
                <a:schemeClr val="tx1"/>
              </a:solidFill>
            </a:endParaRPr>
          </a:p>
        </p:txBody>
      </p:sp>
      <p:grpSp>
        <p:nvGrpSpPr>
          <p:cNvPr id="36" name="logo">
            <a:extLst>
              <a:ext uri="{FF2B5EF4-FFF2-40B4-BE49-F238E27FC236}">
                <a16:creationId xmlns:a16="http://schemas.microsoft.com/office/drawing/2014/main" id="{00D194CF-2C52-47B0-9FFF-8419658D7525}"/>
              </a:ext>
            </a:extLst>
          </p:cNvPr>
          <p:cNvGrpSpPr>
            <a:grpSpLocks noChangeAspect="1"/>
          </p:cNvGrpSpPr>
          <p:nvPr/>
        </p:nvGrpSpPr>
        <p:grpSpPr bwMode="black">
          <a:xfrm>
            <a:off x="10439626" y="248055"/>
            <a:ext cx="1304318" cy="654045"/>
            <a:chOff x="4567238" y="4160838"/>
            <a:chExt cx="3840162" cy="1925637"/>
          </a:xfrm>
          <a:solidFill>
            <a:srgbClr val="FF6600"/>
          </a:solidFill>
        </p:grpSpPr>
        <p:sp>
          <p:nvSpPr>
            <p:cNvPr id="37" name="Rectangle 36">
              <a:extLst>
                <a:ext uri="{FF2B5EF4-FFF2-40B4-BE49-F238E27FC236}">
                  <a16:creationId xmlns:a16="http://schemas.microsoft.com/office/drawing/2014/main" id="{4586F306-6688-411F-B1B6-1B781328420D}"/>
                </a:ext>
              </a:extLst>
            </p:cNvPr>
            <p:cNvSpPr>
              <a:spLocks noChangeArrowheads="1"/>
            </p:cNvSpPr>
            <p:nvPr/>
          </p:nvSpPr>
          <p:spPr bwMode="black">
            <a:xfrm>
              <a:off x="8161338" y="5826125"/>
              <a:ext cx="246062" cy="239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38" name="Freeform 12">
              <a:extLst>
                <a:ext uri="{FF2B5EF4-FFF2-40B4-BE49-F238E27FC236}">
                  <a16:creationId xmlns:a16="http://schemas.microsoft.com/office/drawing/2014/main" id="{B9D09B52-DE57-4A00-ACD5-F44B08368CCB}"/>
                </a:ext>
              </a:extLst>
            </p:cNvPr>
            <p:cNvSpPr>
              <a:spLocks/>
            </p:cNvSpPr>
            <p:nvPr/>
          </p:nvSpPr>
          <p:spPr bwMode="black">
            <a:xfrm>
              <a:off x="7434263" y="4733925"/>
              <a:ext cx="746125" cy="1331912"/>
            </a:xfrm>
            <a:custGeom>
              <a:avLst/>
              <a:gdLst>
                <a:gd name="T0" fmla="*/ 147 w 470"/>
                <a:gd name="T1" fmla="*/ 0 h 839"/>
                <a:gd name="T2" fmla="*/ 239 w 470"/>
                <a:gd name="T3" fmla="*/ 688 h 839"/>
                <a:gd name="T4" fmla="*/ 327 w 470"/>
                <a:gd name="T5" fmla="*/ 0 h 839"/>
                <a:gd name="T6" fmla="*/ 470 w 470"/>
                <a:gd name="T7" fmla="*/ 0 h 839"/>
                <a:gd name="T8" fmla="*/ 340 w 470"/>
                <a:gd name="T9" fmla="*/ 839 h 839"/>
                <a:gd name="T10" fmla="*/ 134 w 470"/>
                <a:gd name="T11" fmla="*/ 839 h 839"/>
                <a:gd name="T12" fmla="*/ 0 w 470"/>
                <a:gd name="T13" fmla="*/ 0 h 839"/>
                <a:gd name="T14" fmla="*/ 147 w 470"/>
                <a:gd name="T15" fmla="*/ 0 h 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839">
                  <a:moveTo>
                    <a:pt x="147" y="0"/>
                  </a:moveTo>
                  <a:lnTo>
                    <a:pt x="239" y="688"/>
                  </a:lnTo>
                  <a:lnTo>
                    <a:pt x="327" y="0"/>
                  </a:lnTo>
                  <a:lnTo>
                    <a:pt x="470" y="0"/>
                  </a:lnTo>
                  <a:lnTo>
                    <a:pt x="340" y="839"/>
                  </a:lnTo>
                  <a:lnTo>
                    <a:pt x="134" y="839"/>
                  </a:lnTo>
                  <a:lnTo>
                    <a:pt x="0" y="0"/>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39" name="Freeform 13">
              <a:extLst>
                <a:ext uri="{FF2B5EF4-FFF2-40B4-BE49-F238E27FC236}">
                  <a16:creationId xmlns:a16="http://schemas.microsoft.com/office/drawing/2014/main" id="{28C9A8B9-11BE-4082-A51F-D92031A88766}"/>
                </a:ext>
              </a:extLst>
            </p:cNvPr>
            <p:cNvSpPr>
              <a:spLocks/>
            </p:cNvSpPr>
            <p:nvPr/>
          </p:nvSpPr>
          <p:spPr bwMode="black">
            <a:xfrm>
              <a:off x="4567238" y="4160838"/>
              <a:ext cx="506412" cy="1905000"/>
            </a:xfrm>
            <a:custGeom>
              <a:avLst/>
              <a:gdLst>
                <a:gd name="T0" fmla="*/ 80 w 319"/>
                <a:gd name="T1" fmla="*/ 361 h 1200"/>
                <a:gd name="T2" fmla="*/ 0 w 319"/>
                <a:gd name="T3" fmla="*/ 361 h 1200"/>
                <a:gd name="T4" fmla="*/ 0 w 319"/>
                <a:gd name="T5" fmla="*/ 470 h 1200"/>
                <a:gd name="T6" fmla="*/ 80 w 319"/>
                <a:gd name="T7" fmla="*/ 470 h 1200"/>
                <a:gd name="T8" fmla="*/ 80 w 319"/>
                <a:gd name="T9" fmla="*/ 1200 h 1200"/>
                <a:gd name="T10" fmla="*/ 218 w 319"/>
                <a:gd name="T11" fmla="*/ 1200 h 1200"/>
                <a:gd name="T12" fmla="*/ 218 w 319"/>
                <a:gd name="T13" fmla="*/ 470 h 1200"/>
                <a:gd name="T14" fmla="*/ 319 w 319"/>
                <a:gd name="T15" fmla="*/ 470 h 1200"/>
                <a:gd name="T16" fmla="*/ 319 w 319"/>
                <a:gd name="T17" fmla="*/ 361 h 1200"/>
                <a:gd name="T18" fmla="*/ 218 w 319"/>
                <a:gd name="T19" fmla="*/ 361 h 1200"/>
                <a:gd name="T20" fmla="*/ 218 w 319"/>
                <a:gd name="T21" fmla="*/ 189 h 1200"/>
                <a:gd name="T22" fmla="*/ 218 w 319"/>
                <a:gd name="T23" fmla="*/ 189 h 1200"/>
                <a:gd name="T24" fmla="*/ 223 w 319"/>
                <a:gd name="T25" fmla="*/ 155 h 1200"/>
                <a:gd name="T26" fmla="*/ 227 w 319"/>
                <a:gd name="T27" fmla="*/ 143 h 1200"/>
                <a:gd name="T28" fmla="*/ 235 w 319"/>
                <a:gd name="T29" fmla="*/ 130 h 1200"/>
                <a:gd name="T30" fmla="*/ 235 w 319"/>
                <a:gd name="T31" fmla="*/ 130 h 1200"/>
                <a:gd name="T32" fmla="*/ 248 w 319"/>
                <a:gd name="T33" fmla="*/ 122 h 1200"/>
                <a:gd name="T34" fmla="*/ 260 w 319"/>
                <a:gd name="T35" fmla="*/ 118 h 1200"/>
                <a:gd name="T36" fmla="*/ 273 w 319"/>
                <a:gd name="T37" fmla="*/ 113 h 1200"/>
                <a:gd name="T38" fmla="*/ 294 w 319"/>
                <a:gd name="T39" fmla="*/ 113 h 1200"/>
                <a:gd name="T40" fmla="*/ 319 w 319"/>
                <a:gd name="T41" fmla="*/ 113 h 1200"/>
                <a:gd name="T42" fmla="*/ 319 w 319"/>
                <a:gd name="T43" fmla="*/ 0 h 1200"/>
                <a:gd name="T44" fmla="*/ 265 w 319"/>
                <a:gd name="T45" fmla="*/ 0 h 1200"/>
                <a:gd name="T46" fmla="*/ 265 w 319"/>
                <a:gd name="T47" fmla="*/ 0 h 1200"/>
                <a:gd name="T48" fmla="*/ 223 w 319"/>
                <a:gd name="T49" fmla="*/ 0 h 1200"/>
                <a:gd name="T50" fmla="*/ 181 w 319"/>
                <a:gd name="T51" fmla="*/ 8 h 1200"/>
                <a:gd name="T52" fmla="*/ 143 w 319"/>
                <a:gd name="T53" fmla="*/ 21 h 1200"/>
                <a:gd name="T54" fmla="*/ 130 w 319"/>
                <a:gd name="T55" fmla="*/ 29 h 1200"/>
                <a:gd name="T56" fmla="*/ 118 w 319"/>
                <a:gd name="T57" fmla="*/ 38 h 1200"/>
                <a:gd name="T58" fmla="*/ 118 w 319"/>
                <a:gd name="T59" fmla="*/ 38 h 1200"/>
                <a:gd name="T60" fmla="*/ 97 w 319"/>
                <a:gd name="T61" fmla="*/ 63 h 1200"/>
                <a:gd name="T62" fmla="*/ 88 w 319"/>
                <a:gd name="T63" fmla="*/ 92 h 1200"/>
                <a:gd name="T64" fmla="*/ 80 w 319"/>
                <a:gd name="T65" fmla="*/ 126 h 1200"/>
                <a:gd name="T66" fmla="*/ 80 w 319"/>
                <a:gd name="T67" fmla="*/ 168 h 1200"/>
                <a:gd name="T68" fmla="*/ 80 w 319"/>
                <a:gd name="T69" fmla="*/ 361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1200">
                  <a:moveTo>
                    <a:pt x="80" y="361"/>
                  </a:moveTo>
                  <a:lnTo>
                    <a:pt x="0" y="361"/>
                  </a:lnTo>
                  <a:lnTo>
                    <a:pt x="0" y="470"/>
                  </a:lnTo>
                  <a:lnTo>
                    <a:pt x="80" y="470"/>
                  </a:lnTo>
                  <a:lnTo>
                    <a:pt x="80" y="1200"/>
                  </a:lnTo>
                  <a:lnTo>
                    <a:pt x="218" y="1200"/>
                  </a:lnTo>
                  <a:lnTo>
                    <a:pt x="218" y="470"/>
                  </a:lnTo>
                  <a:lnTo>
                    <a:pt x="319" y="470"/>
                  </a:lnTo>
                  <a:lnTo>
                    <a:pt x="319" y="361"/>
                  </a:lnTo>
                  <a:lnTo>
                    <a:pt x="218" y="361"/>
                  </a:lnTo>
                  <a:lnTo>
                    <a:pt x="218" y="189"/>
                  </a:lnTo>
                  <a:lnTo>
                    <a:pt x="218" y="189"/>
                  </a:lnTo>
                  <a:lnTo>
                    <a:pt x="223" y="155"/>
                  </a:lnTo>
                  <a:lnTo>
                    <a:pt x="227" y="143"/>
                  </a:lnTo>
                  <a:lnTo>
                    <a:pt x="235" y="130"/>
                  </a:lnTo>
                  <a:lnTo>
                    <a:pt x="235" y="130"/>
                  </a:lnTo>
                  <a:lnTo>
                    <a:pt x="248" y="122"/>
                  </a:lnTo>
                  <a:lnTo>
                    <a:pt x="260" y="118"/>
                  </a:lnTo>
                  <a:lnTo>
                    <a:pt x="273" y="113"/>
                  </a:lnTo>
                  <a:lnTo>
                    <a:pt x="294" y="113"/>
                  </a:lnTo>
                  <a:lnTo>
                    <a:pt x="319" y="113"/>
                  </a:lnTo>
                  <a:lnTo>
                    <a:pt x="319" y="0"/>
                  </a:lnTo>
                  <a:lnTo>
                    <a:pt x="265" y="0"/>
                  </a:lnTo>
                  <a:lnTo>
                    <a:pt x="265" y="0"/>
                  </a:lnTo>
                  <a:lnTo>
                    <a:pt x="223" y="0"/>
                  </a:lnTo>
                  <a:lnTo>
                    <a:pt x="181" y="8"/>
                  </a:lnTo>
                  <a:lnTo>
                    <a:pt x="143" y="21"/>
                  </a:lnTo>
                  <a:lnTo>
                    <a:pt x="130" y="29"/>
                  </a:lnTo>
                  <a:lnTo>
                    <a:pt x="118" y="38"/>
                  </a:lnTo>
                  <a:lnTo>
                    <a:pt x="118" y="38"/>
                  </a:lnTo>
                  <a:lnTo>
                    <a:pt x="97" y="63"/>
                  </a:lnTo>
                  <a:lnTo>
                    <a:pt x="88" y="92"/>
                  </a:lnTo>
                  <a:lnTo>
                    <a:pt x="80" y="126"/>
                  </a:lnTo>
                  <a:lnTo>
                    <a:pt x="80" y="168"/>
                  </a:lnTo>
                  <a:lnTo>
                    <a:pt x="80" y="3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40" name="Rectangle 39">
              <a:extLst>
                <a:ext uri="{FF2B5EF4-FFF2-40B4-BE49-F238E27FC236}">
                  <a16:creationId xmlns:a16="http://schemas.microsoft.com/office/drawing/2014/main" id="{C256679D-977A-4AD4-8CD2-4EC539D93754}"/>
                </a:ext>
              </a:extLst>
            </p:cNvPr>
            <p:cNvSpPr>
              <a:spLocks noChangeArrowheads="1"/>
            </p:cNvSpPr>
            <p:nvPr/>
          </p:nvSpPr>
          <p:spPr bwMode="black">
            <a:xfrm>
              <a:off x="5140325" y="4733925"/>
              <a:ext cx="220662" cy="1331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41" name="Freeform 15">
              <a:extLst>
                <a:ext uri="{FF2B5EF4-FFF2-40B4-BE49-F238E27FC236}">
                  <a16:creationId xmlns:a16="http://schemas.microsoft.com/office/drawing/2014/main" id="{6D9B5EDA-AD8F-4B89-A533-FD631EBC2E75}"/>
                </a:ext>
              </a:extLst>
            </p:cNvPr>
            <p:cNvSpPr>
              <a:spLocks noEditPoints="1"/>
            </p:cNvSpPr>
            <p:nvPr/>
          </p:nvSpPr>
          <p:spPr bwMode="black">
            <a:xfrm>
              <a:off x="6167438" y="4721225"/>
              <a:ext cx="685800" cy="1365250"/>
            </a:xfrm>
            <a:custGeom>
              <a:avLst/>
              <a:gdLst>
                <a:gd name="T0" fmla="*/ 432 w 432"/>
                <a:gd name="T1" fmla="*/ 474 h 860"/>
                <a:gd name="T2" fmla="*/ 432 w 432"/>
                <a:gd name="T3" fmla="*/ 218 h 860"/>
                <a:gd name="T4" fmla="*/ 416 w 432"/>
                <a:gd name="T5" fmla="*/ 117 h 860"/>
                <a:gd name="T6" fmla="*/ 374 w 432"/>
                <a:gd name="T7" fmla="*/ 50 h 860"/>
                <a:gd name="T8" fmla="*/ 306 w 432"/>
                <a:gd name="T9" fmla="*/ 8 h 860"/>
                <a:gd name="T10" fmla="*/ 214 w 432"/>
                <a:gd name="T11" fmla="*/ 0 h 860"/>
                <a:gd name="T12" fmla="*/ 164 w 432"/>
                <a:gd name="T13" fmla="*/ 0 h 860"/>
                <a:gd name="T14" fmla="*/ 80 w 432"/>
                <a:gd name="T15" fmla="*/ 25 h 860"/>
                <a:gd name="T16" fmla="*/ 29 w 432"/>
                <a:gd name="T17" fmla="*/ 79 h 860"/>
                <a:gd name="T18" fmla="*/ 0 w 432"/>
                <a:gd name="T19" fmla="*/ 163 h 860"/>
                <a:gd name="T20" fmla="*/ 0 w 432"/>
                <a:gd name="T21" fmla="*/ 642 h 860"/>
                <a:gd name="T22" fmla="*/ 4 w 432"/>
                <a:gd name="T23" fmla="*/ 692 h 860"/>
                <a:gd name="T24" fmla="*/ 34 w 432"/>
                <a:gd name="T25" fmla="*/ 776 h 860"/>
                <a:gd name="T26" fmla="*/ 88 w 432"/>
                <a:gd name="T27" fmla="*/ 831 h 860"/>
                <a:gd name="T28" fmla="*/ 168 w 432"/>
                <a:gd name="T29" fmla="*/ 856 h 860"/>
                <a:gd name="T30" fmla="*/ 214 w 432"/>
                <a:gd name="T31" fmla="*/ 860 h 860"/>
                <a:gd name="T32" fmla="*/ 302 w 432"/>
                <a:gd name="T33" fmla="*/ 847 h 860"/>
                <a:gd name="T34" fmla="*/ 369 w 432"/>
                <a:gd name="T35" fmla="*/ 810 h 860"/>
                <a:gd name="T36" fmla="*/ 416 w 432"/>
                <a:gd name="T37" fmla="*/ 742 h 860"/>
                <a:gd name="T38" fmla="*/ 432 w 432"/>
                <a:gd name="T39" fmla="*/ 642 h 860"/>
                <a:gd name="T40" fmla="*/ 294 w 432"/>
                <a:gd name="T41" fmla="*/ 575 h 860"/>
                <a:gd name="T42" fmla="*/ 298 w 432"/>
                <a:gd name="T43" fmla="*/ 654 h 860"/>
                <a:gd name="T44" fmla="*/ 285 w 432"/>
                <a:gd name="T45" fmla="*/ 713 h 860"/>
                <a:gd name="T46" fmla="*/ 269 w 432"/>
                <a:gd name="T47" fmla="*/ 738 h 860"/>
                <a:gd name="T48" fmla="*/ 239 w 432"/>
                <a:gd name="T49" fmla="*/ 751 h 860"/>
                <a:gd name="T50" fmla="*/ 218 w 432"/>
                <a:gd name="T51" fmla="*/ 751 h 860"/>
                <a:gd name="T52" fmla="*/ 181 w 432"/>
                <a:gd name="T53" fmla="*/ 747 h 860"/>
                <a:gd name="T54" fmla="*/ 155 w 432"/>
                <a:gd name="T55" fmla="*/ 726 h 860"/>
                <a:gd name="T56" fmla="*/ 143 w 432"/>
                <a:gd name="T57" fmla="*/ 696 h 860"/>
                <a:gd name="T58" fmla="*/ 139 w 432"/>
                <a:gd name="T59" fmla="*/ 474 h 860"/>
                <a:gd name="T60" fmla="*/ 139 w 432"/>
                <a:gd name="T61" fmla="*/ 188 h 860"/>
                <a:gd name="T62" fmla="*/ 147 w 432"/>
                <a:gd name="T63" fmla="*/ 138 h 860"/>
                <a:gd name="T64" fmla="*/ 164 w 432"/>
                <a:gd name="T65" fmla="*/ 109 h 860"/>
                <a:gd name="T66" fmla="*/ 193 w 432"/>
                <a:gd name="T67" fmla="*/ 92 h 860"/>
                <a:gd name="T68" fmla="*/ 218 w 432"/>
                <a:gd name="T69" fmla="*/ 92 h 860"/>
                <a:gd name="T70" fmla="*/ 256 w 432"/>
                <a:gd name="T71" fmla="*/ 100 h 860"/>
                <a:gd name="T72" fmla="*/ 281 w 432"/>
                <a:gd name="T73" fmla="*/ 121 h 860"/>
                <a:gd name="T74" fmla="*/ 294 w 432"/>
                <a:gd name="T75" fmla="*/ 155 h 860"/>
                <a:gd name="T76" fmla="*/ 294 w 432"/>
                <a:gd name="T77" fmla="*/ 361 h 860"/>
                <a:gd name="T78" fmla="*/ 139 w 432"/>
                <a:gd name="T79" fmla="*/ 1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860">
                  <a:moveTo>
                    <a:pt x="139" y="474"/>
                  </a:moveTo>
                  <a:lnTo>
                    <a:pt x="432" y="474"/>
                  </a:lnTo>
                  <a:lnTo>
                    <a:pt x="432" y="218"/>
                  </a:lnTo>
                  <a:lnTo>
                    <a:pt x="432" y="218"/>
                  </a:lnTo>
                  <a:lnTo>
                    <a:pt x="428" y="163"/>
                  </a:lnTo>
                  <a:lnTo>
                    <a:pt x="416" y="117"/>
                  </a:lnTo>
                  <a:lnTo>
                    <a:pt x="399" y="79"/>
                  </a:lnTo>
                  <a:lnTo>
                    <a:pt x="374" y="50"/>
                  </a:lnTo>
                  <a:lnTo>
                    <a:pt x="344" y="25"/>
                  </a:lnTo>
                  <a:lnTo>
                    <a:pt x="306" y="8"/>
                  </a:lnTo>
                  <a:lnTo>
                    <a:pt x="264" y="0"/>
                  </a:lnTo>
                  <a:lnTo>
                    <a:pt x="214" y="0"/>
                  </a:lnTo>
                  <a:lnTo>
                    <a:pt x="214" y="0"/>
                  </a:lnTo>
                  <a:lnTo>
                    <a:pt x="164" y="0"/>
                  </a:lnTo>
                  <a:lnTo>
                    <a:pt x="118" y="8"/>
                  </a:lnTo>
                  <a:lnTo>
                    <a:pt x="80" y="25"/>
                  </a:lnTo>
                  <a:lnTo>
                    <a:pt x="50" y="50"/>
                  </a:lnTo>
                  <a:lnTo>
                    <a:pt x="29" y="79"/>
                  </a:lnTo>
                  <a:lnTo>
                    <a:pt x="13" y="117"/>
                  </a:lnTo>
                  <a:lnTo>
                    <a:pt x="0" y="163"/>
                  </a:lnTo>
                  <a:lnTo>
                    <a:pt x="0" y="218"/>
                  </a:lnTo>
                  <a:lnTo>
                    <a:pt x="0" y="642"/>
                  </a:lnTo>
                  <a:lnTo>
                    <a:pt x="0" y="642"/>
                  </a:lnTo>
                  <a:lnTo>
                    <a:pt x="4" y="692"/>
                  </a:lnTo>
                  <a:lnTo>
                    <a:pt x="13" y="738"/>
                  </a:lnTo>
                  <a:lnTo>
                    <a:pt x="34" y="776"/>
                  </a:lnTo>
                  <a:lnTo>
                    <a:pt x="59" y="805"/>
                  </a:lnTo>
                  <a:lnTo>
                    <a:pt x="88" y="831"/>
                  </a:lnTo>
                  <a:lnTo>
                    <a:pt x="126" y="847"/>
                  </a:lnTo>
                  <a:lnTo>
                    <a:pt x="168" y="856"/>
                  </a:lnTo>
                  <a:lnTo>
                    <a:pt x="214" y="860"/>
                  </a:lnTo>
                  <a:lnTo>
                    <a:pt x="214" y="860"/>
                  </a:lnTo>
                  <a:lnTo>
                    <a:pt x="260" y="856"/>
                  </a:lnTo>
                  <a:lnTo>
                    <a:pt x="302" y="847"/>
                  </a:lnTo>
                  <a:lnTo>
                    <a:pt x="340" y="831"/>
                  </a:lnTo>
                  <a:lnTo>
                    <a:pt x="369" y="810"/>
                  </a:lnTo>
                  <a:lnTo>
                    <a:pt x="395" y="780"/>
                  </a:lnTo>
                  <a:lnTo>
                    <a:pt x="416" y="742"/>
                  </a:lnTo>
                  <a:lnTo>
                    <a:pt x="428" y="696"/>
                  </a:lnTo>
                  <a:lnTo>
                    <a:pt x="432" y="642"/>
                  </a:lnTo>
                  <a:lnTo>
                    <a:pt x="432" y="575"/>
                  </a:lnTo>
                  <a:lnTo>
                    <a:pt x="294" y="575"/>
                  </a:lnTo>
                  <a:lnTo>
                    <a:pt x="298" y="654"/>
                  </a:lnTo>
                  <a:lnTo>
                    <a:pt x="298" y="654"/>
                  </a:lnTo>
                  <a:lnTo>
                    <a:pt x="294" y="696"/>
                  </a:lnTo>
                  <a:lnTo>
                    <a:pt x="285" y="713"/>
                  </a:lnTo>
                  <a:lnTo>
                    <a:pt x="277" y="726"/>
                  </a:lnTo>
                  <a:lnTo>
                    <a:pt x="269" y="738"/>
                  </a:lnTo>
                  <a:lnTo>
                    <a:pt x="252" y="747"/>
                  </a:lnTo>
                  <a:lnTo>
                    <a:pt x="239" y="751"/>
                  </a:lnTo>
                  <a:lnTo>
                    <a:pt x="218" y="751"/>
                  </a:lnTo>
                  <a:lnTo>
                    <a:pt x="218" y="751"/>
                  </a:lnTo>
                  <a:lnTo>
                    <a:pt x="197" y="751"/>
                  </a:lnTo>
                  <a:lnTo>
                    <a:pt x="181" y="747"/>
                  </a:lnTo>
                  <a:lnTo>
                    <a:pt x="168" y="738"/>
                  </a:lnTo>
                  <a:lnTo>
                    <a:pt x="155" y="726"/>
                  </a:lnTo>
                  <a:lnTo>
                    <a:pt x="147" y="713"/>
                  </a:lnTo>
                  <a:lnTo>
                    <a:pt x="143" y="696"/>
                  </a:lnTo>
                  <a:lnTo>
                    <a:pt x="139" y="654"/>
                  </a:lnTo>
                  <a:lnTo>
                    <a:pt x="139" y="474"/>
                  </a:lnTo>
                  <a:close/>
                  <a:moveTo>
                    <a:pt x="139" y="188"/>
                  </a:moveTo>
                  <a:lnTo>
                    <a:pt x="139" y="188"/>
                  </a:lnTo>
                  <a:lnTo>
                    <a:pt x="143" y="155"/>
                  </a:lnTo>
                  <a:lnTo>
                    <a:pt x="147" y="138"/>
                  </a:lnTo>
                  <a:lnTo>
                    <a:pt x="155" y="121"/>
                  </a:lnTo>
                  <a:lnTo>
                    <a:pt x="164" y="109"/>
                  </a:lnTo>
                  <a:lnTo>
                    <a:pt x="176" y="100"/>
                  </a:lnTo>
                  <a:lnTo>
                    <a:pt x="193" y="92"/>
                  </a:lnTo>
                  <a:lnTo>
                    <a:pt x="218" y="92"/>
                  </a:lnTo>
                  <a:lnTo>
                    <a:pt x="218" y="92"/>
                  </a:lnTo>
                  <a:lnTo>
                    <a:pt x="239" y="92"/>
                  </a:lnTo>
                  <a:lnTo>
                    <a:pt x="256" y="100"/>
                  </a:lnTo>
                  <a:lnTo>
                    <a:pt x="269" y="109"/>
                  </a:lnTo>
                  <a:lnTo>
                    <a:pt x="281" y="121"/>
                  </a:lnTo>
                  <a:lnTo>
                    <a:pt x="290" y="138"/>
                  </a:lnTo>
                  <a:lnTo>
                    <a:pt x="294" y="155"/>
                  </a:lnTo>
                  <a:lnTo>
                    <a:pt x="294" y="188"/>
                  </a:lnTo>
                  <a:lnTo>
                    <a:pt x="294" y="361"/>
                  </a:lnTo>
                  <a:lnTo>
                    <a:pt x="139" y="361"/>
                  </a:lnTo>
                  <a:lnTo>
                    <a:pt x="139"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42" name="Freeform 16">
              <a:extLst>
                <a:ext uri="{FF2B5EF4-FFF2-40B4-BE49-F238E27FC236}">
                  <a16:creationId xmlns:a16="http://schemas.microsoft.com/office/drawing/2014/main" id="{9B120342-0BCD-4677-8B8F-A7D75310AC9F}"/>
                </a:ext>
              </a:extLst>
            </p:cNvPr>
            <p:cNvSpPr>
              <a:spLocks/>
            </p:cNvSpPr>
            <p:nvPr/>
          </p:nvSpPr>
          <p:spPr bwMode="black">
            <a:xfrm>
              <a:off x="5446713" y="4721225"/>
              <a:ext cx="647700" cy="1365250"/>
            </a:xfrm>
            <a:custGeom>
              <a:avLst/>
              <a:gdLst>
                <a:gd name="T0" fmla="*/ 261 w 408"/>
                <a:gd name="T1" fmla="*/ 369 h 860"/>
                <a:gd name="T2" fmla="*/ 181 w 408"/>
                <a:gd name="T3" fmla="*/ 293 h 860"/>
                <a:gd name="T4" fmla="*/ 156 w 408"/>
                <a:gd name="T5" fmla="*/ 256 h 860"/>
                <a:gd name="T6" fmla="*/ 147 w 408"/>
                <a:gd name="T7" fmla="*/ 197 h 860"/>
                <a:gd name="T8" fmla="*/ 147 w 408"/>
                <a:gd name="T9" fmla="*/ 155 h 860"/>
                <a:gd name="T10" fmla="*/ 156 w 408"/>
                <a:gd name="T11" fmla="*/ 125 h 860"/>
                <a:gd name="T12" fmla="*/ 173 w 408"/>
                <a:gd name="T13" fmla="*/ 109 h 860"/>
                <a:gd name="T14" fmla="*/ 206 w 408"/>
                <a:gd name="T15" fmla="*/ 100 h 860"/>
                <a:gd name="T16" fmla="*/ 223 w 408"/>
                <a:gd name="T17" fmla="*/ 104 h 860"/>
                <a:gd name="T18" fmla="*/ 248 w 408"/>
                <a:gd name="T19" fmla="*/ 117 h 860"/>
                <a:gd name="T20" fmla="*/ 261 w 408"/>
                <a:gd name="T21" fmla="*/ 142 h 860"/>
                <a:gd name="T22" fmla="*/ 265 w 408"/>
                <a:gd name="T23" fmla="*/ 197 h 860"/>
                <a:gd name="T24" fmla="*/ 399 w 408"/>
                <a:gd name="T25" fmla="*/ 277 h 860"/>
                <a:gd name="T26" fmla="*/ 399 w 408"/>
                <a:gd name="T27" fmla="*/ 146 h 860"/>
                <a:gd name="T28" fmla="*/ 387 w 408"/>
                <a:gd name="T29" fmla="*/ 84 h 860"/>
                <a:gd name="T30" fmla="*/ 345 w 408"/>
                <a:gd name="T31" fmla="*/ 37 h 860"/>
                <a:gd name="T32" fmla="*/ 282 w 408"/>
                <a:gd name="T33" fmla="*/ 8 h 860"/>
                <a:gd name="T34" fmla="*/ 202 w 408"/>
                <a:gd name="T35" fmla="*/ 0 h 860"/>
                <a:gd name="T36" fmla="*/ 160 w 408"/>
                <a:gd name="T37" fmla="*/ 0 h 860"/>
                <a:gd name="T38" fmla="*/ 89 w 408"/>
                <a:gd name="T39" fmla="*/ 21 h 860"/>
                <a:gd name="T40" fmla="*/ 38 w 408"/>
                <a:gd name="T41" fmla="*/ 63 h 860"/>
                <a:gd name="T42" fmla="*/ 9 w 408"/>
                <a:gd name="T43" fmla="*/ 142 h 860"/>
                <a:gd name="T44" fmla="*/ 5 w 408"/>
                <a:gd name="T45" fmla="*/ 197 h 860"/>
                <a:gd name="T46" fmla="*/ 5 w 408"/>
                <a:gd name="T47" fmla="*/ 214 h 860"/>
                <a:gd name="T48" fmla="*/ 13 w 408"/>
                <a:gd name="T49" fmla="*/ 281 h 860"/>
                <a:gd name="T50" fmla="*/ 34 w 408"/>
                <a:gd name="T51" fmla="*/ 340 h 860"/>
                <a:gd name="T52" fmla="*/ 89 w 408"/>
                <a:gd name="T53" fmla="*/ 411 h 860"/>
                <a:gd name="T54" fmla="*/ 164 w 408"/>
                <a:gd name="T55" fmla="*/ 478 h 860"/>
                <a:gd name="T56" fmla="*/ 219 w 408"/>
                <a:gd name="T57" fmla="*/ 524 h 860"/>
                <a:gd name="T58" fmla="*/ 248 w 408"/>
                <a:gd name="T59" fmla="*/ 562 h 860"/>
                <a:gd name="T60" fmla="*/ 265 w 408"/>
                <a:gd name="T61" fmla="*/ 600 h 860"/>
                <a:gd name="T62" fmla="*/ 265 w 408"/>
                <a:gd name="T63" fmla="*/ 654 h 860"/>
                <a:gd name="T64" fmla="*/ 261 w 408"/>
                <a:gd name="T65" fmla="*/ 713 h 860"/>
                <a:gd name="T66" fmla="*/ 248 w 408"/>
                <a:gd name="T67" fmla="*/ 738 h 860"/>
                <a:gd name="T68" fmla="*/ 223 w 408"/>
                <a:gd name="T69" fmla="*/ 755 h 860"/>
                <a:gd name="T70" fmla="*/ 202 w 408"/>
                <a:gd name="T71" fmla="*/ 755 h 860"/>
                <a:gd name="T72" fmla="*/ 168 w 408"/>
                <a:gd name="T73" fmla="*/ 747 h 860"/>
                <a:gd name="T74" fmla="*/ 152 w 408"/>
                <a:gd name="T75" fmla="*/ 730 h 860"/>
                <a:gd name="T76" fmla="*/ 139 w 408"/>
                <a:gd name="T77" fmla="*/ 684 h 860"/>
                <a:gd name="T78" fmla="*/ 0 w 408"/>
                <a:gd name="T79" fmla="*/ 579 h 860"/>
                <a:gd name="T80" fmla="*/ 0 w 408"/>
                <a:gd name="T81" fmla="*/ 688 h 860"/>
                <a:gd name="T82" fmla="*/ 13 w 408"/>
                <a:gd name="T83" fmla="*/ 772 h 860"/>
                <a:gd name="T84" fmla="*/ 59 w 408"/>
                <a:gd name="T85" fmla="*/ 826 h 860"/>
                <a:gd name="T86" fmla="*/ 122 w 408"/>
                <a:gd name="T87" fmla="*/ 852 h 860"/>
                <a:gd name="T88" fmla="*/ 202 w 408"/>
                <a:gd name="T89" fmla="*/ 860 h 860"/>
                <a:gd name="T90" fmla="*/ 244 w 408"/>
                <a:gd name="T91" fmla="*/ 856 h 860"/>
                <a:gd name="T92" fmla="*/ 320 w 408"/>
                <a:gd name="T93" fmla="*/ 839 h 860"/>
                <a:gd name="T94" fmla="*/ 362 w 408"/>
                <a:gd name="T95" fmla="*/ 810 h 860"/>
                <a:gd name="T96" fmla="*/ 383 w 408"/>
                <a:gd name="T97" fmla="*/ 776 h 860"/>
                <a:gd name="T98" fmla="*/ 404 w 408"/>
                <a:gd name="T99" fmla="*/ 709 h 860"/>
                <a:gd name="T100" fmla="*/ 408 w 408"/>
                <a:gd name="T101" fmla="*/ 633 h 860"/>
                <a:gd name="T102" fmla="*/ 408 w 408"/>
                <a:gd name="T103" fmla="*/ 591 h 860"/>
                <a:gd name="T104" fmla="*/ 395 w 408"/>
                <a:gd name="T105" fmla="*/ 524 h 860"/>
                <a:gd name="T106" fmla="*/ 362 w 408"/>
                <a:gd name="T107" fmla="*/ 470 h 860"/>
                <a:gd name="T108" fmla="*/ 261 w 408"/>
                <a:gd name="T109" fmla="*/ 369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860">
                  <a:moveTo>
                    <a:pt x="261" y="369"/>
                  </a:moveTo>
                  <a:lnTo>
                    <a:pt x="261" y="369"/>
                  </a:lnTo>
                  <a:lnTo>
                    <a:pt x="198" y="314"/>
                  </a:lnTo>
                  <a:lnTo>
                    <a:pt x="181" y="293"/>
                  </a:lnTo>
                  <a:lnTo>
                    <a:pt x="164" y="272"/>
                  </a:lnTo>
                  <a:lnTo>
                    <a:pt x="156" y="256"/>
                  </a:lnTo>
                  <a:lnTo>
                    <a:pt x="152" y="239"/>
                  </a:lnTo>
                  <a:lnTo>
                    <a:pt x="147" y="197"/>
                  </a:lnTo>
                  <a:lnTo>
                    <a:pt x="147" y="197"/>
                  </a:lnTo>
                  <a:lnTo>
                    <a:pt x="147" y="155"/>
                  </a:lnTo>
                  <a:lnTo>
                    <a:pt x="152" y="142"/>
                  </a:lnTo>
                  <a:lnTo>
                    <a:pt x="156" y="125"/>
                  </a:lnTo>
                  <a:lnTo>
                    <a:pt x="164" y="117"/>
                  </a:lnTo>
                  <a:lnTo>
                    <a:pt x="173" y="109"/>
                  </a:lnTo>
                  <a:lnTo>
                    <a:pt x="185" y="104"/>
                  </a:lnTo>
                  <a:lnTo>
                    <a:pt x="206" y="100"/>
                  </a:lnTo>
                  <a:lnTo>
                    <a:pt x="206" y="100"/>
                  </a:lnTo>
                  <a:lnTo>
                    <a:pt x="223" y="104"/>
                  </a:lnTo>
                  <a:lnTo>
                    <a:pt x="236" y="109"/>
                  </a:lnTo>
                  <a:lnTo>
                    <a:pt x="248" y="117"/>
                  </a:lnTo>
                  <a:lnTo>
                    <a:pt x="252" y="125"/>
                  </a:lnTo>
                  <a:lnTo>
                    <a:pt x="261" y="142"/>
                  </a:lnTo>
                  <a:lnTo>
                    <a:pt x="261" y="155"/>
                  </a:lnTo>
                  <a:lnTo>
                    <a:pt x="265" y="197"/>
                  </a:lnTo>
                  <a:lnTo>
                    <a:pt x="265" y="277"/>
                  </a:lnTo>
                  <a:lnTo>
                    <a:pt x="399" y="277"/>
                  </a:lnTo>
                  <a:lnTo>
                    <a:pt x="399" y="146"/>
                  </a:lnTo>
                  <a:lnTo>
                    <a:pt x="399" y="146"/>
                  </a:lnTo>
                  <a:lnTo>
                    <a:pt x="395" y="113"/>
                  </a:lnTo>
                  <a:lnTo>
                    <a:pt x="387" y="84"/>
                  </a:lnTo>
                  <a:lnTo>
                    <a:pt x="370" y="58"/>
                  </a:lnTo>
                  <a:lnTo>
                    <a:pt x="345" y="37"/>
                  </a:lnTo>
                  <a:lnTo>
                    <a:pt x="315" y="21"/>
                  </a:lnTo>
                  <a:lnTo>
                    <a:pt x="282" y="8"/>
                  </a:lnTo>
                  <a:lnTo>
                    <a:pt x="244" y="0"/>
                  </a:lnTo>
                  <a:lnTo>
                    <a:pt x="202" y="0"/>
                  </a:lnTo>
                  <a:lnTo>
                    <a:pt x="202" y="0"/>
                  </a:lnTo>
                  <a:lnTo>
                    <a:pt x="160" y="0"/>
                  </a:lnTo>
                  <a:lnTo>
                    <a:pt x="122" y="8"/>
                  </a:lnTo>
                  <a:lnTo>
                    <a:pt x="89" y="21"/>
                  </a:lnTo>
                  <a:lnTo>
                    <a:pt x="59" y="37"/>
                  </a:lnTo>
                  <a:lnTo>
                    <a:pt x="38" y="63"/>
                  </a:lnTo>
                  <a:lnTo>
                    <a:pt x="21" y="96"/>
                  </a:lnTo>
                  <a:lnTo>
                    <a:pt x="9" y="142"/>
                  </a:lnTo>
                  <a:lnTo>
                    <a:pt x="5" y="197"/>
                  </a:lnTo>
                  <a:lnTo>
                    <a:pt x="5" y="197"/>
                  </a:lnTo>
                  <a:lnTo>
                    <a:pt x="5" y="214"/>
                  </a:lnTo>
                  <a:lnTo>
                    <a:pt x="5" y="214"/>
                  </a:lnTo>
                  <a:lnTo>
                    <a:pt x="9" y="256"/>
                  </a:lnTo>
                  <a:lnTo>
                    <a:pt x="13" y="281"/>
                  </a:lnTo>
                  <a:lnTo>
                    <a:pt x="21" y="310"/>
                  </a:lnTo>
                  <a:lnTo>
                    <a:pt x="34" y="340"/>
                  </a:lnTo>
                  <a:lnTo>
                    <a:pt x="59" y="373"/>
                  </a:lnTo>
                  <a:lnTo>
                    <a:pt x="89" y="411"/>
                  </a:lnTo>
                  <a:lnTo>
                    <a:pt x="131" y="449"/>
                  </a:lnTo>
                  <a:lnTo>
                    <a:pt x="164" y="478"/>
                  </a:lnTo>
                  <a:lnTo>
                    <a:pt x="164" y="478"/>
                  </a:lnTo>
                  <a:lnTo>
                    <a:pt x="219" y="524"/>
                  </a:lnTo>
                  <a:lnTo>
                    <a:pt x="236" y="545"/>
                  </a:lnTo>
                  <a:lnTo>
                    <a:pt x="248" y="562"/>
                  </a:lnTo>
                  <a:lnTo>
                    <a:pt x="257" y="579"/>
                  </a:lnTo>
                  <a:lnTo>
                    <a:pt x="265" y="600"/>
                  </a:lnTo>
                  <a:lnTo>
                    <a:pt x="265" y="654"/>
                  </a:lnTo>
                  <a:lnTo>
                    <a:pt x="265" y="654"/>
                  </a:lnTo>
                  <a:lnTo>
                    <a:pt x="265" y="696"/>
                  </a:lnTo>
                  <a:lnTo>
                    <a:pt x="261" y="713"/>
                  </a:lnTo>
                  <a:lnTo>
                    <a:pt x="257" y="726"/>
                  </a:lnTo>
                  <a:lnTo>
                    <a:pt x="248" y="738"/>
                  </a:lnTo>
                  <a:lnTo>
                    <a:pt x="240" y="747"/>
                  </a:lnTo>
                  <a:lnTo>
                    <a:pt x="223" y="755"/>
                  </a:lnTo>
                  <a:lnTo>
                    <a:pt x="202" y="755"/>
                  </a:lnTo>
                  <a:lnTo>
                    <a:pt x="202" y="755"/>
                  </a:lnTo>
                  <a:lnTo>
                    <a:pt x="185" y="755"/>
                  </a:lnTo>
                  <a:lnTo>
                    <a:pt x="168" y="747"/>
                  </a:lnTo>
                  <a:lnTo>
                    <a:pt x="156" y="738"/>
                  </a:lnTo>
                  <a:lnTo>
                    <a:pt x="152" y="730"/>
                  </a:lnTo>
                  <a:lnTo>
                    <a:pt x="143" y="709"/>
                  </a:lnTo>
                  <a:lnTo>
                    <a:pt x="139" y="684"/>
                  </a:lnTo>
                  <a:lnTo>
                    <a:pt x="139" y="579"/>
                  </a:lnTo>
                  <a:lnTo>
                    <a:pt x="0" y="579"/>
                  </a:lnTo>
                  <a:lnTo>
                    <a:pt x="0" y="688"/>
                  </a:lnTo>
                  <a:lnTo>
                    <a:pt x="0" y="688"/>
                  </a:lnTo>
                  <a:lnTo>
                    <a:pt x="5" y="734"/>
                  </a:lnTo>
                  <a:lnTo>
                    <a:pt x="13" y="772"/>
                  </a:lnTo>
                  <a:lnTo>
                    <a:pt x="34" y="801"/>
                  </a:lnTo>
                  <a:lnTo>
                    <a:pt x="59" y="826"/>
                  </a:lnTo>
                  <a:lnTo>
                    <a:pt x="89" y="843"/>
                  </a:lnTo>
                  <a:lnTo>
                    <a:pt x="122" y="852"/>
                  </a:lnTo>
                  <a:lnTo>
                    <a:pt x="160" y="856"/>
                  </a:lnTo>
                  <a:lnTo>
                    <a:pt x="202" y="860"/>
                  </a:lnTo>
                  <a:lnTo>
                    <a:pt x="202" y="860"/>
                  </a:lnTo>
                  <a:lnTo>
                    <a:pt x="244" y="856"/>
                  </a:lnTo>
                  <a:lnTo>
                    <a:pt x="282" y="852"/>
                  </a:lnTo>
                  <a:lnTo>
                    <a:pt x="320" y="839"/>
                  </a:lnTo>
                  <a:lnTo>
                    <a:pt x="349" y="822"/>
                  </a:lnTo>
                  <a:lnTo>
                    <a:pt x="362" y="810"/>
                  </a:lnTo>
                  <a:lnTo>
                    <a:pt x="374" y="793"/>
                  </a:lnTo>
                  <a:lnTo>
                    <a:pt x="383" y="776"/>
                  </a:lnTo>
                  <a:lnTo>
                    <a:pt x="391" y="755"/>
                  </a:lnTo>
                  <a:lnTo>
                    <a:pt x="404" y="709"/>
                  </a:lnTo>
                  <a:lnTo>
                    <a:pt x="408" y="650"/>
                  </a:lnTo>
                  <a:lnTo>
                    <a:pt x="408" y="633"/>
                  </a:lnTo>
                  <a:lnTo>
                    <a:pt x="408" y="633"/>
                  </a:lnTo>
                  <a:lnTo>
                    <a:pt x="408" y="591"/>
                  </a:lnTo>
                  <a:lnTo>
                    <a:pt x="404" y="558"/>
                  </a:lnTo>
                  <a:lnTo>
                    <a:pt x="395" y="524"/>
                  </a:lnTo>
                  <a:lnTo>
                    <a:pt x="383" y="499"/>
                  </a:lnTo>
                  <a:lnTo>
                    <a:pt x="362" y="470"/>
                  </a:lnTo>
                  <a:lnTo>
                    <a:pt x="336" y="440"/>
                  </a:lnTo>
                  <a:lnTo>
                    <a:pt x="261" y="369"/>
                  </a:lnTo>
                  <a:lnTo>
                    <a:pt x="261"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43" name="Freeform 17">
              <a:extLst>
                <a:ext uri="{FF2B5EF4-FFF2-40B4-BE49-F238E27FC236}">
                  <a16:creationId xmlns:a16="http://schemas.microsoft.com/office/drawing/2014/main" id="{E69971F0-EE33-4289-8A3B-216DEDF554AE}"/>
                </a:ext>
              </a:extLst>
            </p:cNvPr>
            <p:cNvSpPr>
              <a:spLocks/>
            </p:cNvSpPr>
            <p:nvPr/>
          </p:nvSpPr>
          <p:spPr bwMode="black">
            <a:xfrm>
              <a:off x="6946900" y="4721225"/>
              <a:ext cx="427037" cy="1344612"/>
            </a:xfrm>
            <a:custGeom>
              <a:avLst/>
              <a:gdLst>
                <a:gd name="T0" fmla="*/ 126 w 269"/>
                <a:gd name="T1" fmla="*/ 92 h 847"/>
                <a:gd name="T2" fmla="*/ 126 w 269"/>
                <a:gd name="T3" fmla="*/ 8 h 847"/>
                <a:gd name="T4" fmla="*/ 0 w 269"/>
                <a:gd name="T5" fmla="*/ 8 h 847"/>
                <a:gd name="T6" fmla="*/ 0 w 269"/>
                <a:gd name="T7" fmla="*/ 847 h 847"/>
                <a:gd name="T8" fmla="*/ 139 w 269"/>
                <a:gd name="T9" fmla="*/ 847 h 847"/>
                <a:gd name="T10" fmla="*/ 139 w 269"/>
                <a:gd name="T11" fmla="*/ 264 h 847"/>
                <a:gd name="T12" fmla="*/ 139 w 269"/>
                <a:gd name="T13" fmla="*/ 264 h 847"/>
                <a:gd name="T14" fmla="*/ 139 w 269"/>
                <a:gd name="T15" fmla="*/ 230 h 847"/>
                <a:gd name="T16" fmla="*/ 147 w 269"/>
                <a:gd name="T17" fmla="*/ 205 h 847"/>
                <a:gd name="T18" fmla="*/ 160 w 269"/>
                <a:gd name="T19" fmla="*/ 184 h 847"/>
                <a:gd name="T20" fmla="*/ 177 w 269"/>
                <a:gd name="T21" fmla="*/ 167 h 847"/>
                <a:gd name="T22" fmla="*/ 177 w 269"/>
                <a:gd name="T23" fmla="*/ 167 h 847"/>
                <a:gd name="T24" fmla="*/ 198 w 269"/>
                <a:gd name="T25" fmla="*/ 159 h 847"/>
                <a:gd name="T26" fmla="*/ 219 w 269"/>
                <a:gd name="T27" fmla="*/ 151 h 847"/>
                <a:gd name="T28" fmla="*/ 244 w 269"/>
                <a:gd name="T29" fmla="*/ 146 h 847"/>
                <a:gd name="T30" fmla="*/ 269 w 269"/>
                <a:gd name="T31" fmla="*/ 146 h 847"/>
                <a:gd name="T32" fmla="*/ 269 w 269"/>
                <a:gd name="T33" fmla="*/ 0 h 847"/>
                <a:gd name="T34" fmla="*/ 269 w 269"/>
                <a:gd name="T35" fmla="*/ 0 h 847"/>
                <a:gd name="T36" fmla="*/ 223 w 269"/>
                <a:gd name="T37" fmla="*/ 4 h 847"/>
                <a:gd name="T38" fmla="*/ 202 w 269"/>
                <a:gd name="T39" fmla="*/ 8 h 847"/>
                <a:gd name="T40" fmla="*/ 185 w 269"/>
                <a:gd name="T41" fmla="*/ 16 h 847"/>
                <a:gd name="T42" fmla="*/ 172 w 269"/>
                <a:gd name="T43" fmla="*/ 29 h 847"/>
                <a:gd name="T44" fmla="*/ 156 w 269"/>
                <a:gd name="T45" fmla="*/ 46 h 847"/>
                <a:gd name="T46" fmla="*/ 143 w 269"/>
                <a:gd name="T47" fmla="*/ 67 h 847"/>
                <a:gd name="T48" fmla="*/ 130 w 269"/>
                <a:gd name="T49" fmla="*/ 92 h 847"/>
                <a:gd name="T50" fmla="*/ 126 w 269"/>
                <a:gd name="T51" fmla="*/ 92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847">
                  <a:moveTo>
                    <a:pt x="126" y="92"/>
                  </a:moveTo>
                  <a:lnTo>
                    <a:pt x="126" y="8"/>
                  </a:lnTo>
                  <a:lnTo>
                    <a:pt x="0" y="8"/>
                  </a:lnTo>
                  <a:lnTo>
                    <a:pt x="0" y="847"/>
                  </a:lnTo>
                  <a:lnTo>
                    <a:pt x="139" y="847"/>
                  </a:lnTo>
                  <a:lnTo>
                    <a:pt x="139" y="264"/>
                  </a:lnTo>
                  <a:lnTo>
                    <a:pt x="139" y="264"/>
                  </a:lnTo>
                  <a:lnTo>
                    <a:pt x="139" y="230"/>
                  </a:lnTo>
                  <a:lnTo>
                    <a:pt x="147" y="205"/>
                  </a:lnTo>
                  <a:lnTo>
                    <a:pt x="160" y="184"/>
                  </a:lnTo>
                  <a:lnTo>
                    <a:pt x="177" y="167"/>
                  </a:lnTo>
                  <a:lnTo>
                    <a:pt x="177" y="167"/>
                  </a:lnTo>
                  <a:lnTo>
                    <a:pt x="198" y="159"/>
                  </a:lnTo>
                  <a:lnTo>
                    <a:pt x="219" y="151"/>
                  </a:lnTo>
                  <a:lnTo>
                    <a:pt x="244" y="146"/>
                  </a:lnTo>
                  <a:lnTo>
                    <a:pt x="269" y="146"/>
                  </a:lnTo>
                  <a:lnTo>
                    <a:pt x="269" y="0"/>
                  </a:lnTo>
                  <a:lnTo>
                    <a:pt x="269" y="0"/>
                  </a:lnTo>
                  <a:lnTo>
                    <a:pt x="223" y="4"/>
                  </a:lnTo>
                  <a:lnTo>
                    <a:pt x="202" y="8"/>
                  </a:lnTo>
                  <a:lnTo>
                    <a:pt x="185" y="16"/>
                  </a:lnTo>
                  <a:lnTo>
                    <a:pt x="172" y="29"/>
                  </a:lnTo>
                  <a:lnTo>
                    <a:pt x="156" y="46"/>
                  </a:lnTo>
                  <a:lnTo>
                    <a:pt x="143" y="67"/>
                  </a:lnTo>
                  <a:lnTo>
                    <a:pt x="130" y="92"/>
                  </a:lnTo>
                  <a:lnTo>
                    <a:pt x="12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grpSp>
      <p:pic>
        <p:nvPicPr>
          <p:cNvPr id="20" name="tagline">
            <a:extLst>
              <a:ext uri="{FF2B5EF4-FFF2-40B4-BE49-F238E27FC236}">
                <a16:creationId xmlns:a16="http://schemas.microsoft.com/office/drawing/2014/main" id="{8B2D1677-07A8-4B2F-9CAA-6B5A666159F8}"/>
              </a:ext>
            </a:extLst>
          </p:cNvPr>
          <p:cNvPicPr>
            <a:picLocks noChangeAspect="1"/>
          </p:cNvPicPr>
          <p:nvPr/>
        </p:nvPicPr>
        <p:blipFill>
          <a:blip r:embed="rId3" cstate="hqprint">
            <a:extLst>
              <a:ext uri="{28A0092B-C50C-407E-A947-70E740481C1C}">
                <a14:useLocalDpi xmlns:a14="http://schemas.microsoft.com/office/drawing/2010/main" val="0"/>
              </a:ext>
            </a:extLst>
          </a:blip>
          <a:srcRect/>
          <a:stretch/>
        </p:blipFill>
        <p:spPr>
          <a:xfrm>
            <a:off x="468631" y="6335288"/>
            <a:ext cx="1855951" cy="237942"/>
          </a:xfrm>
          <a:prstGeom prst="rect">
            <a:avLst/>
          </a:prstGeom>
        </p:spPr>
      </p:pic>
    </p:spTree>
    <p:extLst>
      <p:ext uri="{BB962C8B-B14F-4D97-AF65-F5344CB8AC3E}">
        <p14:creationId xmlns:p14="http://schemas.microsoft.com/office/powerpoint/2010/main" val="335728792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oman on Phone B">
    <p:bg>
      <p:bgRef idx="1001">
        <a:schemeClr val="bg1"/>
      </p:bgRef>
    </p:bg>
    <p:spTree>
      <p:nvGrpSpPr>
        <p:cNvPr id="1" name=""/>
        <p:cNvGrpSpPr/>
        <p:nvPr/>
      </p:nvGrpSpPr>
      <p:grpSpPr>
        <a:xfrm>
          <a:off x="0" y="0"/>
          <a:ext cx="0" cy="0"/>
          <a:chOff x="0" y="0"/>
          <a:chExt cx="0" cy="0"/>
        </a:xfrm>
      </p:grpSpPr>
      <p:pic>
        <p:nvPicPr>
          <p:cNvPr id="8" name="Picture 7" descr="A person holding a phone&#10;&#10;Description automatically generated with low confidence">
            <a:extLst>
              <a:ext uri="{FF2B5EF4-FFF2-40B4-BE49-F238E27FC236}">
                <a16:creationId xmlns:a16="http://schemas.microsoft.com/office/drawing/2014/main" id="{1C5462D4-F537-44E2-B00F-68F8292D3C7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524" y="857"/>
            <a:ext cx="12188952" cy="6856286"/>
          </a:xfrm>
          <a:prstGeom prst="rect">
            <a:avLst/>
          </a:prstGeom>
        </p:spPr>
      </p:pic>
      <p:sp>
        <p:nvSpPr>
          <p:cNvPr id="2" name="Title 1"/>
          <p:cNvSpPr>
            <a:spLocks noGrp="1"/>
          </p:cNvSpPr>
          <p:nvPr>
            <p:ph type="title" hasCustomPrompt="1"/>
          </p:nvPr>
        </p:nvSpPr>
        <p:spPr>
          <a:xfrm>
            <a:off x="3229271" y="1133856"/>
            <a:ext cx="6400800" cy="2246970"/>
          </a:xfrm>
        </p:spPr>
        <p:txBody>
          <a:bodyPr tIns="0" bIns="0">
            <a:noAutofit/>
          </a:bodyPr>
          <a:lstStyle>
            <a:lvl1pPr>
              <a:lnSpc>
                <a:spcPct val="100000"/>
              </a:lnSpc>
              <a:defRPr/>
            </a:lvl1pPr>
          </a:lstStyle>
          <a:p>
            <a:r>
              <a:t>Presentation title (28 pt)</a:t>
            </a:r>
          </a:p>
        </p:txBody>
      </p:sp>
      <p:sp>
        <p:nvSpPr>
          <p:cNvPr id="6" name="Subtitle 2"/>
          <p:cNvSpPr>
            <a:spLocks noGrp="1"/>
          </p:cNvSpPr>
          <p:nvPr>
            <p:ph type="subTitle" idx="1" hasCustomPrompt="1"/>
          </p:nvPr>
        </p:nvSpPr>
        <p:spPr>
          <a:xfrm>
            <a:off x="3229271" y="3844339"/>
            <a:ext cx="6400800" cy="891088"/>
          </a:xfrm>
        </p:spPr>
        <p:txBody>
          <a:bodyPr>
            <a:noAutofit/>
          </a:bodyPr>
          <a:lstStyle>
            <a:lvl1pPr marL="0" indent="0" algn="l">
              <a:lnSpc>
                <a:spcPct val="100000"/>
              </a:lnSpc>
              <a:spcBef>
                <a:spcPts val="0"/>
              </a:spcBef>
              <a:buNone/>
              <a:defRPr sz="20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Firstname Lastname (20 pt)</a:t>
            </a:r>
          </a:p>
        </p:txBody>
      </p:sp>
      <p:sp>
        <p:nvSpPr>
          <p:cNvPr id="13" name="Date Placeholder 12"/>
          <p:cNvSpPr>
            <a:spLocks noGrp="1"/>
          </p:cNvSpPr>
          <p:nvPr>
            <p:ph type="dt" sz="half" idx="10"/>
          </p:nvPr>
        </p:nvSpPr>
        <p:spPr>
          <a:xfrm>
            <a:off x="3229271" y="4910370"/>
            <a:ext cx="6400800" cy="576262"/>
          </a:xfrm>
          <a:prstGeom prst="rect">
            <a:avLst/>
          </a:prstGeom>
        </p:spPr>
        <p:txBody>
          <a:bodyPr anchor="t">
            <a:noAutofit/>
          </a:bodyPr>
          <a:lstStyle>
            <a:lvl1pPr>
              <a:defRPr sz="2000">
                <a:solidFill>
                  <a:schemeClr val="tx1"/>
                </a:solidFill>
              </a:defRPr>
            </a:lvl1pPr>
          </a:lstStyle>
          <a:p>
            <a:endParaRPr dirty="0"/>
          </a:p>
        </p:txBody>
      </p:sp>
      <p:grpSp>
        <p:nvGrpSpPr>
          <p:cNvPr id="12" name="logo">
            <a:extLst>
              <a:ext uri="{FF2B5EF4-FFF2-40B4-BE49-F238E27FC236}">
                <a16:creationId xmlns:a16="http://schemas.microsoft.com/office/drawing/2014/main" id="{3005E73D-E07D-4F3E-BAD7-4B0438000079}"/>
              </a:ext>
            </a:extLst>
          </p:cNvPr>
          <p:cNvGrpSpPr>
            <a:grpSpLocks noChangeAspect="1"/>
          </p:cNvGrpSpPr>
          <p:nvPr/>
        </p:nvGrpSpPr>
        <p:grpSpPr bwMode="black">
          <a:xfrm>
            <a:off x="10439626" y="248055"/>
            <a:ext cx="1304318" cy="654045"/>
            <a:chOff x="4567238" y="4160838"/>
            <a:chExt cx="3840162" cy="1925637"/>
          </a:xfrm>
          <a:solidFill>
            <a:srgbClr val="FF6600"/>
          </a:solidFill>
        </p:grpSpPr>
        <p:sp>
          <p:nvSpPr>
            <p:cNvPr id="14" name="Rectangle 13">
              <a:extLst>
                <a:ext uri="{FF2B5EF4-FFF2-40B4-BE49-F238E27FC236}">
                  <a16:creationId xmlns:a16="http://schemas.microsoft.com/office/drawing/2014/main" id="{97E8B4F8-E0BE-4799-990B-699426182FE2}"/>
                </a:ext>
              </a:extLst>
            </p:cNvPr>
            <p:cNvSpPr>
              <a:spLocks noChangeArrowheads="1"/>
            </p:cNvSpPr>
            <p:nvPr/>
          </p:nvSpPr>
          <p:spPr bwMode="black">
            <a:xfrm>
              <a:off x="8161338" y="5826125"/>
              <a:ext cx="246062" cy="239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15" name="Freeform 12">
              <a:extLst>
                <a:ext uri="{FF2B5EF4-FFF2-40B4-BE49-F238E27FC236}">
                  <a16:creationId xmlns:a16="http://schemas.microsoft.com/office/drawing/2014/main" id="{05AFAEE2-9FA9-4A1A-825B-0215FCBCFD4B}"/>
                </a:ext>
              </a:extLst>
            </p:cNvPr>
            <p:cNvSpPr>
              <a:spLocks/>
            </p:cNvSpPr>
            <p:nvPr/>
          </p:nvSpPr>
          <p:spPr bwMode="black">
            <a:xfrm>
              <a:off x="7434263" y="4733925"/>
              <a:ext cx="746125" cy="1331912"/>
            </a:xfrm>
            <a:custGeom>
              <a:avLst/>
              <a:gdLst>
                <a:gd name="T0" fmla="*/ 147 w 470"/>
                <a:gd name="T1" fmla="*/ 0 h 839"/>
                <a:gd name="T2" fmla="*/ 239 w 470"/>
                <a:gd name="T3" fmla="*/ 688 h 839"/>
                <a:gd name="T4" fmla="*/ 327 w 470"/>
                <a:gd name="T5" fmla="*/ 0 h 839"/>
                <a:gd name="T6" fmla="*/ 470 w 470"/>
                <a:gd name="T7" fmla="*/ 0 h 839"/>
                <a:gd name="T8" fmla="*/ 340 w 470"/>
                <a:gd name="T9" fmla="*/ 839 h 839"/>
                <a:gd name="T10" fmla="*/ 134 w 470"/>
                <a:gd name="T11" fmla="*/ 839 h 839"/>
                <a:gd name="T12" fmla="*/ 0 w 470"/>
                <a:gd name="T13" fmla="*/ 0 h 839"/>
                <a:gd name="T14" fmla="*/ 147 w 470"/>
                <a:gd name="T15" fmla="*/ 0 h 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839">
                  <a:moveTo>
                    <a:pt x="147" y="0"/>
                  </a:moveTo>
                  <a:lnTo>
                    <a:pt x="239" y="688"/>
                  </a:lnTo>
                  <a:lnTo>
                    <a:pt x="327" y="0"/>
                  </a:lnTo>
                  <a:lnTo>
                    <a:pt x="470" y="0"/>
                  </a:lnTo>
                  <a:lnTo>
                    <a:pt x="340" y="839"/>
                  </a:lnTo>
                  <a:lnTo>
                    <a:pt x="134" y="839"/>
                  </a:lnTo>
                  <a:lnTo>
                    <a:pt x="0" y="0"/>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16" name="Freeform 13">
              <a:extLst>
                <a:ext uri="{FF2B5EF4-FFF2-40B4-BE49-F238E27FC236}">
                  <a16:creationId xmlns:a16="http://schemas.microsoft.com/office/drawing/2014/main" id="{AADEA2FA-427D-4B8A-9402-B5C878E4464C}"/>
                </a:ext>
              </a:extLst>
            </p:cNvPr>
            <p:cNvSpPr>
              <a:spLocks/>
            </p:cNvSpPr>
            <p:nvPr/>
          </p:nvSpPr>
          <p:spPr bwMode="black">
            <a:xfrm>
              <a:off x="4567238" y="4160838"/>
              <a:ext cx="506412" cy="1905000"/>
            </a:xfrm>
            <a:custGeom>
              <a:avLst/>
              <a:gdLst>
                <a:gd name="T0" fmla="*/ 80 w 319"/>
                <a:gd name="T1" fmla="*/ 361 h 1200"/>
                <a:gd name="T2" fmla="*/ 0 w 319"/>
                <a:gd name="T3" fmla="*/ 361 h 1200"/>
                <a:gd name="T4" fmla="*/ 0 w 319"/>
                <a:gd name="T5" fmla="*/ 470 h 1200"/>
                <a:gd name="T6" fmla="*/ 80 w 319"/>
                <a:gd name="T7" fmla="*/ 470 h 1200"/>
                <a:gd name="T8" fmla="*/ 80 w 319"/>
                <a:gd name="T9" fmla="*/ 1200 h 1200"/>
                <a:gd name="T10" fmla="*/ 218 w 319"/>
                <a:gd name="T11" fmla="*/ 1200 h 1200"/>
                <a:gd name="T12" fmla="*/ 218 w 319"/>
                <a:gd name="T13" fmla="*/ 470 h 1200"/>
                <a:gd name="T14" fmla="*/ 319 w 319"/>
                <a:gd name="T15" fmla="*/ 470 h 1200"/>
                <a:gd name="T16" fmla="*/ 319 w 319"/>
                <a:gd name="T17" fmla="*/ 361 h 1200"/>
                <a:gd name="T18" fmla="*/ 218 w 319"/>
                <a:gd name="T19" fmla="*/ 361 h 1200"/>
                <a:gd name="T20" fmla="*/ 218 w 319"/>
                <a:gd name="T21" fmla="*/ 189 h 1200"/>
                <a:gd name="T22" fmla="*/ 218 w 319"/>
                <a:gd name="T23" fmla="*/ 189 h 1200"/>
                <a:gd name="T24" fmla="*/ 223 w 319"/>
                <a:gd name="T25" fmla="*/ 155 h 1200"/>
                <a:gd name="T26" fmla="*/ 227 w 319"/>
                <a:gd name="T27" fmla="*/ 143 h 1200"/>
                <a:gd name="T28" fmla="*/ 235 w 319"/>
                <a:gd name="T29" fmla="*/ 130 h 1200"/>
                <a:gd name="T30" fmla="*/ 235 w 319"/>
                <a:gd name="T31" fmla="*/ 130 h 1200"/>
                <a:gd name="T32" fmla="*/ 248 w 319"/>
                <a:gd name="T33" fmla="*/ 122 h 1200"/>
                <a:gd name="T34" fmla="*/ 260 w 319"/>
                <a:gd name="T35" fmla="*/ 118 h 1200"/>
                <a:gd name="T36" fmla="*/ 273 w 319"/>
                <a:gd name="T37" fmla="*/ 113 h 1200"/>
                <a:gd name="T38" fmla="*/ 294 w 319"/>
                <a:gd name="T39" fmla="*/ 113 h 1200"/>
                <a:gd name="T40" fmla="*/ 319 w 319"/>
                <a:gd name="T41" fmla="*/ 113 h 1200"/>
                <a:gd name="T42" fmla="*/ 319 w 319"/>
                <a:gd name="T43" fmla="*/ 0 h 1200"/>
                <a:gd name="T44" fmla="*/ 265 w 319"/>
                <a:gd name="T45" fmla="*/ 0 h 1200"/>
                <a:gd name="T46" fmla="*/ 265 w 319"/>
                <a:gd name="T47" fmla="*/ 0 h 1200"/>
                <a:gd name="T48" fmla="*/ 223 w 319"/>
                <a:gd name="T49" fmla="*/ 0 h 1200"/>
                <a:gd name="T50" fmla="*/ 181 w 319"/>
                <a:gd name="T51" fmla="*/ 8 h 1200"/>
                <a:gd name="T52" fmla="*/ 143 w 319"/>
                <a:gd name="T53" fmla="*/ 21 h 1200"/>
                <a:gd name="T54" fmla="*/ 130 w 319"/>
                <a:gd name="T55" fmla="*/ 29 h 1200"/>
                <a:gd name="T56" fmla="*/ 118 w 319"/>
                <a:gd name="T57" fmla="*/ 38 h 1200"/>
                <a:gd name="T58" fmla="*/ 118 w 319"/>
                <a:gd name="T59" fmla="*/ 38 h 1200"/>
                <a:gd name="T60" fmla="*/ 97 w 319"/>
                <a:gd name="T61" fmla="*/ 63 h 1200"/>
                <a:gd name="T62" fmla="*/ 88 w 319"/>
                <a:gd name="T63" fmla="*/ 92 h 1200"/>
                <a:gd name="T64" fmla="*/ 80 w 319"/>
                <a:gd name="T65" fmla="*/ 126 h 1200"/>
                <a:gd name="T66" fmla="*/ 80 w 319"/>
                <a:gd name="T67" fmla="*/ 168 h 1200"/>
                <a:gd name="T68" fmla="*/ 80 w 319"/>
                <a:gd name="T69" fmla="*/ 361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1200">
                  <a:moveTo>
                    <a:pt x="80" y="361"/>
                  </a:moveTo>
                  <a:lnTo>
                    <a:pt x="0" y="361"/>
                  </a:lnTo>
                  <a:lnTo>
                    <a:pt x="0" y="470"/>
                  </a:lnTo>
                  <a:lnTo>
                    <a:pt x="80" y="470"/>
                  </a:lnTo>
                  <a:lnTo>
                    <a:pt x="80" y="1200"/>
                  </a:lnTo>
                  <a:lnTo>
                    <a:pt x="218" y="1200"/>
                  </a:lnTo>
                  <a:lnTo>
                    <a:pt x="218" y="470"/>
                  </a:lnTo>
                  <a:lnTo>
                    <a:pt x="319" y="470"/>
                  </a:lnTo>
                  <a:lnTo>
                    <a:pt x="319" y="361"/>
                  </a:lnTo>
                  <a:lnTo>
                    <a:pt x="218" y="361"/>
                  </a:lnTo>
                  <a:lnTo>
                    <a:pt x="218" y="189"/>
                  </a:lnTo>
                  <a:lnTo>
                    <a:pt x="218" y="189"/>
                  </a:lnTo>
                  <a:lnTo>
                    <a:pt x="223" y="155"/>
                  </a:lnTo>
                  <a:lnTo>
                    <a:pt x="227" y="143"/>
                  </a:lnTo>
                  <a:lnTo>
                    <a:pt x="235" y="130"/>
                  </a:lnTo>
                  <a:lnTo>
                    <a:pt x="235" y="130"/>
                  </a:lnTo>
                  <a:lnTo>
                    <a:pt x="248" y="122"/>
                  </a:lnTo>
                  <a:lnTo>
                    <a:pt x="260" y="118"/>
                  </a:lnTo>
                  <a:lnTo>
                    <a:pt x="273" y="113"/>
                  </a:lnTo>
                  <a:lnTo>
                    <a:pt x="294" y="113"/>
                  </a:lnTo>
                  <a:lnTo>
                    <a:pt x="319" y="113"/>
                  </a:lnTo>
                  <a:lnTo>
                    <a:pt x="319" y="0"/>
                  </a:lnTo>
                  <a:lnTo>
                    <a:pt x="265" y="0"/>
                  </a:lnTo>
                  <a:lnTo>
                    <a:pt x="265" y="0"/>
                  </a:lnTo>
                  <a:lnTo>
                    <a:pt x="223" y="0"/>
                  </a:lnTo>
                  <a:lnTo>
                    <a:pt x="181" y="8"/>
                  </a:lnTo>
                  <a:lnTo>
                    <a:pt x="143" y="21"/>
                  </a:lnTo>
                  <a:lnTo>
                    <a:pt x="130" y="29"/>
                  </a:lnTo>
                  <a:lnTo>
                    <a:pt x="118" y="38"/>
                  </a:lnTo>
                  <a:lnTo>
                    <a:pt x="118" y="38"/>
                  </a:lnTo>
                  <a:lnTo>
                    <a:pt x="97" y="63"/>
                  </a:lnTo>
                  <a:lnTo>
                    <a:pt x="88" y="92"/>
                  </a:lnTo>
                  <a:lnTo>
                    <a:pt x="80" y="126"/>
                  </a:lnTo>
                  <a:lnTo>
                    <a:pt x="80" y="168"/>
                  </a:lnTo>
                  <a:lnTo>
                    <a:pt x="80" y="3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17" name="Rectangle 16">
              <a:extLst>
                <a:ext uri="{FF2B5EF4-FFF2-40B4-BE49-F238E27FC236}">
                  <a16:creationId xmlns:a16="http://schemas.microsoft.com/office/drawing/2014/main" id="{7E69A2C8-2F8E-469E-865A-5E4C8F9966A2}"/>
                </a:ext>
              </a:extLst>
            </p:cNvPr>
            <p:cNvSpPr>
              <a:spLocks noChangeArrowheads="1"/>
            </p:cNvSpPr>
            <p:nvPr/>
          </p:nvSpPr>
          <p:spPr bwMode="black">
            <a:xfrm>
              <a:off x="5140325" y="4733925"/>
              <a:ext cx="220662" cy="1331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19" name="Freeform 15">
              <a:extLst>
                <a:ext uri="{FF2B5EF4-FFF2-40B4-BE49-F238E27FC236}">
                  <a16:creationId xmlns:a16="http://schemas.microsoft.com/office/drawing/2014/main" id="{5A58AA4E-9B20-4034-B8EC-1C31DD79AEF0}"/>
                </a:ext>
              </a:extLst>
            </p:cNvPr>
            <p:cNvSpPr>
              <a:spLocks noEditPoints="1"/>
            </p:cNvSpPr>
            <p:nvPr/>
          </p:nvSpPr>
          <p:spPr bwMode="black">
            <a:xfrm>
              <a:off x="6167438" y="4721225"/>
              <a:ext cx="685800" cy="1365250"/>
            </a:xfrm>
            <a:custGeom>
              <a:avLst/>
              <a:gdLst>
                <a:gd name="T0" fmla="*/ 432 w 432"/>
                <a:gd name="T1" fmla="*/ 474 h 860"/>
                <a:gd name="T2" fmla="*/ 432 w 432"/>
                <a:gd name="T3" fmla="*/ 218 h 860"/>
                <a:gd name="T4" fmla="*/ 416 w 432"/>
                <a:gd name="T5" fmla="*/ 117 h 860"/>
                <a:gd name="T6" fmla="*/ 374 w 432"/>
                <a:gd name="T7" fmla="*/ 50 h 860"/>
                <a:gd name="T8" fmla="*/ 306 w 432"/>
                <a:gd name="T9" fmla="*/ 8 h 860"/>
                <a:gd name="T10" fmla="*/ 214 w 432"/>
                <a:gd name="T11" fmla="*/ 0 h 860"/>
                <a:gd name="T12" fmla="*/ 164 w 432"/>
                <a:gd name="T13" fmla="*/ 0 h 860"/>
                <a:gd name="T14" fmla="*/ 80 w 432"/>
                <a:gd name="T15" fmla="*/ 25 h 860"/>
                <a:gd name="T16" fmla="*/ 29 w 432"/>
                <a:gd name="T17" fmla="*/ 79 h 860"/>
                <a:gd name="T18" fmla="*/ 0 w 432"/>
                <a:gd name="T19" fmla="*/ 163 h 860"/>
                <a:gd name="T20" fmla="*/ 0 w 432"/>
                <a:gd name="T21" fmla="*/ 642 h 860"/>
                <a:gd name="T22" fmla="*/ 4 w 432"/>
                <a:gd name="T23" fmla="*/ 692 h 860"/>
                <a:gd name="T24" fmla="*/ 34 w 432"/>
                <a:gd name="T25" fmla="*/ 776 h 860"/>
                <a:gd name="T26" fmla="*/ 88 w 432"/>
                <a:gd name="T27" fmla="*/ 831 h 860"/>
                <a:gd name="T28" fmla="*/ 168 w 432"/>
                <a:gd name="T29" fmla="*/ 856 h 860"/>
                <a:gd name="T30" fmla="*/ 214 w 432"/>
                <a:gd name="T31" fmla="*/ 860 h 860"/>
                <a:gd name="T32" fmla="*/ 302 w 432"/>
                <a:gd name="T33" fmla="*/ 847 h 860"/>
                <a:gd name="T34" fmla="*/ 369 w 432"/>
                <a:gd name="T35" fmla="*/ 810 h 860"/>
                <a:gd name="T36" fmla="*/ 416 w 432"/>
                <a:gd name="T37" fmla="*/ 742 h 860"/>
                <a:gd name="T38" fmla="*/ 432 w 432"/>
                <a:gd name="T39" fmla="*/ 642 h 860"/>
                <a:gd name="T40" fmla="*/ 294 w 432"/>
                <a:gd name="T41" fmla="*/ 575 h 860"/>
                <a:gd name="T42" fmla="*/ 298 w 432"/>
                <a:gd name="T43" fmla="*/ 654 h 860"/>
                <a:gd name="T44" fmla="*/ 285 w 432"/>
                <a:gd name="T45" fmla="*/ 713 h 860"/>
                <a:gd name="T46" fmla="*/ 269 w 432"/>
                <a:gd name="T47" fmla="*/ 738 h 860"/>
                <a:gd name="T48" fmla="*/ 239 w 432"/>
                <a:gd name="T49" fmla="*/ 751 h 860"/>
                <a:gd name="T50" fmla="*/ 218 w 432"/>
                <a:gd name="T51" fmla="*/ 751 h 860"/>
                <a:gd name="T52" fmla="*/ 181 w 432"/>
                <a:gd name="T53" fmla="*/ 747 h 860"/>
                <a:gd name="T54" fmla="*/ 155 w 432"/>
                <a:gd name="T55" fmla="*/ 726 h 860"/>
                <a:gd name="T56" fmla="*/ 143 w 432"/>
                <a:gd name="T57" fmla="*/ 696 h 860"/>
                <a:gd name="T58" fmla="*/ 139 w 432"/>
                <a:gd name="T59" fmla="*/ 474 h 860"/>
                <a:gd name="T60" fmla="*/ 139 w 432"/>
                <a:gd name="T61" fmla="*/ 188 h 860"/>
                <a:gd name="T62" fmla="*/ 147 w 432"/>
                <a:gd name="T63" fmla="*/ 138 h 860"/>
                <a:gd name="T64" fmla="*/ 164 w 432"/>
                <a:gd name="T65" fmla="*/ 109 h 860"/>
                <a:gd name="T66" fmla="*/ 193 w 432"/>
                <a:gd name="T67" fmla="*/ 92 h 860"/>
                <a:gd name="T68" fmla="*/ 218 w 432"/>
                <a:gd name="T69" fmla="*/ 92 h 860"/>
                <a:gd name="T70" fmla="*/ 256 w 432"/>
                <a:gd name="T71" fmla="*/ 100 h 860"/>
                <a:gd name="T72" fmla="*/ 281 w 432"/>
                <a:gd name="T73" fmla="*/ 121 h 860"/>
                <a:gd name="T74" fmla="*/ 294 w 432"/>
                <a:gd name="T75" fmla="*/ 155 h 860"/>
                <a:gd name="T76" fmla="*/ 294 w 432"/>
                <a:gd name="T77" fmla="*/ 361 h 860"/>
                <a:gd name="T78" fmla="*/ 139 w 432"/>
                <a:gd name="T79" fmla="*/ 1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860">
                  <a:moveTo>
                    <a:pt x="139" y="474"/>
                  </a:moveTo>
                  <a:lnTo>
                    <a:pt x="432" y="474"/>
                  </a:lnTo>
                  <a:lnTo>
                    <a:pt x="432" y="218"/>
                  </a:lnTo>
                  <a:lnTo>
                    <a:pt x="432" y="218"/>
                  </a:lnTo>
                  <a:lnTo>
                    <a:pt x="428" y="163"/>
                  </a:lnTo>
                  <a:lnTo>
                    <a:pt x="416" y="117"/>
                  </a:lnTo>
                  <a:lnTo>
                    <a:pt x="399" y="79"/>
                  </a:lnTo>
                  <a:lnTo>
                    <a:pt x="374" y="50"/>
                  </a:lnTo>
                  <a:lnTo>
                    <a:pt x="344" y="25"/>
                  </a:lnTo>
                  <a:lnTo>
                    <a:pt x="306" y="8"/>
                  </a:lnTo>
                  <a:lnTo>
                    <a:pt x="264" y="0"/>
                  </a:lnTo>
                  <a:lnTo>
                    <a:pt x="214" y="0"/>
                  </a:lnTo>
                  <a:lnTo>
                    <a:pt x="214" y="0"/>
                  </a:lnTo>
                  <a:lnTo>
                    <a:pt x="164" y="0"/>
                  </a:lnTo>
                  <a:lnTo>
                    <a:pt x="118" y="8"/>
                  </a:lnTo>
                  <a:lnTo>
                    <a:pt x="80" y="25"/>
                  </a:lnTo>
                  <a:lnTo>
                    <a:pt x="50" y="50"/>
                  </a:lnTo>
                  <a:lnTo>
                    <a:pt x="29" y="79"/>
                  </a:lnTo>
                  <a:lnTo>
                    <a:pt x="13" y="117"/>
                  </a:lnTo>
                  <a:lnTo>
                    <a:pt x="0" y="163"/>
                  </a:lnTo>
                  <a:lnTo>
                    <a:pt x="0" y="218"/>
                  </a:lnTo>
                  <a:lnTo>
                    <a:pt x="0" y="642"/>
                  </a:lnTo>
                  <a:lnTo>
                    <a:pt x="0" y="642"/>
                  </a:lnTo>
                  <a:lnTo>
                    <a:pt x="4" y="692"/>
                  </a:lnTo>
                  <a:lnTo>
                    <a:pt x="13" y="738"/>
                  </a:lnTo>
                  <a:lnTo>
                    <a:pt x="34" y="776"/>
                  </a:lnTo>
                  <a:lnTo>
                    <a:pt x="59" y="805"/>
                  </a:lnTo>
                  <a:lnTo>
                    <a:pt x="88" y="831"/>
                  </a:lnTo>
                  <a:lnTo>
                    <a:pt x="126" y="847"/>
                  </a:lnTo>
                  <a:lnTo>
                    <a:pt x="168" y="856"/>
                  </a:lnTo>
                  <a:lnTo>
                    <a:pt x="214" y="860"/>
                  </a:lnTo>
                  <a:lnTo>
                    <a:pt x="214" y="860"/>
                  </a:lnTo>
                  <a:lnTo>
                    <a:pt x="260" y="856"/>
                  </a:lnTo>
                  <a:lnTo>
                    <a:pt x="302" y="847"/>
                  </a:lnTo>
                  <a:lnTo>
                    <a:pt x="340" y="831"/>
                  </a:lnTo>
                  <a:lnTo>
                    <a:pt x="369" y="810"/>
                  </a:lnTo>
                  <a:lnTo>
                    <a:pt x="395" y="780"/>
                  </a:lnTo>
                  <a:lnTo>
                    <a:pt x="416" y="742"/>
                  </a:lnTo>
                  <a:lnTo>
                    <a:pt x="428" y="696"/>
                  </a:lnTo>
                  <a:lnTo>
                    <a:pt x="432" y="642"/>
                  </a:lnTo>
                  <a:lnTo>
                    <a:pt x="432" y="575"/>
                  </a:lnTo>
                  <a:lnTo>
                    <a:pt x="294" y="575"/>
                  </a:lnTo>
                  <a:lnTo>
                    <a:pt x="298" y="654"/>
                  </a:lnTo>
                  <a:lnTo>
                    <a:pt x="298" y="654"/>
                  </a:lnTo>
                  <a:lnTo>
                    <a:pt x="294" y="696"/>
                  </a:lnTo>
                  <a:lnTo>
                    <a:pt x="285" y="713"/>
                  </a:lnTo>
                  <a:lnTo>
                    <a:pt x="277" y="726"/>
                  </a:lnTo>
                  <a:lnTo>
                    <a:pt x="269" y="738"/>
                  </a:lnTo>
                  <a:lnTo>
                    <a:pt x="252" y="747"/>
                  </a:lnTo>
                  <a:lnTo>
                    <a:pt x="239" y="751"/>
                  </a:lnTo>
                  <a:lnTo>
                    <a:pt x="218" y="751"/>
                  </a:lnTo>
                  <a:lnTo>
                    <a:pt x="218" y="751"/>
                  </a:lnTo>
                  <a:lnTo>
                    <a:pt x="197" y="751"/>
                  </a:lnTo>
                  <a:lnTo>
                    <a:pt x="181" y="747"/>
                  </a:lnTo>
                  <a:lnTo>
                    <a:pt x="168" y="738"/>
                  </a:lnTo>
                  <a:lnTo>
                    <a:pt x="155" y="726"/>
                  </a:lnTo>
                  <a:lnTo>
                    <a:pt x="147" y="713"/>
                  </a:lnTo>
                  <a:lnTo>
                    <a:pt x="143" y="696"/>
                  </a:lnTo>
                  <a:lnTo>
                    <a:pt x="139" y="654"/>
                  </a:lnTo>
                  <a:lnTo>
                    <a:pt x="139" y="474"/>
                  </a:lnTo>
                  <a:close/>
                  <a:moveTo>
                    <a:pt x="139" y="188"/>
                  </a:moveTo>
                  <a:lnTo>
                    <a:pt x="139" y="188"/>
                  </a:lnTo>
                  <a:lnTo>
                    <a:pt x="143" y="155"/>
                  </a:lnTo>
                  <a:lnTo>
                    <a:pt x="147" y="138"/>
                  </a:lnTo>
                  <a:lnTo>
                    <a:pt x="155" y="121"/>
                  </a:lnTo>
                  <a:lnTo>
                    <a:pt x="164" y="109"/>
                  </a:lnTo>
                  <a:lnTo>
                    <a:pt x="176" y="100"/>
                  </a:lnTo>
                  <a:lnTo>
                    <a:pt x="193" y="92"/>
                  </a:lnTo>
                  <a:lnTo>
                    <a:pt x="218" y="92"/>
                  </a:lnTo>
                  <a:lnTo>
                    <a:pt x="218" y="92"/>
                  </a:lnTo>
                  <a:lnTo>
                    <a:pt x="239" y="92"/>
                  </a:lnTo>
                  <a:lnTo>
                    <a:pt x="256" y="100"/>
                  </a:lnTo>
                  <a:lnTo>
                    <a:pt x="269" y="109"/>
                  </a:lnTo>
                  <a:lnTo>
                    <a:pt x="281" y="121"/>
                  </a:lnTo>
                  <a:lnTo>
                    <a:pt x="290" y="138"/>
                  </a:lnTo>
                  <a:lnTo>
                    <a:pt x="294" y="155"/>
                  </a:lnTo>
                  <a:lnTo>
                    <a:pt x="294" y="188"/>
                  </a:lnTo>
                  <a:lnTo>
                    <a:pt x="294" y="361"/>
                  </a:lnTo>
                  <a:lnTo>
                    <a:pt x="139" y="361"/>
                  </a:lnTo>
                  <a:lnTo>
                    <a:pt x="139"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20" name="Freeform 16">
              <a:extLst>
                <a:ext uri="{FF2B5EF4-FFF2-40B4-BE49-F238E27FC236}">
                  <a16:creationId xmlns:a16="http://schemas.microsoft.com/office/drawing/2014/main" id="{276E5EBD-C30C-4D25-84C0-BCBD388C342F}"/>
                </a:ext>
              </a:extLst>
            </p:cNvPr>
            <p:cNvSpPr>
              <a:spLocks/>
            </p:cNvSpPr>
            <p:nvPr/>
          </p:nvSpPr>
          <p:spPr bwMode="black">
            <a:xfrm>
              <a:off x="5446713" y="4721225"/>
              <a:ext cx="647700" cy="1365250"/>
            </a:xfrm>
            <a:custGeom>
              <a:avLst/>
              <a:gdLst>
                <a:gd name="T0" fmla="*/ 261 w 408"/>
                <a:gd name="T1" fmla="*/ 369 h 860"/>
                <a:gd name="T2" fmla="*/ 181 w 408"/>
                <a:gd name="T3" fmla="*/ 293 h 860"/>
                <a:gd name="T4" fmla="*/ 156 w 408"/>
                <a:gd name="T5" fmla="*/ 256 h 860"/>
                <a:gd name="T6" fmla="*/ 147 w 408"/>
                <a:gd name="T7" fmla="*/ 197 h 860"/>
                <a:gd name="T8" fmla="*/ 147 w 408"/>
                <a:gd name="T9" fmla="*/ 155 h 860"/>
                <a:gd name="T10" fmla="*/ 156 w 408"/>
                <a:gd name="T11" fmla="*/ 125 h 860"/>
                <a:gd name="T12" fmla="*/ 173 w 408"/>
                <a:gd name="T13" fmla="*/ 109 h 860"/>
                <a:gd name="T14" fmla="*/ 206 w 408"/>
                <a:gd name="T15" fmla="*/ 100 h 860"/>
                <a:gd name="T16" fmla="*/ 223 w 408"/>
                <a:gd name="T17" fmla="*/ 104 h 860"/>
                <a:gd name="T18" fmla="*/ 248 w 408"/>
                <a:gd name="T19" fmla="*/ 117 h 860"/>
                <a:gd name="T20" fmla="*/ 261 w 408"/>
                <a:gd name="T21" fmla="*/ 142 h 860"/>
                <a:gd name="T22" fmla="*/ 265 w 408"/>
                <a:gd name="T23" fmla="*/ 197 h 860"/>
                <a:gd name="T24" fmla="*/ 399 w 408"/>
                <a:gd name="T25" fmla="*/ 277 h 860"/>
                <a:gd name="T26" fmla="*/ 399 w 408"/>
                <a:gd name="T27" fmla="*/ 146 h 860"/>
                <a:gd name="T28" fmla="*/ 387 w 408"/>
                <a:gd name="T29" fmla="*/ 84 h 860"/>
                <a:gd name="T30" fmla="*/ 345 w 408"/>
                <a:gd name="T31" fmla="*/ 37 h 860"/>
                <a:gd name="T32" fmla="*/ 282 w 408"/>
                <a:gd name="T33" fmla="*/ 8 h 860"/>
                <a:gd name="T34" fmla="*/ 202 w 408"/>
                <a:gd name="T35" fmla="*/ 0 h 860"/>
                <a:gd name="T36" fmla="*/ 160 w 408"/>
                <a:gd name="T37" fmla="*/ 0 h 860"/>
                <a:gd name="T38" fmla="*/ 89 w 408"/>
                <a:gd name="T39" fmla="*/ 21 h 860"/>
                <a:gd name="T40" fmla="*/ 38 w 408"/>
                <a:gd name="T41" fmla="*/ 63 h 860"/>
                <a:gd name="T42" fmla="*/ 9 w 408"/>
                <a:gd name="T43" fmla="*/ 142 h 860"/>
                <a:gd name="T44" fmla="*/ 5 w 408"/>
                <a:gd name="T45" fmla="*/ 197 h 860"/>
                <a:gd name="T46" fmla="*/ 5 w 408"/>
                <a:gd name="T47" fmla="*/ 214 h 860"/>
                <a:gd name="T48" fmla="*/ 13 w 408"/>
                <a:gd name="T49" fmla="*/ 281 h 860"/>
                <a:gd name="T50" fmla="*/ 34 w 408"/>
                <a:gd name="T51" fmla="*/ 340 h 860"/>
                <a:gd name="T52" fmla="*/ 89 w 408"/>
                <a:gd name="T53" fmla="*/ 411 h 860"/>
                <a:gd name="T54" fmla="*/ 164 w 408"/>
                <a:gd name="T55" fmla="*/ 478 h 860"/>
                <a:gd name="T56" fmla="*/ 219 w 408"/>
                <a:gd name="T57" fmla="*/ 524 h 860"/>
                <a:gd name="T58" fmla="*/ 248 w 408"/>
                <a:gd name="T59" fmla="*/ 562 h 860"/>
                <a:gd name="T60" fmla="*/ 265 w 408"/>
                <a:gd name="T61" fmla="*/ 600 h 860"/>
                <a:gd name="T62" fmla="*/ 265 w 408"/>
                <a:gd name="T63" fmla="*/ 654 h 860"/>
                <a:gd name="T64" fmla="*/ 261 w 408"/>
                <a:gd name="T65" fmla="*/ 713 h 860"/>
                <a:gd name="T66" fmla="*/ 248 w 408"/>
                <a:gd name="T67" fmla="*/ 738 h 860"/>
                <a:gd name="T68" fmla="*/ 223 w 408"/>
                <a:gd name="T69" fmla="*/ 755 h 860"/>
                <a:gd name="T70" fmla="*/ 202 w 408"/>
                <a:gd name="T71" fmla="*/ 755 h 860"/>
                <a:gd name="T72" fmla="*/ 168 w 408"/>
                <a:gd name="T73" fmla="*/ 747 h 860"/>
                <a:gd name="T74" fmla="*/ 152 w 408"/>
                <a:gd name="T75" fmla="*/ 730 h 860"/>
                <a:gd name="T76" fmla="*/ 139 w 408"/>
                <a:gd name="T77" fmla="*/ 684 h 860"/>
                <a:gd name="T78" fmla="*/ 0 w 408"/>
                <a:gd name="T79" fmla="*/ 579 h 860"/>
                <a:gd name="T80" fmla="*/ 0 w 408"/>
                <a:gd name="T81" fmla="*/ 688 h 860"/>
                <a:gd name="T82" fmla="*/ 13 w 408"/>
                <a:gd name="T83" fmla="*/ 772 h 860"/>
                <a:gd name="T84" fmla="*/ 59 w 408"/>
                <a:gd name="T85" fmla="*/ 826 h 860"/>
                <a:gd name="T86" fmla="*/ 122 w 408"/>
                <a:gd name="T87" fmla="*/ 852 h 860"/>
                <a:gd name="T88" fmla="*/ 202 w 408"/>
                <a:gd name="T89" fmla="*/ 860 h 860"/>
                <a:gd name="T90" fmla="*/ 244 w 408"/>
                <a:gd name="T91" fmla="*/ 856 h 860"/>
                <a:gd name="T92" fmla="*/ 320 w 408"/>
                <a:gd name="T93" fmla="*/ 839 h 860"/>
                <a:gd name="T94" fmla="*/ 362 w 408"/>
                <a:gd name="T95" fmla="*/ 810 h 860"/>
                <a:gd name="T96" fmla="*/ 383 w 408"/>
                <a:gd name="T97" fmla="*/ 776 h 860"/>
                <a:gd name="T98" fmla="*/ 404 w 408"/>
                <a:gd name="T99" fmla="*/ 709 h 860"/>
                <a:gd name="T100" fmla="*/ 408 w 408"/>
                <a:gd name="T101" fmla="*/ 633 h 860"/>
                <a:gd name="T102" fmla="*/ 408 w 408"/>
                <a:gd name="T103" fmla="*/ 591 h 860"/>
                <a:gd name="T104" fmla="*/ 395 w 408"/>
                <a:gd name="T105" fmla="*/ 524 h 860"/>
                <a:gd name="T106" fmla="*/ 362 w 408"/>
                <a:gd name="T107" fmla="*/ 470 h 860"/>
                <a:gd name="T108" fmla="*/ 261 w 408"/>
                <a:gd name="T109" fmla="*/ 369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860">
                  <a:moveTo>
                    <a:pt x="261" y="369"/>
                  </a:moveTo>
                  <a:lnTo>
                    <a:pt x="261" y="369"/>
                  </a:lnTo>
                  <a:lnTo>
                    <a:pt x="198" y="314"/>
                  </a:lnTo>
                  <a:lnTo>
                    <a:pt x="181" y="293"/>
                  </a:lnTo>
                  <a:lnTo>
                    <a:pt x="164" y="272"/>
                  </a:lnTo>
                  <a:lnTo>
                    <a:pt x="156" y="256"/>
                  </a:lnTo>
                  <a:lnTo>
                    <a:pt x="152" y="239"/>
                  </a:lnTo>
                  <a:lnTo>
                    <a:pt x="147" y="197"/>
                  </a:lnTo>
                  <a:lnTo>
                    <a:pt x="147" y="197"/>
                  </a:lnTo>
                  <a:lnTo>
                    <a:pt x="147" y="155"/>
                  </a:lnTo>
                  <a:lnTo>
                    <a:pt x="152" y="142"/>
                  </a:lnTo>
                  <a:lnTo>
                    <a:pt x="156" y="125"/>
                  </a:lnTo>
                  <a:lnTo>
                    <a:pt x="164" y="117"/>
                  </a:lnTo>
                  <a:lnTo>
                    <a:pt x="173" y="109"/>
                  </a:lnTo>
                  <a:lnTo>
                    <a:pt x="185" y="104"/>
                  </a:lnTo>
                  <a:lnTo>
                    <a:pt x="206" y="100"/>
                  </a:lnTo>
                  <a:lnTo>
                    <a:pt x="206" y="100"/>
                  </a:lnTo>
                  <a:lnTo>
                    <a:pt x="223" y="104"/>
                  </a:lnTo>
                  <a:lnTo>
                    <a:pt x="236" y="109"/>
                  </a:lnTo>
                  <a:lnTo>
                    <a:pt x="248" y="117"/>
                  </a:lnTo>
                  <a:lnTo>
                    <a:pt x="252" y="125"/>
                  </a:lnTo>
                  <a:lnTo>
                    <a:pt x="261" y="142"/>
                  </a:lnTo>
                  <a:lnTo>
                    <a:pt x="261" y="155"/>
                  </a:lnTo>
                  <a:lnTo>
                    <a:pt x="265" y="197"/>
                  </a:lnTo>
                  <a:lnTo>
                    <a:pt x="265" y="277"/>
                  </a:lnTo>
                  <a:lnTo>
                    <a:pt x="399" y="277"/>
                  </a:lnTo>
                  <a:lnTo>
                    <a:pt x="399" y="146"/>
                  </a:lnTo>
                  <a:lnTo>
                    <a:pt x="399" y="146"/>
                  </a:lnTo>
                  <a:lnTo>
                    <a:pt x="395" y="113"/>
                  </a:lnTo>
                  <a:lnTo>
                    <a:pt x="387" y="84"/>
                  </a:lnTo>
                  <a:lnTo>
                    <a:pt x="370" y="58"/>
                  </a:lnTo>
                  <a:lnTo>
                    <a:pt x="345" y="37"/>
                  </a:lnTo>
                  <a:lnTo>
                    <a:pt x="315" y="21"/>
                  </a:lnTo>
                  <a:lnTo>
                    <a:pt x="282" y="8"/>
                  </a:lnTo>
                  <a:lnTo>
                    <a:pt x="244" y="0"/>
                  </a:lnTo>
                  <a:lnTo>
                    <a:pt x="202" y="0"/>
                  </a:lnTo>
                  <a:lnTo>
                    <a:pt x="202" y="0"/>
                  </a:lnTo>
                  <a:lnTo>
                    <a:pt x="160" y="0"/>
                  </a:lnTo>
                  <a:lnTo>
                    <a:pt x="122" y="8"/>
                  </a:lnTo>
                  <a:lnTo>
                    <a:pt x="89" y="21"/>
                  </a:lnTo>
                  <a:lnTo>
                    <a:pt x="59" y="37"/>
                  </a:lnTo>
                  <a:lnTo>
                    <a:pt x="38" y="63"/>
                  </a:lnTo>
                  <a:lnTo>
                    <a:pt x="21" y="96"/>
                  </a:lnTo>
                  <a:lnTo>
                    <a:pt x="9" y="142"/>
                  </a:lnTo>
                  <a:lnTo>
                    <a:pt x="5" y="197"/>
                  </a:lnTo>
                  <a:lnTo>
                    <a:pt x="5" y="197"/>
                  </a:lnTo>
                  <a:lnTo>
                    <a:pt x="5" y="214"/>
                  </a:lnTo>
                  <a:lnTo>
                    <a:pt x="5" y="214"/>
                  </a:lnTo>
                  <a:lnTo>
                    <a:pt x="9" y="256"/>
                  </a:lnTo>
                  <a:lnTo>
                    <a:pt x="13" y="281"/>
                  </a:lnTo>
                  <a:lnTo>
                    <a:pt x="21" y="310"/>
                  </a:lnTo>
                  <a:lnTo>
                    <a:pt x="34" y="340"/>
                  </a:lnTo>
                  <a:lnTo>
                    <a:pt x="59" y="373"/>
                  </a:lnTo>
                  <a:lnTo>
                    <a:pt x="89" y="411"/>
                  </a:lnTo>
                  <a:lnTo>
                    <a:pt x="131" y="449"/>
                  </a:lnTo>
                  <a:lnTo>
                    <a:pt x="164" y="478"/>
                  </a:lnTo>
                  <a:lnTo>
                    <a:pt x="164" y="478"/>
                  </a:lnTo>
                  <a:lnTo>
                    <a:pt x="219" y="524"/>
                  </a:lnTo>
                  <a:lnTo>
                    <a:pt x="236" y="545"/>
                  </a:lnTo>
                  <a:lnTo>
                    <a:pt x="248" y="562"/>
                  </a:lnTo>
                  <a:lnTo>
                    <a:pt x="257" y="579"/>
                  </a:lnTo>
                  <a:lnTo>
                    <a:pt x="265" y="600"/>
                  </a:lnTo>
                  <a:lnTo>
                    <a:pt x="265" y="654"/>
                  </a:lnTo>
                  <a:lnTo>
                    <a:pt x="265" y="654"/>
                  </a:lnTo>
                  <a:lnTo>
                    <a:pt x="265" y="696"/>
                  </a:lnTo>
                  <a:lnTo>
                    <a:pt x="261" y="713"/>
                  </a:lnTo>
                  <a:lnTo>
                    <a:pt x="257" y="726"/>
                  </a:lnTo>
                  <a:lnTo>
                    <a:pt x="248" y="738"/>
                  </a:lnTo>
                  <a:lnTo>
                    <a:pt x="240" y="747"/>
                  </a:lnTo>
                  <a:lnTo>
                    <a:pt x="223" y="755"/>
                  </a:lnTo>
                  <a:lnTo>
                    <a:pt x="202" y="755"/>
                  </a:lnTo>
                  <a:lnTo>
                    <a:pt x="202" y="755"/>
                  </a:lnTo>
                  <a:lnTo>
                    <a:pt x="185" y="755"/>
                  </a:lnTo>
                  <a:lnTo>
                    <a:pt x="168" y="747"/>
                  </a:lnTo>
                  <a:lnTo>
                    <a:pt x="156" y="738"/>
                  </a:lnTo>
                  <a:lnTo>
                    <a:pt x="152" y="730"/>
                  </a:lnTo>
                  <a:lnTo>
                    <a:pt x="143" y="709"/>
                  </a:lnTo>
                  <a:lnTo>
                    <a:pt x="139" y="684"/>
                  </a:lnTo>
                  <a:lnTo>
                    <a:pt x="139" y="579"/>
                  </a:lnTo>
                  <a:lnTo>
                    <a:pt x="0" y="579"/>
                  </a:lnTo>
                  <a:lnTo>
                    <a:pt x="0" y="688"/>
                  </a:lnTo>
                  <a:lnTo>
                    <a:pt x="0" y="688"/>
                  </a:lnTo>
                  <a:lnTo>
                    <a:pt x="5" y="734"/>
                  </a:lnTo>
                  <a:lnTo>
                    <a:pt x="13" y="772"/>
                  </a:lnTo>
                  <a:lnTo>
                    <a:pt x="34" y="801"/>
                  </a:lnTo>
                  <a:lnTo>
                    <a:pt x="59" y="826"/>
                  </a:lnTo>
                  <a:lnTo>
                    <a:pt x="89" y="843"/>
                  </a:lnTo>
                  <a:lnTo>
                    <a:pt x="122" y="852"/>
                  </a:lnTo>
                  <a:lnTo>
                    <a:pt x="160" y="856"/>
                  </a:lnTo>
                  <a:lnTo>
                    <a:pt x="202" y="860"/>
                  </a:lnTo>
                  <a:lnTo>
                    <a:pt x="202" y="860"/>
                  </a:lnTo>
                  <a:lnTo>
                    <a:pt x="244" y="856"/>
                  </a:lnTo>
                  <a:lnTo>
                    <a:pt x="282" y="852"/>
                  </a:lnTo>
                  <a:lnTo>
                    <a:pt x="320" y="839"/>
                  </a:lnTo>
                  <a:lnTo>
                    <a:pt x="349" y="822"/>
                  </a:lnTo>
                  <a:lnTo>
                    <a:pt x="362" y="810"/>
                  </a:lnTo>
                  <a:lnTo>
                    <a:pt x="374" y="793"/>
                  </a:lnTo>
                  <a:lnTo>
                    <a:pt x="383" y="776"/>
                  </a:lnTo>
                  <a:lnTo>
                    <a:pt x="391" y="755"/>
                  </a:lnTo>
                  <a:lnTo>
                    <a:pt x="404" y="709"/>
                  </a:lnTo>
                  <a:lnTo>
                    <a:pt x="408" y="650"/>
                  </a:lnTo>
                  <a:lnTo>
                    <a:pt x="408" y="633"/>
                  </a:lnTo>
                  <a:lnTo>
                    <a:pt x="408" y="633"/>
                  </a:lnTo>
                  <a:lnTo>
                    <a:pt x="408" y="591"/>
                  </a:lnTo>
                  <a:lnTo>
                    <a:pt x="404" y="558"/>
                  </a:lnTo>
                  <a:lnTo>
                    <a:pt x="395" y="524"/>
                  </a:lnTo>
                  <a:lnTo>
                    <a:pt x="383" y="499"/>
                  </a:lnTo>
                  <a:lnTo>
                    <a:pt x="362" y="470"/>
                  </a:lnTo>
                  <a:lnTo>
                    <a:pt x="336" y="440"/>
                  </a:lnTo>
                  <a:lnTo>
                    <a:pt x="261" y="369"/>
                  </a:lnTo>
                  <a:lnTo>
                    <a:pt x="261"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sp>
          <p:nvSpPr>
            <p:cNvPr id="22" name="Freeform 17">
              <a:extLst>
                <a:ext uri="{FF2B5EF4-FFF2-40B4-BE49-F238E27FC236}">
                  <a16:creationId xmlns:a16="http://schemas.microsoft.com/office/drawing/2014/main" id="{4E859722-B94A-4660-8EC9-0DE4B587BB9F}"/>
                </a:ext>
              </a:extLst>
            </p:cNvPr>
            <p:cNvSpPr>
              <a:spLocks/>
            </p:cNvSpPr>
            <p:nvPr/>
          </p:nvSpPr>
          <p:spPr bwMode="black">
            <a:xfrm>
              <a:off x="6946900" y="4721225"/>
              <a:ext cx="427037" cy="1344612"/>
            </a:xfrm>
            <a:custGeom>
              <a:avLst/>
              <a:gdLst>
                <a:gd name="T0" fmla="*/ 126 w 269"/>
                <a:gd name="T1" fmla="*/ 92 h 847"/>
                <a:gd name="T2" fmla="*/ 126 w 269"/>
                <a:gd name="T3" fmla="*/ 8 h 847"/>
                <a:gd name="T4" fmla="*/ 0 w 269"/>
                <a:gd name="T5" fmla="*/ 8 h 847"/>
                <a:gd name="T6" fmla="*/ 0 w 269"/>
                <a:gd name="T7" fmla="*/ 847 h 847"/>
                <a:gd name="T8" fmla="*/ 139 w 269"/>
                <a:gd name="T9" fmla="*/ 847 h 847"/>
                <a:gd name="T10" fmla="*/ 139 w 269"/>
                <a:gd name="T11" fmla="*/ 264 h 847"/>
                <a:gd name="T12" fmla="*/ 139 w 269"/>
                <a:gd name="T13" fmla="*/ 264 h 847"/>
                <a:gd name="T14" fmla="*/ 139 w 269"/>
                <a:gd name="T15" fmla="*/ 230 h 847"/>
                <a:gd name="T16" fmla="*/ 147 w 269"/>
                <a:gd name="T17" fmla="*/ 205 h 847"/>
                <a:gd name="T18" fmla="*/ 160 w 269"/>
                <a:gd name="T19" fmla="*/ 184 h 847"/>
                <a:gd name="T20" fmla="*/ 177 w 269"/>
                <a:gd name="T21" fmla="*/ 167 h 847"/>
                <a:gd name="T22" fmla="*/ 177 w 269"/>
                <a:gd name="T23" fmla="*/ 167 h 847"/>
                <a:gd name="T24" fmla="*/ 198 w 269"/>
                <a:gd name="T25" fmla="*/ 159 h 847"/>
                <a:gd name="T26" fmla="*/ 219 w 269"/>
                <a:gd name="T27" fmla="*/ 151 h 847"/>
                <a:gd name="T28" fmla="*/ 244 w 269"/>
                <a:gd name="T29" fmla="*/ 146 h 847"/>
                <a:gd name="T30" fmla="*/ 269 w 269"/>
                <a:gd name="T31" fmla="*/ 146 h 847"/>
                <a:gd name="T32" fmla="*/ 269 w 269"/>
                <a:gd name="T33" fmla="*/ 0 h 847"/>
                <a:gd name="T34" fmla="*/ 269 w 269"/>
                <a:gd name="T35" fmla="*/ 0 h 847"/>
                <a:gd name="T36" fmla="*/ 223 w 269"/>
                <a:gd name="T37" fmla="*/ 4 h 847"/>
                <a:gd name="T38" fmla="*/ 202 w 269"/>
                <a:gd name="T39" fmla="*/ 8 h 847"/>
                <a:gd name="T40" fmla="*/ 185 w 269"/>
                <a:gd name="T41" fmla="*/ 16 h 847"/>
                <a:gd name="T42" fmla="*/ 172 w 269"/>
                <a:gd name="T43" fmla="*/ 29 h 847"/>
                <a:gd name="T44" fmla="*/ 156 w 269"/>
                <a:gd name="T45" fmla="*/ 46 h 847"/>
                <a:gd name="T46" fmla="*/ 143 w 269"/>
                <a:gd name="T47" fmla="*/ 67 h 847"/>
                <a:gd name="T48" fmla="*/ 130 w 269"/>
                <a:gd name="T49" fmla="*/ 92 h 847"/>
                <a:gd name="T50" fmla="*/ 126 w 269"/>
                <a:gd name="T51" fmla="*/ 92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847">
                  <a:moveTo>
                    <a:pt x="126" y="92"/>
                  </a:moveTo>
                  <a:lnTo>
                    <a:pt x="126" y="8"/>
                  </a:lnTo>
                  <a:lnTo>
                    <a:pt x="0" y="8"/>
                  </a:lnTo>
                  <a:lnTo>
                    <a:pt x="0" y="847"/>
                  </a:lnTo>
                  <a:lnTo>
                    <a:pt x="139" y="847"/>
                  </a:lnTo>
                  <a:lnTo>
                    <a:pt x="139" y="264"/>
                  </a:lnTo>
                  <a:lnTo>
                    <a:pt x="139" y="264"/>
                  </a:lnTo>
                  <a:lnTo>
                    <a:pt x="139" y="230"/>
                  </a:lnTo>
                  <a:lnTo>
                    <a:pt x="147" y="205"/>
                  </a:lnTo>
                  <a:lnTo>
                    <a:pt x="160" y="184"/>
                  </a:lnTo>
                  <a:lnTo>
                    <a:pt x="177" y="167"/>
                  </a:lnTo>
                  <a:lnTo>
                    <a:pt x="177" y="167"/>
                  </a:lnTo>
                  <a:lnTo>
                    <a:pt x="198" y="159"/>
                  </a:lnTo>
                  <a:lnTo>
                    <a:pt x="219" y="151"/>
                  </a:lnTo>
                  <a:lnTo>
                    <a:pt x="244" y="146"/>
                  </a:lnTo>
                  <a:lnTo>
                    <a:pt x="269" y="146"/>
                  </a:lnTo>
                  <a:lnTo>
                    <a:pt x="269" y="0"/>
                  </a:lnTo>
                  <a:lnTo>
                    <a:pt x="269" y="0"/>
                  </a:lnTo>
                  <a:lnTo>
                    <a:pt x="223" y="4"/>
                  </a:lnTo>
                  <a:lnTo>
                    <a:pt x="202" y="8"/>
                  </a:lnTo>
                  <a:lnTo>
                    <a:pt x="185" y="16"/>
                  </a:lnTo>
                  <a:lnTo>
                    <a:pt x="172" y="29"/>
                  </a:lnTo>
                  <a:lnTo>
                    <a:pt x="156" y="46"/>
                  </a:lnTo>
                  <a:lnTo>
                    <a:pt x="143" y="67"/>
                  </a:lnTo>
                  <a:lnTo>
                    <a:pt x="130" y="92"/>
                  </a:lnTo>
                  <a:lnTo>
                    <a:pt x="12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dirty="0">
                <a:latin typeface="Arial" panose="020B0604020202020204" pitchFamily="34" charset="0"/>
                <a:cs typeface="+mn-cs"/>
              </a:endParaRPr>
            </a:p>
          </p:txBody>
        </p:sp>
      </p:grpSp>
      <p:sp>
        <p:nvSpPr>
          <p:cNvPr id="35" name="Rectangle 34">
            <a:extLst>
              <a:ext uri="{FF2B5EF4-FFF2-40B4-BE49-F238E27FC236}">
                <a16:creationId xmlns:a16="http://schemas.microsoft.com/office/drawing/2014/main" id="{1369DB19-B25B-4AEF-A056-5DA1228E02E6}"/>
              </a:ext>
            </a:extLst>
          </p:cNvPr>
          <p:cNvSpPr/>
          <p:nvPr/>
        </p:nvSpPr>
        <p:spPr>
          <a:xfrm>
            <a:off x="-6101" y="813672"/>
            <a:ext cx="10368622" cy="81418"/>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36" name="Picture 35">
            <a:extLst>
              <a:ext uri="{FF2B5EF4-FFF2-40B4-BE49-F238E27FC236}">
                <a16:creationId xmlns:a16="http://schemas.microsoft.com/office/drawing/2014/main" id="{D6558979-090A-4747-A98F-63C7CF42EA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134268"/>
            <a:ext cx="6217920" cy="36576"/>
          </a:xfrm>
          <a:prstGeom prst="rect">
            <a:avLst/>
          </a:prstGeom>
        </p:spPr>
      </p:pic>
      <p:sp>
        <p:nvSpPr>
          <p:cNvPr id="23" name="Rectangle 22">
            <a:extLst>
              <a:ext uri="{FF2B5EF4-FFF2-40B4-BE49-F238E27FC236}">
                <a16:creationId xmlns:a16="http://schemas.microsoft.com/office/drawing/2014/main" id="{21114EF2-2AE2-41E8-96D0-FBB1B8EB56CE}"/>
              </a:ext>
            </a:extLst>
          </p:cNvPr>
          <p:cNvSpPr/>
          <p:nvPr/>
        </p:nvSpPr>
        <p:spPr>
          <a:xfrm>
            <a:off x="3229270" y="3612431"/>
            <a:ext cx="6035040" cy="36576"/>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21" name="tagline">
            <a:extLst>
              <a:ext uri="{FF2B5EF4-FFF2-40B4-BE49-F238E27FC236}">
                <a16:creationId xmlns:a16="http://schemas.microsoft.com/office/drawing/2014/main" id="{5FC4A0AB-B71E-4D22-9C73-BBDFAFECE9D4}"/>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468631" y="6335288"/>
            <a:ext cx="1855951" cy="237942"/>
          </a:xfrm>
          <a:prstGeom prst="rect">
            <a:avLst/>
          </a:prstGeom>
        </p:spPr>
      </p:pic>
    </p:spTree>
    <p:extLst>
      <p:ext uri="{BB962C8B-B14F-4D97-AF65-F5344CB8AC3E}">
        <p14:creationId xmlns:p14="http://schemas.microsoft.com/office/powerpoint/2010/main" val="235028952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71460" y="2663408"/>
            <a:ext cx="7067339" cy="1041064"/>
          </a:xfrm>
        </p:spPr>
        <p:txBody>
          <a:bodyPr anchor="ctr">
            <a:noAutofit/>
          </a:bodyPr>
          <a:lstStyle>
            <a:lvl1pPr>
              <a:defRPr sz="3200" b="0" i="0"/>
            </a:lvl1pPr>
          </a:lstStyle>
          <a:p>
            <a:r>
              <a:t>Section Divider Slide</a:t>
            </a:r>
            <a:br>
              <a:rPr/>
            </a:br>
            <a:r>
              <a:t>(32 pt Title Case)</a:t>
            </a:r>
          </a:p>
        </p:txBody>
      </p:sp>
      <p:cxnSp>
        <p:nvCxnSpPr>
          <p:cNvPr id="6" name="Straight Connector 5"/>
          <p:cNvCxnSpPr/>
          <p:nvPr/>
        </p:nvCxnSpPr>
        <p:spPr>
          <a:xfrm>
            <a:off x="1237540" y="2343151"/>
            <a:ext cx="0" cy="1743075"/>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0361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Gray">
    <p:spTree>
      <p:nvGrpSpPr>
        <p:cNvPr id="1" name=""/>
        <p:cNvGrpSpPr/>
        <p:nvPr/>
      </p:nvGrpSpPr>
      <p:grpSpPr>
        <a:xfrm>
          <a:off x="0" y="0"/>
          <a:ext cx="0" cy="0"/>
          <a:chOff x="0" y="0"/>
          <a:chExt cx="0" cy="0"/>
        </a:xfrm>
      </p:grpSpPr>
      <p:sp>
        <p:nvSpPr>
          <p:cNvPr id="7" name="Rectangle 6"/>
          <p:cNvSpPr/>
          <p:nvPr/>
        </p:nvSpPr>
        <p:spPr>
          <a:xfrm>
            <a:off x="0" y="1"/>
            <a:ext cx="12192000" cy="63247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hasCustomPrompt="1"/>
          </p:nvPr>
        </p:nvSpPr>
        <p:spPr>
          <a:xfrm>
            <a:off x="1671460" y="2663408"/>
            <a:ext cx="7067339" cy="1041064"/>
          </a:xfrm>
        </p:spPr>
        <p:txBody>
          <a:bodyPr anchor="ctr">
            <a:noAutofit/>
          </a:bodyPr>
          <a:lstStyle>
            <a:lvl1pPr>
              <a:defRPr sz="3200" b="0" i="0"/>
            </a:lvl1pPr>
          </a:lstStyle>
          <a:p>
            <a:r>
              <a:t>Section Divider Slide</a:t>
            </a:r>
            <a:br>
              <a:rPr/>
            </a:br>
            <a:r>
              <a:t>(32 pt Title Case)</a:t>
            </a:r>
          </a:p>
        </p:txBody>
      </p:sp>
      <p:cxnSp>
        <p:nvCxnSpPr>
          <p:cNvPr id="6" name="Straight Connector 5"/>
          <p:cNvCxnSpPr/>
          <p:nvPr/>
        </p:nvCxnSpPr>
        <p:spPr>
          <a:xfrm>
            <a:off x="1237540" y="2343151"/>
            <a:ext cx="0" cy="1743075"/>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76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Orange">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hasCustomPrompt="1"/>
          </p:nvPr>
        </p:nvSpPr>
        <p:spPr>
          <a:xfrm>
            <a:off x="1671460" y="2663408"/>
            <a:ext cx="7067339" cy="1041064"/>
          </a:xfrm>
        </p:spPr>
        <p:txBody>
          <a:bodyPr anchor="ctr">
            <a:noAutofit/>
          </a:bodyPr>
          <a:lstStyle>
            <a:lvl1pPr>
              <a:defRPr sz="3200" b="0" i="0"/>
            </a:lvl1pPr>
          </a:lstStyle>
          <a:p>
            <a:r>
              <a:t>Section Divider Slide</a:t>
            </a:r>
            <a:br>
              <a:rPr/>
            </a:br>
            <a:r>
              <a:t>(32 pt Title Case)</a:t>
            </a:r>
          </a:p>
        </p:txBody>
      </p:sp>
      <p:cxnSp>
        <p:nvCxnSpPr>
          <p:cNvPr id="6" name="Straight Connector 5"/>
          <p:cNvCxnSpPr/>
          <p:nvPr/>
        </p:nvCxnSpPr>
        <p:spPr>
          <a:xfrm>
            <a:off x="1237540" y="2343151"/>
            <a:ext cx="0" cy="1743075"/>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796725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Blue">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hasCustomPrompt="1"/>
          </p:nvPr>
        </p:nvSpPr>
        <p:spPr>
          <a:xfrm>
            <a:off x="1671460" y="2663408"/>
            <a:ext cx="7067339" cy="1041064"/>
          </a:xfrm>
        </p:spPr>
        <p:txBody>
          <a:bodyPr anchor="ctr">
            <a:noAutofit/>
          </a:bodyPr>
          <a:lstStyle>
            <a:lvl1pPr>
              <a:defRPr sz="3200" b="0" i="0"/>
            </a:lvl1pPr>
          </a:lstStyle>
          <a:p>
            <a:r>
              <a:t>Section Divider Slide</a:t>
            </a:r>
            <a:br>
              <a:rPr/>
            </a:br>
            <a:r>
              <a:t>(32 pt Title Case)</a:t>
            </a:r>
          </a:p>
        </p:txBody>
      </p:sp>
      <p:cxnSp>
        <p:nvCxnSpPr>
          <p:cNvPr id="6" name="Straight Connector 5"/>
          <p:cNvCxnSpPr/>
          <p:nvPr/>
        </p:nvCxnSpPr>
        <p:spPr>
          <a:xfrm>
            <a:off x="1237540" y="2343151"/>
            <a:ext cx="0" cy="1743075"/>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357126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con Divi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3265" y="2741780"/>
            <a:ext cx="7658905" cy="1041064"/>
          </a:xfrm>
        </p:spPr>
        <p:txBody>
          <a:bodyPr anchor="ctr">
            <a:noAutofit/>
          </a:bodyPr>
          <a:lstStyle>
            <a:lvl1pPr>
              <a:defRPr sz="3200" b="0" i="0"/>
            </a:lvl1pPr>
          </a:lstStyle>
          <a:p>
            <a:r>
              <a:t>Icon Divider Slide (32 pt Title Case); insert icon to the left, resize and recolor if necessary</a:t>
            </a:r>
          </a:p>
        </p:txBody>
      </p:sp>
      <p:cxnSp>
        <p:nvCxnSpPr>
          <p:cNvPr id="7" name="Straight Connector 6"/>
          <p:cNvCxnSpPr/>
          <p:nvPr/>
        </p:nvCxnSpPr>
        <p:spPr>
          <a:xfrm>
            <a:off x="3383952" y="1800225"/>
            <a:ext cx="0" cy="2924175"/>
          </a:xfrm>
          <a:prstGeom prst="line">
            <a:avLst/>
          </a:prstGeom>
          <a:ln w="12700">
            <a:solidFill>
              <a:srgbClr val="595959"/>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0061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con Divider Gray">
    <p:spTree>
      <p:nvGrpSpPr>
        <p:cNvPr id="1" name=""/>
        <p:cNvGrpSpPr/>
        <p:nvPr/>
      </p:nvGrpSpPr>
      <p:grpSpPr>
        <a:xfrm>
          <a:off x="0" y="0"/>
          <a:ext cx="0" cy="0"/>
          <a:chOff x="0" y="0"/>
          <a:chExt cx="0" cy="0"/>
        </a:xfrm>
      </p:grpSpPr>
      <p:sp>
        <p:nvSpPr>
          <p:cNvPr id="7" name="Rectangle 6"/>
          <p:cNvSpPr/>
          <p:nvPr/>
        </p:nvSpPr>
        <p:spPr>
          <a:xfrm>
            <a:off x="0" y="1"/>
            <a:ext cx="12192000" cy="63247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hasCustomPrompt="1"/>
          </p:nvPr>
        </p:nvSpPr>
        <p:spPr>
          <a:xfrm>
            <a:off x="3933265" y="2741780"/>
            <a:ext cx="7658905" cy="1041064"/>
          </a:xfrm>
        </p:spPr>
        <p:txBody>
          <a:bodyPr anchor="ctr">
            <a:noAutofit/>
          </a:bodyPr>
          <a:lstStyle>
            <a:lvl1pPr>
              <a:defRPr sz="3200" b="0" i="0"/>
            </a:lvl1pPr>
          </a:lstStyle>
          <a:p>
            <a:r>
              <a:t>Icon Divider Slide (32 pt Title Case); insert icon to the left, resize and recolor if necessary</a:t>
            </a:r>
          </a:p>
        </p:txBody>
      </p:sp>
      <p:cxnSp>
        <p:nvCxnSpPr>
          <p:cNvPr id="8" name="Straight Connector 7"/>
          <p:cNvCxnSpPr/>
          <p:nvPr/>
        </p:nvCxnSpPr>
        <p:spPr>
          <a:xfrm>
            <a:off x="3383952" y="1800225"/>
            <a:ext cx="0" cy="2924175"/>
          </a:xfrm>
          <a:prstGeom prst="line">
            <a:avLst/>
          </a:prstGeom>
          <a:ln w="12700">
            <a:solidFill>
              <a:srgbClr val="595959"/>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524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con Divider Orange">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hasCustomPrompt="1"/>
          </p:nvPr>
        </p:nvSpPr>
        <p:spPr>
          <a:xfrm>
            <a:off x="3933265" y="2741780"/>
            <a:ext cx="7658905" cy="1041064"/>
          </a:xfrm>
        </p:spPr>
        <p:txBody>
          <a:bodyPr anchor="ctr">
            <a:noAutofit/>
          </a:bodyPr>
          <a:lstStyle>
            <a:lvl1pPr>
              <a:defRPr sz="3200" b="0" i="0"/>
            </a:lvl1pPr>
          </a:lstStyle>
          <a:p>
            <a:r>
              <a:t>Icon Divider Slide (32 pt Title Case); insert icon to the left, resize and recolor if necessary</a:t>
            </a:r>
          </a:p>
        </p:txBody>
      </p:sp>
      <p:cxnSp>
        <p:nvCxnSpPr>
          <p:cNvPr id="8" name="Straight Connector 7"/>
          <p:cNvCxnSpPr/>
          <p:nvPr/>
        </p:nvCxnSpPr>
        <p:spPr>
          <a:xfrm>
            <a:off x="3383952" y="1800225"/>
            <a:ext cx="0" cy="2924175"/>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21111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con Divider Blue">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hasCustomPrompt="1"/>
          </p:nvPr>
        </p:nvSpPr>
        <p:spPr>
          <a:xfrm>
            <a:off x="3933265" y="2741780"/>
            <a:ext cx="7658905" cy="1041064"/>
          </a:xfrm>
        </p:spPr>
        <p:txBody>
          <a:bodyPr anchor="ctr">
            <a:noAutofit/>
          </a:bodyPr>
          <a:lstStyle>
            <a:lvl1pPr>
              <a:defRPr sz="3200" b="0" i="0"/>
            </a:lvl1pPr>
          </a:lstStyle>
          <a:p>
            <a:r>
              <a:t>Icon Divider Slide (32 pt Title Case); insert icon to the left, resize and recolor if necessary</a:t>
            </a:r>
          </a:p>
        </p:txBody>
      </p:sp>
      <p:cxnSp>
        <p:nvCxnSpPr>
          <p:cNvPr id="8" name="Straight Connector 7"/>
          <p:cNvCxnSpPr/>
          <p:nvPr/>
        </p:nvCxnSpPr>
        <p:spPr>
          <a:xfrm>
            <a:off x="3383952" y="1800225"/>
            <a:ext cx="0" cy="2924175"/>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281659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Content Layouts</a:t>
            </a:r>
          </a:p>
        </p:txBody>
      </p:sp>
    </p:spTree>
    <p:extLst>
      <p:ext uri="{BB962C8B-B14F-4D97-AF65-F5344CB8AC3E}">
        <p14:creationId xmlns:p14="http://schemas.microsoft.com/office/powerpoint/2010/main" val="37539703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2075" y="712158"/>
            <a:ext cx="9133053" cy="1041064"/>
          </a:xfrm>
        </p:spPr>
        <p:txBody>
          <a:bodyPr anchor="ctr"/>
          <a:lstStyle>
            <a:lvl1pPr>
              <a:defRPr b="0" i="0" baseline="0">
                <a:solidFill>
                  <a:srgbClr val="FF6600"/>
                </a:solidFill>
              </a:defRPr>
            </a:lvl1pPr>
          </a:lstStyle>
          <a:p>
            <a:r>
              <a:t>Agenda Header (28pt Title Case)</a:t>
            </a:r>
          </a:p>
        </p:txBody>
      </p:sp>
      <p:sp>
        <p:nvSpPr>
          <p:cNvPr id="3" name="Content Placeholder 2"/>
          <p:cNvSpPr>
            <a:spLocks noGrp="1"/>
          </p:cNvSpPr>
          <p:nvPr>
            <p:ph idx="1" hasCustomPrompt="1"/>
          </p:nvPr>
        </p:nvSpPr>
        <p:spPr>
          <a:xfrm>
            <a:off x="1714614" y="1899240"/>
            <a:ext cx="8789248" cy="3663859"/>
          </a:xfrm>
        </p:spPr>
        <p:txBody>
          <a:bodyPr/>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cxnSp>
        <p:nvCxnSpPr>
          <p:cNvPr id="7" name="Straight Connector 6"/>
          <p:cNvCxnSpPr/>
          <p:nvPr/>
        </p:nvCxnSpPr>
        <p:spPr>
          <a:xfrm>
            <a:off x="1490015" y="1899242"/>
            <a:ext cx="0" cy="3663859"/>
          </a:xfrm>
          <a:prstGeom prst="line">
            <a:avLst/>
          </a:prstGeom>
          <a:ln w="12700">
            <a:solidFill>
              <a:srgbClr val="FF66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6576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1525292"/>
            <a:ext cx="10972800" cy="3317296"/>
          </a:xfrm>
        </p:spPr>
        <p:txBody>
          <a:bodyPr anchor="ctr">
            <a:noAutofit/>
          </a:bodyPr>
          <a:lstStyle>
            <a:lvl1pPr algn="ctr">
              <a:defRPr sz="4000" b="0" i="0" cap="none" baseline="0">
                <a:solidFill>
                  <a:srgbClr val="FF6600"/>
                </a:solidFill>
              </a:defRPr>
            </a:lvl1pPr>
          </a:lstStyle>
          <a:p>
            <a:r>
              <a:t>Add statement text here</a:t>
            </a:r>
          </a:p>
        </p:txBody>
      </p:sp>
    </p:spTree>
    <p:extLst>
      <p:ext uri="{BB962C8B-B14F-4D97-AF65-F5344CB8AC3E}">
        <p14:creationId xmlns:p14="http://schemas.microsoft.com/office/powerpoint/2010/main" val="2850112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319DE6B2-A207-4EC2-A277-E71175954646}"/>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861822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No Bullet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marL="0" indent="0">
              <a:buFont typeface="Arial" panose="020B0604020202020204" pitchFamily="34" charset="0"/>
              <a:buChar char="​"/>
              <a:defRPr b="0" i="0"/>
            </a:lvl1pPr>
            <a:lvl2pPr marL="228600">
              <a:defRPr b="0" i="0"/>
            </a:lvl2pPr>
            <a:lvl3pPr marL="548640">
              <a:defRPr b="0" i="0"/>
            </a:lvl3pPr>
            <a:lvl4pPr marL="868680">
              <a:defRPr b="0" i="0"/>
            </a:lvl4pPr>
            <a:lvl5pPr marL="1188720">
              <a:defRPr b="0" i="0"/>
            </a:lvl5pPr>
            <a:lvl6pPr marL="1508760">
              <a:defRPr b="0" i="0"/>
            </a:lvl6pPr>
            <a:lvl7pPr marL="1828800">
              <a:defRPr b="0" i="0"/>
            </a:lvl7pPr>
            <a:lvl8pPr marL="2148840">
              <a:defRPr b="0" i="0"/>
            </a:lvl8pPr>
            <a:lvl9pPr marL="2468880">
              <a:defRPr b="0" i="0"/>
            </a:lvl9pPr>
          </a:lstStyle>
          <a:p>
            <a:pPr lvl="0"/>
            <a:r>
              <a:rPr dirty="0"/>
              <a:t>Click to add text or choose an icon below to insert other content</a:t>
            </a:r>
          </a:p>
          <a:p>
            <a:pPr lvl="1"/>
            <a:r>
              <a:rPr dirty="0"/>
              <a:t>Second level</a:t>
            </a:r>
          </a:p>
          <a:p>
            <a:pPr lvl="2"/>
            <a:r>
              <a:rPr dirty="0"/>
              <a:t>Third level</a:t>
            </a:r>
          </a:p>
          <a:p>
            <a:pPr lvl="3"/>
            <a:r>
              <a:rPr dirty="0"/>
              <a:t>Fourth level</a:t>
            </a:r>
          </a:p>
          <a:p>
            <a:pPr lvl="4"/>
            <a:r>
              <a:rPr dirty="0"/>
              <a:t>Fifth level</a:t>
            </a:r>
          </a:p>
          <a:p>
            <a:pPr lvl="5"/>
            <a:r>
              <a:rPr dirty="0"/>
              <a:t>Six</a:t>
            </a:r>
          </a:p>
          <a:p>
            <a:pPr lvl="6"/>
            <a:r>
              <a:rPr dirty="0"/>
              <a:t>Seven</a:t>
            </a:r>
          </a:p>
          <a:p>
            <a:pPr lvl="7"/>
            <a:r>
              <a:rPr dirty="0"/>
              <a:t>Eight</a:t>
            </a:r>
          </a:p>
          <a:p>
            <a:pPr lvl="8"/>
            <a:r>
              <a:rPr dirty="0"/>
              <a:t>Nine</a:t>
            </a:r>
          </a:p>
        </p:txBody>
      </p:sp>
    </p:spTree>
    <p:extLst>
      <p:ext uri="{BB962C8B-B14F-4D97-AF65-F5344CB8AC3E}">
        <p14:creationId xmlns:p14="http://schemas.microsoft.com/office/powerpoint/2010/main" val="801668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511486DF-8D88-4F84-8A2E-48562E6AA9EB}"/>
              </a:ext>
            </a:extLst>
          </p:cNvPr>
          <p:cNvSpPr/>
          <p:nvPr>
            <p:custDataLst>
              <p:tags r:id="rId1"/>
            </p:custDataLst>
          </p:nvPr>
        </p:nvSpPr>
        <p:spPr>
          <a:xfrm>
            <a:off x="0" y="0"/>
            <a:ext cx="12700" cy="12700"/>
          </a:xfrm>
          <a:prstGeom prst="octagon">
            <a:avLst/>
          </a:prstGeom>
          <a:noFill/>
          <a:ln>
            <a:noFill/>
          </a:ln>
          <a:effectLst/>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Tree>
    <p:extLst>
      <p:ext uri="{BB962C8B-B14F-4D97-AF65-F5344CB8AC3E}">
        <p14:creationId xmlns:p14="http://schemas.microsoft.com/office/powerpoint/2010/main" val="1076001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62416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609600" y="1524001"/>
            <a:ext cx="5430520" cy="4610100"/>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hasCustomPrompt="1"/>
          </p:nvPr>
        </p:nvSpPr>
        <p:spPr>
          <a:xfrm>
            <a:off x="6172200" y="1524001"/>
            <a:ext cx="5410200" cy="4610100"/>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0340709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ontent Hori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609600" y="1524000"/>
            <a:ext cx="10972799" cy="2103120"/>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a:t>
            </a:r>
          </a:p>
          <a:p>
            <a:pPr lvl="4"/>
            <a:r>
              <a:t>Fifth</a:t>
            </a:r>
          </a:p>
        </p:txBody>
      </p:sp>
      <p:sp>
        <p:nvSpPr>
          <p:cNvPr id="4" name="Content Placeholder 3"/>
          <p:cNvSpPr>
            <a:spLocks noGrp="1"/>
          </p:cNvSpPr>
          <p:nvPr>
            <p:ph sz="half" idx="2" hasCustomPrompt="1"/>
          </p:nvPr>
        </p:nvSpPr>
        <p:spPr>
          <a:xfrm>
            <a:off x="609599" y="4034562"/>
            <a:ext cx="10972799" cy="2103120"/>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9" name="Media Placeholder 2"/>
          <p:cNvSpPr>
            <a:spLocks noGrp="1"/>
          </p:cNvSpPr>
          <p:nvPr>
            <p:ph type="media" sz="quarter" idx="31" hasCustomPrompt="1"/>
          </p:nvPr>
        </p:nvSpPr>
        <p:spPr>
          <a:xfrm>
            <a:off x="612648" y="3798959"/>
            <a:ext cx="10972800" cy="9144"/>
          </a:xfrm>
          <a:prstGeom prst="rect">
            <a:avLst/>
          </a:prstGeom>
          <a:solidFill>
            <a:srgbClr val="FF6600"/>
          </a:solidFill>
        </p:spPr>
        <p:txBody>
          <a:bodyPr>
            <a:normAutofit/>
          </a:bodyPr>
          <a:lstStyle>
            <a:lvl1pPr marL="0" indent="0">
              <a:buNone/>
              <a:defRPr b="0" i="0"/>
            </a:lvl1pPr>
          </a:lstStyle>
          <a:p>
            <a:r>
              <a:rPr dirty="0"/>
              <a:t> </a:t>
            </a:r>
          </a:p>
        </p:txBody>
      </p:sp>
    </p:spTree>
    <p:extLst>
      <p:ext uri="{BB962C8B-B14F-4D97-AF65-F5344CB8AC3E}">
        <p14:creationId xmlns:p14="http://schemas.microsoft.com/office/powerpoint/2010/main" val="598522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Content Horiz Light Gray">
    <p:spTree>
      <p:nvGrpSpPr>
        <p:cNvPr id="1" name=""/>
        <p:cNvGrpSpPr/>
        <p:nvPr/>
      </p:nvGrpSpPr>
      <p:grpSpPr>
        <a:xfrm>
          <a:off x="0" y="0"/>
          <a:ext cx="0" cy="0"/>
          <a:chOff x="0" y="0"/>
          <a:chExt cx="0" cy="0"/>
        </a:xfrm>
      </p:grpSpPr>
      <p:sp>
        <p:nvSpPr>
          <p:cNvPr id="14" name="Rectangle 1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609600" y="1524000"/>
            <a:ext cx="10972798" cy="2103120"/>
          </a:xfrm>
        </p:spPr>
        <p:txBody>
          <a:bodyPr/>
          <a:lstStyle>
            <a:lvl1pPr>
              <a:defRPr b="0" i="0"/>
            </a:lvl1pPr>
            <a:lvl2pPr>
              <a:defRPr b="0" i="0"/>
            </a:lvl2pPr>
            <a:lvl3pPr>
              <a:defRPr b="0" i="0"/>
            </a:lvl3pPr>
          </a:lstStyle>
          <a:p>
            <a:pPr lvl="0"/>
            <a:r>
              <a:t>Click to add text or choose an icon below to insert other content</a:t>
            </a:r>
          </a:p>
          <a:p>
            <a:pPr lvl="1"/>
            <a:r>
              <a:t>Second level</a:t>
            </a:r>
          </a:p>
          <a:p>
            <a:pPr lvl="2"/>
            <a:r>
              <a:t>Third level</a:t>
            </a:r>
          </a:p>
        </p:txBody>
      </p:sp>
      <p:sp>
        <p:nvSpPr>
          <p:cNvPr id="4" name="Content Placeholder 3"/>
          <p:cNvSpPr>
            <a:spLocks noGrp="1"/>
          </p:cNvSpPr>
          <p:nvPr>
            <p:ph sz="half" idx="2" hasCustomPrompt="1"/>
          </p:nvPr>
        </p:nvSpPr>
        <p:spPr>
          <a:xfrm>
            <a:off x="609599" y="4034561"/>
            <a:ext cx="10972798" cy="2103120"/>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contents</a:t>
            </a:r>
          </a:p>
          <a:p>
            <a:pPr lvl="1"/>
            <a:r>
              <a:t>Second level</a:t>
            </a:r>
          </a:p>
          <a:p>
            <a:pPr lvl="2"/>
            <a:r>
              <a:t>Third level</a:t>
            </a:r>
          </a:p>
          <a:p>
            <a:pPr lvl="3"/>
            <a:r>
              <a:t>Fourth level</a:t>
            </a:r>
          </a:p>
          <a:p>
            <a:pPr lvl="4"/>
            <a:r>
              <a:t>Fifth level</a:t>
            </a:r>
          </a:p>
        </p:txBody>
      </p:sp>
      <p:sp>
        <p:nvSpPr>
          <p:cNvPr id="9" name="Media Placeholder 2"/>
          <p:cNvSpPr>
            <a:spLocks noGrp="1"/>
          </p:cNvSpPr>
          <p:nvPr>
            <p:ph type="media" sz="quarter" idx="31" hasCustomPrompt="1"/>
          </p:nvPr>
        </p:nvSpPr>
        <p:spPr>
          <a:xfrm>
            <a:off x="612648" y="3798959"/>
            <a:ext cx="10972800" cy="9144"/>
          </a:xfrm>
          <a:prstGeom prst="rect">
            <a:avLst/>
          </a:prstGeom>
          <a:solidFill>
            <a:srgbClr val="FF6600"/>
          </a:solidFill>
        </p:spPr>
        <p:txBody>
          <a:bodyPr/>
          <a:lstStyle>
            <a:lvl1pPr marL="0" indent="0">
              <a:buNone/>
              <a:defRPr b="0" i="0"/>
            </a:lvl1pPr>
          </a:lstStyle>
          <a:p>
            <a:r>
              <a:rPr dirty="0"/>
              <a:t> </a:t>
            </a:r>
          </a:p>
        </p:txBody>
      </p:sp>
    </p:spTree>
    <p:extLst>
      <p:ext uri="{BB962C8B-B14F-4D97-AF65-F5344CB8AC3E}">
        <p14:creationId xmlns:p14="http://schemas.microsoft.com/office/powerpoint/2010/main" val="24330719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 Text Horiz Dark Gray">
    <p:spTree>
      <p:nvGrpSpPr>
        <p:cNvPr id="1" name=""/>
        <p:cNvGrpSpPr/>
        <p:nvPr/>
      </p:nvGrpSpPr>
      <p:grpSpPr>
        <a:xfrm>
          <a:off x="0" y="0"/>
          <a:ext cx="0" cy="0"/>
          <a:chOff x="0" y="0"/>
          <a:chExt cx="0" cy="0"/>
        </a:xfrm>
      </p:grpSpPr>
      <p:sp>
        <p:nvSpPr>
          <p:cNvPr id="14" name="Rectangle 13"/>
          <p:cNvSpPr/>
          <p:nvPr/>
        </p:nvSpPr>
        <p:spPr bwMode="ltGray">
          <a:xfrm>
            <a:off x="0" y="1130021"/>
            <a:ext cx="12192000" cy="5194579"/>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5" name="Text Placeholder 14"/>
          <p:cNvSpPr>
            <a:spLocks noGrp="1"/>
          </p:cNvSpPr>
          <p:nvPr>
            <p:ph type="body" sz="quarter" idx="32" hasCustomPrompt="1"/>
          </p:nvPr>
        </p:nvSpPr>
        <p:spPr>
          <a:xfrm>
            <a:off x="609600" y="1524000"/>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16" name="Text Placeholder 14"/>
          <p:cNvSpPr>
            <a:spLocks noGrp="1"/>
          </p:cNvSpPr>
          <p:nvPr>
            <p:ph type="body" sz="quarter" idx="33" hasCustomPrompt="1"/>
          </p:nvPr>
        </p:nvSpPr>
        <p:spPr>
          <a:xfrm>
            <a:off x="609599" y="4034561"/>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9" name="Media Placeholder 2"/>
          <p:cNvSpPr>
            <a:spLocks noGrp="1"/>
          </p:cNvSpPr>
          <p:nvPr>
            <p:ph type="media" sz="quarter" idx="31" hasCustomPrompt="1"/>
          </p:nvPr>
        </p:nvSpPr>
        <p:spPr>
          <a:xfrm>
            <a:off x="612648" y="3798959"/>
            <a:ext cx="10972800" cy="9144"/>
          </a:xfrm>
          <a:prstGeom prst="rect">
            <a:avLst/>
          </a:prstGeom>
          <a:solidFill>
            <a:srgbClr val="FFFFFF"/>
          </a:solidFill>
        </p:spPr>
        <p:txBody>
          <a:bodyPr/>
          <a:lstStyle>
            <a:lvl1pPr marL="0" indent="0">
              <a:buNone/>
              <a:defRPr b="0" i="0"/>
            </a:lvl1pPr>
          </a:lstStyle>
          <a:p>
            <a:r>
              <a:rPr dirty="0"/>
              <a:t> </a:t>
            </a:r>
          </a:p>
        </p:txBody>
      </p:sp>
    </p:spTree>
    <p:extLst>
      <p:ext uri="{BB962C8B-B14F-4D97-AF65-F5344CB8AC3E}">
        <p14:creationId xmlns:p14="http://schemas.microsoft.com/office/powerpoint/2010/main" val="40164965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 Text Horiz Blue">
    <p:spTree>
      <p:nvGrpSpPr>
        <p:cNvPr id="1" name=""/>
        <p:cNvGrpSpPr/>
        <p:nvPr/>
      </p:nvGrpSpPr>
      <p:grpSpPr>
        <a:xfrm>
          <a:off x="0" y="0"/>
          <a:ext cx="0" cy="0"/>
          <a:chOff x="0" y="0"/>
          <a:chExt cx="0" cy="0"/>
        </a:xfrm>
      </p:grpSpPr>
      <p:sp>
        <p:nvSpPr>
          <p:cNvPr id="14" name="Rectangle 13"/>
          <p:cNvSpPr/>
          <p:nvPr/>
        </p:nvSpPr>
        <p:spPr bwMode="ltGray">
          <a:xfrm>
            <a:off x="0" y="1130021"/>
            <a:ext cx="12192000" cy="5194579"/>
          </a:xfrm>
          <a:prstGeom prst="rect">
            <a:avLst/>
          </a:prstGeom>
          <a:solidFill>
            <a:srgbClr val="66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5" name="Text Placeholder 14"/>
          <p:cNvSpPr>
            <a:spLocks noGrp="1"/>
          </p:cNvSpPr>
          <p:nvPr>
            <p:ph type="body" sz="quarter" idx="32" hasCustomPrompt="1"/>
          </p:nvPr>
        </p:nvSpPr>
        <p:spPr>
          <a:xfrm>
            <a:off x="609600" y="1524000"/>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16" name="Text Placeholder 14"/>
          <p:cNvSpPr>
            <a:spLocks noGrp="1"/>
          </p:cNvSpPr>
          <p:nvPr>
            <p:ph type="body" sz="quarter" idx="33" hasCustomPrompt="1"/>
          </p:nvPr>
        </p:nvSpPr>
        <p:spPr>
          <a:xfrm>
            <a:off x="609599" y="4034561"/>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9" name="Media Placeholder 2"/>
          <p:cNvSpPr>
            <a:spLocks noGrp="1"/>
          </p:cNvSpPr>
          <p:nvPr>
            <p:ph type="media" sz="quarter" idx="31" hasCustomPrompt="1"/>
          </p:nvPr>
        </p:nvSpPr>
        <p:spPr>
          <a:xfrm>
            <a:off x="612648" y="3798959"/>
            <a:ext cx="10972800" cy="9144"/>
          </a:xfrm>
          <a:prstGeom prst="rect">
            <a:avLst/>
          </a:prstGeom>
          <a:solidFill>
            <a:srgbClr val="FFFFFF"/>
          </a:solidFill>
        </p:spPr>
        <p:txBody>
          <a:bodyPr/>
          <a:lstStyle>
            <a:lvl1pPr marL="0" indent="0">
              <a:buNone/>
              <a:defRPr b="0" i="0"/>
            </a:lvl1pPr>
          </a:lstStyle>
          <a:p>
            <a:r>
              <a:rPr dirty="0"/>
              <a:t> </a:t>
            </a:r>
          </a:p>
        </p:txBody>
      </p:sp>
    </p:spTree>
    <p:extLst>
      <p:ext uri="{BB962C8B-B14F-4D97-AF65-F5344CB8AC3E}">
        <p14:creationId xmlns:p14="http://schemas.microsoft.com/office/powerpoint/2010/main" val="30838905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Text Horiz Orange">
    <p:spTree>
      <p:nvGrpSpPr>
        <p:cNvPr id="1" name=""/>
        <p:cNvGrpSpPr/>
        <p:nvPr/>
      </p:nvGrpSpPr>
      <p:grpSpPr>
        <a:xfrm>
          <a:off x="0" y="0"/>
          <a:ext cx="0" cy="0"/>
          <a:chOff x="0" y="0"/>
          <a:chExt cx="0" cy="0"/>
        </a:xfrm>
      </p:grpSpPr>
      <p:sp>
        <p:nvSpPr>
          <p:cNvPr id="14" name="Rectangle 13"/>
          <p:cNvSpPr/>
          <p:nvPr/>
        </p:nvSpPr>
        <p:spPr bwMode="ltGray">
          <a:xfrm>
            <a:off x="0" y="1130021"/>
            <a:ext cx="12192000" cy="5194579"/>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5" name="Text Placeholder 14"/>
          <p:cNvSpPr>
            <a:spLocks noGrp="1"/>
          </p:cNvSpPr>
          <p:nvPr>
            <p:ph type="body" sz="quarter" idx="32" hasCustomPrompt="1"/>
          </p:nvPr>
        </p:nvSpPr>
        <p:spPr>
          <a:xfrm>
            <a:off x="609600" y="1524000"/>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16" name="Text Placeholder 14"/>
          <p:cNvSpPr>
            <a:spLocks noGrp="1"/>
          </p:cNvSpPr>
          <p:nvPr>
            <p:ph type="body" sz="quarter" idx="33" hasCustomPrompt="1"/>
          </p:nvPr>
        </p:nvSpPr>
        <p:spPr>
          <a:xfrm>
            <a:off x="609599" y="4034561"/>
            <a:ext cx="10972798" cy="2103120"/>
          </a:xfrm>
        </p:spPr>
        <p:txBody>
          <a:bodyPr/>
          <a:lstStyle>
            <a:lvl1pPr>
              <a:buClr>
                <a:schemeClr val="bg1"/>
              </a:buClr>
              <a:defRPr b="0" i="0">
                <a:solidFill>
                  <a:schemeClr val="bg1"/>
                </a:solidFill>
              </a:defRPr>
            </a:lvl1pPr>
            <a:lvl2pPr>
              <a:buClr>
                <a:schemeClr val="bg1"/>
              </a:buClr>
              <a:defRPr b="0" i="0">
                <a:solidFill>
                  <a:schemeClr val="bg1"/>
                </a:solidFill>
              </a:defRPr>
            </a:lvl2pPr>
            <a:lvl3pPr>
              <a:buClr>
                <a:schemeClr val="bg1"/>
              </a:buClr>
              <a:defRPr b="0" i="0">
                <a:solidFill>
                  <a:schemeClr val="bg1"/>
                </a:solidFill>
              </a:defRPr>
            </a:lvl3pPr>
            <a:lvl4pPr>
              <a:buClr>
                <a:schemeClr val="bg1"/>
              </a:buClr>
              <a:defRPr b="0" i="0">
                <a:solidFill>
                  <a:schemeClr val="bg1"/>
                </a:solidFill>
              </a:defRPr>
            </a:lvl4pPr>
            <a:lvl5pPr>
              <a:buClr>
                <a:schemeClr val="bg1"/>
              </a:buClr>
              <a:defRPr b="0" i="0">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
        <p:nvSpPr>
          <p:cNvPr id="9" name="Media Placeholder 2"/>
          <p:cNvSpPr>
            <a:spLocks noGrp="1"/>
          </p:cNvSpPr>
          <p:nvPr>
            <p:ph type="media" sz="quarter" idx="31" hasCustomPrompt="1"/>
          </p:nvPr>
        </p:nvSpPr>
        <p:spPr>
          <a:xfrm>
            <a:off x="612648" y="3798959"/>
            <a:ext cx="10972800" cy="9144"/>
          </a:xfrm>
          <a:prstGeom prst="rect">
            <a:avLst/>
          </a:prstGeom>
          <a:solidFill>
            <a:srgbClr val="FFFFFF"/>
          </a:solidFill>
        </p:spPr>
        <p:txBody>
          <a:bodyPr/>
          <a:lstStyle>
            <a:lvl1pPr marL="0" indent="0">
              <a:buNone/>
              <a:defRPr b="0" i="0"/>
            </a:lvl1pPr>
          </a:lstStyle>
          <a:p>
            <a:r>
              <a:rPr dirty="0"/>
              <a:t> </a:t>
            </a:r>
          </a:p>
        </p:txBody>
      </p:sp>
    </p:spTree>
    <p:extLst>
      <p:ext uri="{BB962C8B-B14F-4D97-AF65-F5344CB8AC3E}">
        <p14:creationId xmlns:p14="http://schemas.microsoft.com/office/powerpoint/2010/main" val="41666552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w Outline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266025-9E1B-4550-80B7-4233B95E453E}"/>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11" name="Rectangle 10">
            <a:extLst>
              <a:ext uri="{FF2B5EF4-FFF2-40B4-BE49-F238E27FC236}">
                <a16:creationId xmlns:a16="http://schemas.microsoft.com/office/drawing/2014/main" id="{7AC654FB-2923-4D8C-81B0-C376356E3083}"/>
              </a:ext>
            </a:extLst>
          </p:cNvPr>
          <p:cNvSpPr/>
          <p:nvPr/>
        </p:nvSpPr>
        <p:spPr>
          <a:xfrm>
            <a:off x="755737" y="1475752"/>
            <a:ext cx="10753030" cy="4313749"/>
          </a:xfrm>
          <a:prstGeom prst="rect">
            <a:avLst/>
          </a:prstGeom>
          <a:solidFill>
            <a:srgbClr val="FF6600"/>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DDA706AB-1841-43B8-B8CA-8AD6FD12B33A}"/>
              </a:ext>
            </a:extLst>
          </p:cNvPr>
          <p:cNvSpPr/>
          <p:nvPr/>
        </p:nvSpPr>
        <p:spPr>
          <a:xfrm>
            <a:off x="632815" y="1603565"/>
            <a:ext cx="10753344" cy="431596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765981" y="1861232"/>
            <a:ext cx="10431439" cy="3866747"/>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7815964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w Gray Bkg">
    <p:spTree>
      <p:nvGrpSpPr>
        <p:cNvPr id="1" name=""/>
        <p:cNvGrpSpPr/>
        <p:nvPr/>
      </p:nvGrpSpPr>
      <p:grpSpPr>
        <a:xfrm>
          <a:off x="0" y="0"/>
          <a:ext cx="0" cy="0"/>
          <a:chOff x="0" y="0"/>
          <a:chExt cx="0" cy="0"/>
        </a:xfrm>
      </p:grpSpPr>
      <p:sp>
        <p:nvSpPr>
          <p:cNvPr id="6" name="Rectangle 5"/>
          <p:cNvSpPr/>
          <p:nvPr/>
        </p:nvSpPr>
        <p:spPr>
          <a:xfrm>
            <a:off x="0" y="1133856"/>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7"/>
          <p:cNvSpPr>
            <a:spLocks noGrp="1"/>
          </p:cNvSpPr>
          <p:nvPr>
            <p:ph type="body" sz="quarter" idx="13" hasCustomPrompt="1"/>
          </p:nvPr>
        </p:nvSpPr>
        <p:spPr>
          <a:xfrm>
            <a:off x="550069" y="6333336"/>
            <a:ext cx="9634061" cy="239650"/>
          </a:xfrm>
        </p:spPr>
        <p:txBody>
          <a:bodyPr lIns="91440" rIns="91440" anchor="b">
            <a:normAutofit/>
          </a:bodyPr>
          <a:lstStyle>
            <a:lvl1pPr marL="0" indent="0">
              <a:lnSpc>
                <a:spcPct val="90000"/>
              </a:lnSpc>
              <a:spcBef>
                <a:spcPts val="0"/>
              </a:spcBef>
              <a:buNone/>
              <a:defRPr sz="600" b="0" i="0" baseline="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0124983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7" name="Table Placeholder 6"/>
          <p:cNvSpPr>
            <a:spLocks noGrp="1"/>
          </p:cNvSpPr>
          <p:nvPr>
            <p:ph type="tbl" sz="quarter" idx="12"/>
          </p:nvPr>
        </p:nvSpPr>
        <p:spPr>
          <a:xfrm>
            <a:off x="609600" y="1524000"/>
            <a:ext cx="10972800" cy="4610099"/>
          </a:xfrm>
        </p:spPr>
        <p:txBody>
          <a:bodyPr rtlCol="0">
            <a:normAutofit/>
          </a:bodyPr>
          <a:lstStyle>
            <a:lvl1pPr>
              <a:buNone/>
              <a:defRPr b="0" i="0">
                <a:latin typeface="+mn-lt"/>
              </a:defRPr>
            </a:lvl1pPr>
          </a:lstStyle>
          <a:p>
            <a:pPr lvl="0"/>
            <a:r>
              <a:rPr lang="en-US"/>
              <a:t>Click icon to add table</a:t>
            </a:r>
            <a:endParaRPr dirty="0"/>
          </a:p>
        </p:txBody>
      </p:sp>
      <p:sp>
        <p:nvSpPr>
          <p:cNvPr id="11" name="Text Placeholder 7"/>
          <p:cNvSpPr>
            <a:spLocks noGrp="1"/>
          </p:cNvSpPr>
          <p:nvPr>
            <p:ph type="body" sz="quarter" idx="16"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3897822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Illustrative Background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1554641"/>
            <a:ext cx="10972800" cy="3748719"/>
          </a:xfrm>
          <a:prstGeom prst="rect">
            <a:avLst/>
          </a:prstGeom>
          <a:noFill/>
        </p:spPr>
        <p:txBody>
          <a:bodyPr wrap="square" rtlCol="0">
            <a:spAutoFit/>
          </a:bodyPr>
          <a:lstStyle/>
          <a:p>
            <a:pPr algn="ctr">
              <a:lnSpc>
                <a:spcPct val="90000"/>
              </a:lnSpc>
            </a:pPr>
            <a:r>
              <a:rPr sz="8800" dirty="0">
                <a:solidFill>
                  <a:srgbClr val="FFFFFF"/>
                </a:solidFill>
              </a:rPr>
              <a:t>Content Layouts with Illustrative Backgrounds</a:t>
            </a:r>
          </a:p>
        </p:txBody>
      </p:sp>
    </p:spTree>
    <p:extLst>
      <p:ext uri="{BB962C8B-B14F-4D97-AF65-F5344CB8AC3E}">
        <p14:creationId xmlns:p14="http://schemas.microsoft.com/office/powerpoint/2010/main" val="3623580224"/>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w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pic>
        <p:nvPicPr>
          <p:cNvPr id="9" name="Picture 8"/>
          <p:cNvPicPr>
            <a:picLocks noChangeAspect="1"/>
          </p:cNvPicPr>
          <p:nvPr/>
        </p:nvPicPr>
        <p:blipFill rotWithShape="1">
          <a:blip r:embed="rId2">
            <a:alphaModFix amt="60000"/>
            <a:extLst>
              <a:ext uri="{28A0092B-C50C-407E-A947-70E740481C1C}">
                <a14:useLocalDpi xmlns:a14="http://schemas.microsoft.com/office/drawing/2010/main" val="0"/>
              </a:ext>
            </a:extLst>
          </a:blip>
          <a:srcRect r="11461"/>
          <a:stretch/>
        </p:blipFill>
        <p:spPr>
          <a:xfrm>
            <a:off x="8077200" y="1597235"/>
            <a:ext cx="4114800" cy="4647448"/>
          </a:xfrm>
          <a:prstGeom prst="rect">
            <a:avLst/>
          </a:prstGeom>
        </p:spPr>
      </p:pic>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755917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w @ on Lt Gray">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pic>
        <p:nvPicPr>
          <p:cNvPr id="10" name="Picture 9"/>
          <p:cNvPicPr>
            <a:picLocks noChangeAspect="1"/>
          </p:cNvPicPr>
          <p:nvPr/>
        </p:nvPicPr>
        <p:blipFill rotWithShape="1">
          <a:blip r:embed="rId2">
            <a:alphaModFix amt="50000"/>
            <a:extLst>
              <a:ext uri="{28A0092B-C50C-407E-A947-70E740481C1C}">
                <a14:useLocalDpi xmlns:a14="http://schemas.microsoft.com/office/drawing/2010/main" val="0"/>
              </a:ext>
            </a:extLst>
          </a:blip>
          <a:srcRect l="16342" t="6000"/>
          <a:stretch/>
        </p:blipFill>
        <p:spPr>
          <a:xfrm>
            <a:off x="0" y="1130020"/>
            <a:ext cx="3824867" cy="4297659"/>
          </a:xfrm>
          <a:prstGeom prst="rect">
            <a:avLst/>
          </a:prstGeom>
        </p:spPr>
      </p:pic>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2678163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w Illustration">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9" name="Picture 8"/>
          <p:cNvPicPr>
            <a:picLocks noChangeAspect="1"/>
          </p:cNvPicPr>
          <p:nvPr/>
        </p:nvPicPr>
        <p:blipFill>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0" y="1725837"/>
            <a:ext cx="6253708" cy="4598762"/>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3151988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w Map">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3282" name="Picture 3281" descr="A black and white image of a world map&#10;&#10;Description automatically generated with low confidence">
            <a:extLst>
              <a:ext uri="{FF2B5EF4-FFF2-40B4-BE49-F238E27FC236}">
                <a16:creationId xmlns:a16="http://schemas.microsoft.com/office/drawing/2014/main" id="{C5A3C60E-36A9-48A8-9533-08D59839BE3D}"/>
              </a:ext>
            </a:extLst>
          </p:cNvPr>
          <p:cNvPicPr>
            <a:picLocks noChangeAspect="1"/>
          </p:cNvPicPr>
          <p:nvPr/>
        </p:nvPicPr>
        <p:blipFill rotWithShape="1">
          <a:blip r:embed="rId2">
            <a:extLst>
              <a:ext uri="{28A0092B-C50C-407E-A947-70E740481C1C}">
                <a14:useLocalDpi xmlns:a14="http://schemas.microsoft.com/office/drawing/2010/main" val="0"/>
              </a:ext>
            </a:extLst>
          </a:blip>
          <a:srcRect t="16477" b="7777"/>
          <a:stretch/>
        </p:blipFill>
        <p:spPr>
          <a:xfrm>
            <a:off x="0" y="1130021"/>
            <a:ext cx="12191999"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hidden="1"/>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4590002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w Building Block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grpSp>
        <p:nvGrpSpPr>
          <p:cNvPr id="133" name="Graphic 131">
            <a:extLst>
              <a:ext uri="{FF2B5EF4-FFF2-40B4-BE49-F238E27FC236}">
                <a16:creationId xmlns:a16="http://schemas.microsoft.com/office/drawing/2014/main" id="{4E3C3403-A9B4-4F69-B3AA-E7CF7F49D7E9}"/>
              </a:ext>
            </a:extLst>
          </p:cNvPr>
          <p:cNvGrpSpPr/>
          <p:nvPr/>
        </p:nvGrpSpPr>
        <p:grpSpPr>
          <a:xfrm>
            <a:off x="6360899" y="1127034"/>
            <a:ext cx="5903671" cy="5212080"/>
            <a:chOff x="6288329" y="1112520"/>
            <a:chExt cx="5903671" cy="5212080"/>
          </a:xfrm>
        </p:grpSpPr>
        <p:sp>
          <p:nvSpPr>
            <p:cNvPr id="134" name="Freeform: Shape 133">
              <a:extLst>
                <a:ext uri="{FF2B5EF4-FFF2-40B4-BE49-F238E27FC236}">
                  <a16:creationId xmlns:a16="http://schemas.microsoft.com/office/drawing/2014/main" id="{2F82DE6B-87E6-49A6-B094-42DC77627119}"/>
                </a:ext>
              </a:extLst>
            </p:cNvPr>
            <p:cNvSpPr/>
            <p:nvPr/>
          </p:nvSpPr>
          <p:spPr>
            <a:xfrm>
              <a:off x="6298388" y="6107063"/>
              <a:ext cx="947479" cy="199303"/>
            </a:xfrm>
            <a:custGeom>
              <a:avLst/>
              <a:gdLst>
                <a:gd name="connsiteX0" fmla="*/ 0 w 947479"/>
                <a:gd name="connsiteY0" fmla="*/ 199304 h 199303"/>
                <a:gd name="connsiteX1" fmla="*/ 230740 w 947479"/>
                <a:gd name="connsiteY1" fmla="*/ 0 h 199303"/>
                <a:gd name="connsiteX2" fmla="*/ 947480 w 947479"/>
                <a:gd name="connsiteY2" fmla="*/ 0 h 199303"/>
                <a:gd name="connsiteX3" fmla="*/ 760121 w 947479"/>
                <a:gd name="connsiteY3" fmla="*/ 199304 h 199303"/>
              </a:gdLst>
              <a:ahLst/>
              <a:cxnLst>
                <a:cxn ang="0">
                  <a:pos x="connsiteX0" y="connsiteY0"/>
                </a:cxn>
                <a:cxn ang="0">
                  <a:pos x="connsiteX1" y="connsiteY1"/>
                </a:cxn>
                <a:cxn ang="0">
                  <a:pos x="connsiteX2" y="connsiteY2"/>
                </a:cxn>
                <a:cxn ang="0">
                  <a:pos x="connsiteX3" y="connsiteY3"/>
                </a:cxn>
              </a:cxnLst>
              <a:rect l="l" t="t" r="r" b="b"/>
              <a:pathLst>
                <a:path w="947479" h="199303">
                  <a:moveTo>
                    <a:pt x="0" y="199304"/>
                  </a:moveTo>
                  <a:lnTo>
                    <a:pt x="230740" y="0"/>
                  </a:lnTo>
                  <a:lnTo>
                    <a:pt x="947480" y="0"/>
                  </a:lnTo>
                  <a:lnTo>
                    <a:pt x="760121" y="199304"/>
                  </a:lnTo>
                </a:path>
              </a:pathLst>
            </a:custGeom>
            <a:noFill/>
            <a:ln w="31395" cap="flat">
              <a:solidFill>
                <a:srgbClr val="DEDEDD"/>
              </a:solidFill>
              <a:prstDash val="solid"/>
              <a:round/>
            </a:ln>
          </p:spPr>
          <p:txBody>
            <a:bodyPr rtlCol="0" anchor="ctr"/>
            <a:lstStyle/>
            <a:p>
              <a:endParaRPr dirty="0"/>
            </a:p>
          </p:txBody>
        </p:sp>
        <p:sp>
          <p:nvSpPr>
            <p:cNvPr id="135" name="Freeform: Shape 134">
              <a:extLst>
                <a:ext uri="{FF2B5EF4-FFF2-40B4-BE49-F238E27FC236}">
                  <a16:creationId xmlns:a16="http://schemas.microsoft.com/office/drawing/2014/main" id="{F4C973E0-80BD-4982-A1AF-1EAE7010715F}"/>
                </a:ext>
              </a:extLst>
            </p:cNvPr>
            <p:cNvSpPr/>
            <p:nvPr/>
          </p:nvSpPr>
          <p:spPr>
            <a:xfrm>
              <a:off x="6729060" y="5456967"/>
              <a:ext cx="3986706" cy="855686"/>
            </a:xfrm>
            <a:custGeom>
              <a:avLst/>
              <a:gdLst>
                <a:gd name="connsiteX0" fmla="*/ 0 w 3986706"/>
                <a:gd name="connsiteY0" fmla="*/ 855686 h 855686"/>
                <a:gd name="connsiteX1" fmla="*/ 931762 w 3986706"/>
                <a:gd name="connsiteY1" fmla="*/ 0 h 855686"/>
                <a:gd name="connsiteX2" fmla="*/ 3373706 w 3986706"/>
                <a:gd name="connsiteY2" fmla="*/ 0 h 855686"/>
                <a:gd name="connsiteX3" fmla="*/ 3986707 w 3986706"/>
                <a:gd name="connsiteY3" fmla="*/ 855686 h 855686"/>
              </a:gdLst>
              <a:ahLst/>
              <a:cxnLst>
                <a:cxn ang="0">
                  <a:pos x="connsiteX0" y="connsiteY0"/>
                </a:cxn>
                <a:cxn ang="0">
                  <a:pos x="connsiteX1" y="connsiteY1"/>
                </a:cxn>
                <a:cxn ang="0">
                  <a:pos x="connsiteX2" y="connsiteY2"/>
                </a:cxn>
                <a:cxn ang="0">
                  <a:pos x="connsiteX3" y="connsiteY3"/>
                </a:cxn>
              </a:cxnLst>
              <a:rect l="l" t="t" r="r" b="b"/>
              <a:pathLst>
                <a:path w="3986706" h="855686">
                  <a:moveTo>
                    <a:pt x="0" y="855686"/>
                  </a:moveTo>
                  <a:lnTo>
                    <a:pt x="931762" y="0"/>
                  </a:lnTo>
                  <a:lnTo>
                    <a:pt x="3373706" y="0"/>
                  </a:lnTo>
                  <a:lnTo>
                    <a:pt x="3986707" y="855686"/>
                  </a:lnTo>
                </a:path>
              </a:pathLst>
            </a:custGeom>
            <a:noFill/>
            <a:ln w="31395" cap="flat">
              <a:solidFill>
                <a:srgbClr val="DEDEDD"/>
              </a:solidFill>
              <a:prstDash val="solid"/>
              <a:round/>
            </a:ln>
          </p:spPr>
          <p:txBody>
            <a:bodyPr rtlCol="0" anchor="ctr"/>
            <a:lstStyle/>
            <a:p>
              <a:endParaRPr dirty="0"/>
            </a:p>
          </p:txBody>
        </p:sp>
        <p:sp>
          <p:nvSpPr>
            <p:cNvPr id="136" name="Freeform: Shape 135">
              <a:extLst>
                <a:ext uri="{FF2B5EF4-FFF2-40B4-BE49-F238E27FC236}">
                  <a16:creationId xmlns:a16="http://schemas.microsoft.com/office/drawing/2014/main" id="{384799E2-1A4D-496E-9D1D-E41F88904A98}"/>
                </a:ext>
              </a:extLst>
            </p:cNvPr>
            <p:cNvSpPr/>
            <p:nvPr/>
          </p:nvSpPr>
          <p:spPr>
            <a:xfrm>
              <a:off x="7226377" y="5856204"/>
              <a:ext cx="3093297" cy="455192"/>
            </a:xfrm>
            <a:custGeom>
              <a:avLst/>
              <a:gdLst>
                <a:gd name="connsiteX0" fmla="*/ 0 w 3093297"/>
                <a:gd name="connsiteY0" fmla="*/ 0 h 455192"/>
                <a:gd name="connsiteX1" fmla="*/ 2863815 w 3093297"/>
                <a:gd name="connsiteY1" fmla="*/ 0 h 455192"/>
                <a:gd name="connsiteX2" fmla="*/ 3093297 w 3093297"/>
                <a:gd name="connsiteY2" fmla="*/ 455193 h 455192"/>
              </a:gdLst>
              <a:ahLst/>
              <a:cxnLst>
                <a:cxn ang="0">
                  <a:pos x="connsiteX0" y="connsiteY0"/>
                </a:cxn>
                <a:cxn ang="0">
                  <a:pos x="connsiteX1" y="connsiteY1"/>
                </a:cxn>
                <a:cxn ang="0">
                  <a:pos x="connsiteX2" y="connsiteY2"/>
                </a:cxn>
              </a:cxnLst>
              <a:rect l="l" t="t" r="r" b="b"/>
              <a:pathLst>
                <a:path w="3093297" h="455192">
                  <a:moveTo>
                    <a:pt x="0" y="0"/>
                  </a:moveTo>
                  <a:lnTo>
                    <a:pt x="2863815" y="0"/>
                  </a:lnTo>
                  <a:lnTo>
                    <a:pt x="3093297" y="455193"/>
                  </a:lnTo>
                </a:path>
              </a:pathLst>
            </a:custGeom>
            <a:noFill/>
            <a:ln w="31395" cap="flat">
              <a:solidFill>
                <a:srgbClr val="DEDEDD"/>
              </a:solidFill>
              <a:prstDash val="solid"/>
              <a:round/>
            </a:ln>
          </p:spPr>
          <p:txBody>
            <a:bodyPr rtlCol="0" anchor="ctr"/>
            <a:lstStyle/>
            <a:p>
              <a:endParaRPr dirty="0"/>
            </a:p>
          </p:txBody>
        </p:sp>
        <p:sp>
          <p:nvSpPr>
            <p:cNvPr id="137" name="Freeform: Shape 136">
              <a:extLst>
                <a:ext uri="{FF2B5EF4-FFF2-40B4-BE49-F238E27FC236}">
                  <a16:creationId xmlns:a16="http://schemas.microsoft.com/office/drawing/2014/main" id="{1BCFA082-97EE-4E6B-9642-1519D7F2878C}"/>
                </a:ext>
              </a:extLst>
            </p:cNvPr>
            <p:cNvSpPr/>
            <p:nvPr/>
          </p:nvSpPr>
          <p:spPr>
            <a:xfrm>
              <a:off x="10090192" y="5858090"/>
              <a:ext cx="6287" cy="463365"/>
            </a:xfrm>
            <a:custGeom>
              <a:avLst/>
              <a:gdLst>
                <a:gd name="connsiteX0" fmla="*/ 0 w 6287"/>
                <a:gd name="connsiteY0" fmla="*/ 0 h 463365"/>
                <a:gd name="connsiteX1" fmla="*/ 0 w 6287"/>
                <a:gd name="connsiteY1" fmla="*/ 463366 h 463365"/>
              </a:gdLst>
              <a:ahLst/>
              <a:cxnLst>
                <a:cxn ang="0">
                  <a:pos x="connsiteX0" y="connsiteY0"/>
                </a:cxn>
                <a:cxn ang="0">
                  <a:pos x="connsiteX1" y="connsiteY1"/>
                </a:cxn>
              </a:cxnLst>
              <a:rect l="l" t="t" r="r" b="b"/>
              <a:pathLst>
                <a:path w="6287" h="463365">
                  <a:moveTo>
                    <a:pt x="0" y="0"/>
                  </a:moveTo>
                  <a:lnTo>
                    <a:pt x="0" y="463366"/>
                  </a:lnTo>
                </a:path>
              </a:pathLst>
            </a:custGeom>
            <a:ln w="31395" cap="flat">
              <a:solidFill>
                <a:srgbClr val="DEDEDD"/>
              </a:solidFill>
              <a:prstDash val="solid"/>
              <a:round/>
            </a:ln>
          </p:spPr>
          <p:txBody>
            <a:bodyPr rtlCol="0" anchor="ctr"/>
            <a:lstStyle/>
            <a:p>
              <a:endParaRPr dirty="0"/>
            </a:p>
          </p:txBody>
        </p:sp>
        <p:sp>
          <p:nvSpPr>
            <p:cNvPr id="138" name="Freeform: Shape 137">
              <a:extLst>
                <a:ext uri="{FF2B5EF4-FFF2-40B4-BE49-F238E27FC236}">
                  <a16:creationId xmlns:a16="http://schemas.microsoft.com/office/drawing/2014/main" id="{FB2B7554-A8CC-4913-8E89-F14B78F12049}"/>
                </a:ext>
              </a:extLst>
            </p:cNvPr>
            <p:cNvSpPr/>
            <p:nvPr/>
          </p:nvSpPr>
          <p:spPr>
            <a:xfrm>
              <a:off x="7660822" y="5456967"/>
              <a:ext cx="1050589" cy="399236"/>
            </a:xfrm>
            <a:custGeom>
              <a:avLst/>
              <a:gdLst>
                <a:gd name="connsiteX0" fmla="*/ 0 w 1050589"/>
                <a:gd name="connsiteY0" fmla="*/ 0 h 399236"/>
                <a:gd name="connsiteX1" fmla="*/ 1050589 w 1050589"/>
                <a:gd name="connsiteY1" fmla="*/ 0 h 399236"/>
                <a:gd name="connsiteX2" fmla="*/ 1050589 w 1050589"/>
                <a:gd name="connsiteY2" fmla="*/ 399237 h 399236"/>
                <a:gd name="connsiteX3" fmla="*/ 0 w 1050589"/>
                <a:gd name="connsiteY3" fmla="*/ 399237 h 399236"/>
              </a:gdLst>
              <a:ahLst/>
              <a:cxnLst>
                <a:cxn ang="0">
                  <a:pos x="connsiteX0" y="connsiteY0"/>
                </a:cxn>
                <a:cxn ang="0">
                  <a:pos x="connsiteX1" y="connsiteY1"/>
                </a:cxn>
                <a:cxn ang="0">
                  <a:pos x="connsiteX2" y="connsiteY2"/>
                </a:cxn>
                <a:cxn ang="0">
                  <a:pos x="connsiteX3" y="connsiteY3"/>
                </a:cxn>
              </a:cxnLst>
              <a:rect l="l" t="t" r="r" b="b"/>
              <a:pathLst>
                <a:path w="1050589" h="399236">
                  <a:moveTo>
                    <a:pt x="0" y="0"/>
                  </a:moveTo>
                  <a:lnTo>
                    <a:pt x="1050589" y="0"/>
                  </a:lnTo>
                  <a:lnTo>
                    <a:pt x="1050589" y="399237"/>
                  </a:lnTo>
                  <a:lnTo>
                    <a:pt x="0" y="399237"/>
                  </a:lnTo>
                  <a:close/>
                </a:path>
              </a:pathLst>
            </a:custGeom>
            <a:noFill/>
            <a:ln w="31395" cap="flat">
              <a:solidFill>
                <a:srgbClr val="DEDEDD"/>
              </a:solidFill>
              <a:prstDash val="solid"/>
              <a:round/>
            </a:ln>
          </p:spPr>
          <p:txBody>
            <a:bodyPr rtlCol="0" anchor="ctr"/>
            <a:lstStyle/>
            <a:p>
              <a:endParaRPr dirty="0"/>
            </a:p>
          </p:txBody>
        </p:sp>
        <p:sp>
          <p:nvSpPr>
            <p:cNvPr id="139" name="Freeform: Shape 138">
              <a:extLst>
                <a:ext uri="{FF2B5EF4-FFF2-40B4-BE49-F238E27FC236}">
                  <a16:creationId xmlns:a16="http://schemas.microsoft.com/office/drawing/2014/main" id="{B1E24491-75A3-476A-8E12-AADF8ACD8959}"/>
                </a:ext>
              </a:extLst>
            </p:cNvPr>
            <p:cNvSpPr/>
            <p:nvPr/>
          </p:nvSpPr>
          <p:spPr>
            <a:xfrm>
              <a:off x="7660822" y="5584597"/>
              <a:ext cx="1119119" cy="271606"/>
            </a:xfrm>
            <a:custGeom>
              <a:avLst/>
              <a:gdLst>
                <a:gd name="connsiteX0" fmla="*/ 1050589 w 1119119"/>
                <a:gd name="connsiteY0" fmla="*/ 271607 h 271606"/>
                <a:gd name="connsiteX1" fmla="*/ 0 w 1119119"/>
                <a:gd name="connsiteY1" fmla="*/ 271607 h 271606"/>
                <a:gd name="connsiteX2" fmla="*/ 217537 w 1119119"/>
                <a:gd name="connsiteY2" fmla="*/ 0 h 271606"/>
                <a:gd name="connsiteX3" fmla="*/ 1119120 w 1119119"/>
                <a:gd name="connsiteY3" fmla="*/ 0 h 271606"/>
              </a:gdLst>
              <a:ahLst/>
              <a:cxnLst>
                <a:cxn ang="0">
                  <a:pos x="connsiteX0" y="connsiteY0"/>
                </a:cxn>
                <a:cxn ang="0">
                  <a:pos x="connsiteX1" y="connsiteY1"/>
                </a:cxn>
                <a:cxn ang="0">
                  <a:pos x="connsiteX2" y="connsiteY2"/>
                </a:cxn>
                <a:cxn ang="0">
                  <a:pos x="connsiteX3" y="connsiteY3"/>
                </a:cxn>
              </a:cxnLst>
              <a:rect l="l" t="t" r="r" b="b"/>
              <a:pathLst>
                <a:path w="1119119" h="271606">
                  <a:moveTo>
                    <a:pt x="1050589" y="271607"/>
                  </a:moveTo>
                  <a:lnTo>
                    <a:pt x="0" y="271607"/>
                  </a:lnTo>
                  <a:lnTo>
                    <a:pt x="217537" y="0"/>
                  </a:lnTo>
                  <a:lnTo>
                    <a:pt x="1119120" y="0"/>
                  </a:lnTo>
                  <a:close/>
                </a:path>
              </a:pathLst>
            </a:custGeom>
            <a:noFill/>
            <a:ln w="31395" cap="flat">
              <a:solidFill>
                <a:srgbClr val="DEDEDD"/>
              </a:solidFill>
              <a:prstDash val="solid"/>
              <a:round/>
            </a:ln>
          </p:spPr>
          <p:txBody>
            <a:bodyPr rtlCol="0" anchor="ctr"/>
            <a:lstStyle/>
            <a:p>
              <a:endParaRPr dirty="0"/>
            </a:p>
          </p:txBody>
        </p:sp>
        <p:sp>
          <p:nvSpPr>
            <p:cNvPr id="140" name="Freeform: Shape 139">
              <a:extLst>
                <a:ext uri="{FF2B5EF4-FFF2-40B4-BE49-F238E27FC236}">
                  <a16:creationId xmlns:a16="http://schemas.microsoft.com/office/drawing/2014/main" id="{7878C88E-0B52-47A9-A34D-F28ED360ED0D}"/>
                </a:ext>
              </a:extLst>
            </p:cNvPr>
            <p:cNvSpPr/>
            <p:nvPr/>
          </p:nvSpPr>
          <p:spPr>
            <a:xfrm>
              <a:off x="10102766" y="4514518"/>
              <a:ext cx="2080430" cy="942449"/>
            </a:xfrm>
            <a:custGeom>
              <a:avLst/>
              <a:gdLst>
                <a:gd name="connsiteX0" fmla="*/ 0 w 2080430"/>
                <a:gd name="connsiteY0" fmla="*/ 942450 h 942449"/>
                <a:gd name="connsiteX1" fmla="*/ 0 w 2080430"/>
                <a:gd name="connsiteY1" fmla="*/ 0 h 942449"/>
                <a:gd name="connsiteX2" fmla="*/ 209363 w 2080430"/>
                <a:gd name="connsiteY2" fmla="*/ 81105 h 942449"/>
                <a:gd name="connsiteX3" fmla="*/ 2080431 w 2080430"/>
                <a:gd name="connsiteY3" fmla="*/ 81105 h 942449"/>
              </a:gdLst>
              <a:ahLst/>
              <a:cxnLst>
                <a:cxn ang="0">
                  <a:pos x="connsiteX0" y="connsiteY0"/>
                </a:cxn>
                <a:cxn ang="0">
                  <a:pos x="connsiteX1" y="connsiteY1"/>
                </a:cxn>
                <a:cxn ang="0">
                  <a:pos x="connsiteX2" y="connsiteY2"/>
                </a:cxn>
                <a:cxn ang="0">
                  <a:pos x="connsiteX3" y="connsiteY3"/>
                </a:cxn>
              </a:cxnLst>
              <a:rect l="l" t="t" r="r" b="b"/>
              <a:pathLst>
                <a:path w="2080430" h="942449">
                  <a:moveTo>
                    <a:pt x="0" y="942450"/>
                  </a:moveTo>
                  <a:lnTo>
                    <a:pt x="0" y="0"/>
                  </a:lnTo>
                  <a:lnTo>
                    <a:pt x="209363" y="81105"/>
                  </a:lnTo>
                  <a:lnTo>
                    <a:pt x="2080431" y="81105"/>
                  </a:lnTo>
                </a:path>
              </a:pathLst>
            </a:custGeom>
            <a:noFill/>
            <a:ln w="31395" cap="flat">
              <a:solidFill>
                <a:srgbClr val="DEDEDD"/>
              </a:solidFill>
              <a:prstDash val="solid"/>
              <a:round/>
            </a:ln>
          </p:spPr>
          <p:txBody>
            <a:bodyPr rtlCol="0" anchor="ctr"/>
            <a:lstStyle/>
            <a:p>
              <a:endParaRPr dirty="0"/>
            </a:p>
          </p:txBody>
        </p:sp>
        <p:sp>
          <p:nvSpPr>
            <p:cNvPr id="141" name="Freeform: Shape 140">
              <a:extLst>
                <a:ext uri="{FF2B5EF4-FFF2-40B4-BE49-F238E27FC236}">
                  <a16:creationId xmlns:a16="http://schemas.microsoft.com/office/drawing/2014/main" id="{CDEF9AA7-700A-4207-BBB7-DD13809BA1CF}"/>
                </a:ext>
              </a:extLst>
            </p:cNvPr>
            <p:cNvSpPr/>
            <p:nvPr/>
          </p:nvSpPr>
          <p:spPr>
            <a:xfrm>
              <a:off x="8204035" y="1120693"/>
              <a:ext cx="3979162" cy="1042416"/>
            </a:xfrm>
            <a:custGeom>
              <a:avLst/>
              <a:gdLst>
                <a:gd name="connsiteX0" fmla="*/ 0 w 3979162"/>
                <a:gd name="connsiteY0" fmla="*/ 0 h 1042416"/>
                <a:gd name="connsiteX1" fmla="*/ 333850 w 3979162"/>
                <a:gd name="connsiteY1" fmla="*/ 1042416 h 1042416"/>
                <a:gd name="connsiteX2" fmla="*/ 3979162 w 3979162"/>
                <a:gd name="connsiteY2" fmla="*/ 1042416 h 1042416"/>
              </a:gdLst>
              <a:ahLst/>
              <a:cxnLst>
                <a:cxn ang="0">
                  <a:pos x="connsiteX0" y="connsiteY0"/>
                </a:cxn>
                <a:cxn ang="0">
                  <a:pos x="connsiteX1" y="connsiteY1"/>
                </a:cxn>
                <a:cxn ang="0">
                  <a:pos x="connsiteX2" y="connsiteY2"/>
                </a:cxn>
              </a:cxnLst>
              <a:rect l="l" t="t" r="r" b="b"/>
              <a:pathLst>
                <a:path w="3979162" h="1042416">
                  <a:moveTo>
                    <a:pt x="0" y="0"/>
                  </a:moveTo>
                  <a:lnTo>
                    <a:pt x="333850" y="1042416"/>
                  </a:lnTo>
                  <a:lnTo>
                    <a:pt x="3979162" y="1042416"/>
                  </a:lnTo>
                </a:path>
              </a:pathLst>
            </a:custGeom>
            <a:noFill/>
            <a:ln w="31395" cap="flat">
              <a:solidFill>
                <a:srgbClr val="DEDEDD"/>
              </a:solidFill>
              <a:prstDash val="solid"/>
              <a:round/>
            </a:ln>
          </p:spPr>
          <p:txBody>
            <a:bodyPr rtlCol="0" anchor="ctr"/>
            <a:lstStyle/>
            <a:p>
              <a:endParaRPr dirty="0"/>
            </a:p>
          </p:txBody>
        </p:sp>
        <p:sp>
          <p:nvSpPr>
            <p:cNvPr id="142" name="Freeform: Shape 141">
              <a:extLst>
                <a:ext uri="{FF2B5EF4-FFF2-40B4-BE49-F238E27FC236}">
                  <a16:creationId xmlns:a16="http://schemas.microsoft.com/office/drawing/2014/main" id="{B7443B65-76E9-4814-8698-8F794564A7FF}"/>
                </a:ext>
              </a:extLst>
            </p:cNvPr>
            <p:cNvSpPr/>
            <p:nvPr/>
          </p:nvSpPr>
          <p:spPr>
            <a:xfrm>
              <a:off x="8537885" y="1120693"/>
              <a:ext cx="6287" cy="1042416"/>
            </a:xfrm>
            <a:custGeom>
              <a:avLst/>
              <a:gdLst>
                <a:gd name="connsiteX0" fmla="*/ 0 w 6287"/>
                <a:gd name="connsiteY0" fmla="*/ 1042416 h 1042416"/>
                <a:gd name="connsiteX1" fmla="*/ 0 w 6287"/>
                <a:gd name="connsiteY1" fmla="*/ 0 h 1042416"/>
              </a:gdLst>
              <a:ahLst/>
              <a:cxnLst>
                <a:cxn ang="0">
                  <a:pos x="connsiteX0" y="connsiteY0"/>
                </a:cxn>
                <a:cxn ang="0">
                  <a:pos x="connsiteX1" y="connsiteY1"/>
                </a:cxn>
              </a:cxnLst>
              <a:rect l="l" t="t" r="r" b="b"/>
              <a:pathLst>
                <a:path w="6287" h="1042416">
                  <a:moveTo>
                    <a:pt x="0" y="1042416"/>
                  </a:moveTo>
                  <a:lnTo>
                    <a:pt x="0" y="0"/>
                  </a:lnTo>
                </a:path>
              </a:pathLst>
            </a:custGeom>
            <a:ln w="31395" cap="flat">
              <a:solidFill>
                <a:srgbClr val="DEDEDD"/>
              </a:solidFill>
              <a:prstDash val="solid"/>
              <a:round/>
            </a:ln>
          </p:spPr>
          <p:txBody>
            <a:bodyPr rtlCol="0" anchor="ctr"/>
            <a:lstStyle/>
            <a:p>
              <a:endParaRPr dirty="0"/>
            </a:p>
          </p:txBody>
        </p:sp>
        <p:sp>
          <p:nvSpPr>
            <p:cNvPr id="143" name="Freeform: Shape 142">
              <a:extLst>
                <a:ext uri="{FF2B5EF4-FFF2-40B4-BE49-F238E27FC236}">
                  <a16:creationId xmlns:a16="http://schemas.microsoft.com/office/drawing/2014/main" id="{0A041A74-09A8-4DE2-ADC8-16F9857F3C11}"/>
                </a:ext>
              </a:extLst>
            </p:cNvPr>
            <p:cNvSpPr/>
            <p:nvPr/>
          </p:nvSpPr>
          <p:spPr>
            <a:xfrm>
              <a:off x="8473756" y="1961919"/>
              <a:ext cx="3709441" cy="6287"/>
            </a:xfrm>
            <a:custGeom>
              <a:avLst/>
              <a:gdLst>
                <a:gd name="connsiteX0" fmla="*/ 0 w 3709441"/>
                <a:gd name="connsiteY0" fmla="*/ 0 h 6287"/>
                <a:gd name="connsiteX1" fmla="*/ 3709442 w 3709441"/>
                <a:gd name="connsiteY1" fmla="*/ 0 h 6287"/>
              </a:gdLst>
              <a:ahLst/>
              <a:cxnLst>
                <a:cxn ang="0">
                  <a:pos x="connsiteX0" y="connsiteY0"/>
                </a:cxn>
                <a:cxn ang="0">
                  <a:pos x="connsiteX1" y="connsiteY1"/>
                </a:cxn>
              </a:cxnLst>
              <a:rect l="l" t="t" r="r" b="b"/>
              <a:pathLst>
                <a:path w="3709441" h="6287">
                  <a:moveTo>
                    <a:pt x="0" y="0"/>
                  </a:moveTo>
                  <a:lnTo>
                    <a:pt x="3709442" y="0"/>
                  </a:lnTo>
                </a:path>
              </a:pathLst>
            </a:custGeom>
            <a:ln w="31395" cap="flat">
              <a:solidFill>
                <a:srgbClr val="DEDEDD"/>
              </a:solidFill>
              <a:prstDash val="solid"/>
              <a:round/>
            </a:ln>
          </p:spPr>
          <p:txBody>
            <a:bodyPr rtlCol="0" anchor="ctr"/>
            <a:lstStyle/>
            <a:p>
              <a:endParaRPr dirty="0"/>
            </a:p>
          </p:txBody>
        </p:sp>
        <p:sp>
          <p:nvSpPr>
            <p:cNvPr id="144" name="Freeform: Shape 143">
              <a:extLst>
                <a:ext uri="{FF2B5EF4-FFF2-40B4-BE49-F238E27FC236}">
                  <a16:creationId xmlns:a16="http://schemas.microsoft.com/office/drawing/2014/main" id="{AAE2C5BE-27C2-4BCE-BCA7-C865AE151BA6}"/>
                </a:ext>
              </a:extLst>
            </p:cNvPr>
            <p:cNvSpPr/>
            <p:nvPr/>
          </p:nvSpPr>
          <p:spPr>
            <a:xfrm>
              <a:off x="9939300" y="1551365"/>
              <a:ext cx="805388" cy="1181362"/>
            </a:xfrm>
            <a:custGeom>
              <a:avLst/>
              <a:gdLst>
                <a:gd name="connsiteX0" fmla="*/ 805389 w 805388"/>
                <a:gd name="connsiteY0" fmla="*/ 1181363 h 1181362"/>
                <a:gd name="connsiteX1" fmla="*/ 0 w 805388"/>
                <a:gd name="connsiteY1" fmla="*/ 1181363 h 1181362"/>
                <a:gd name="connsiteX2" fmla="*/ 0 w 805388"/>
                <a:gd name="connsiteY2" fmla="*/ 0 h 1181362"/>
                <a:gd name="connsiteX3" fmla="*/ 792814 w 805388"/>
                <a:gd name="connsiteY3" fmla="*/ 0 h 1181362"/>
              </a:gdLst>
              <a:ahLst/>
              <a:cxnLst>
                <a:cxn ang="0">
                  <a:pos x="connsiteX0" y="connsiteY0"/>
                </a:cxn>
                <a:cxn ang="0">
                  <a:pos x="connsiteX1" y="connsiteY1"/>
                </a:cxn>
                <a:cxn ang="0">
                  <a:pos x="connsiteX2" y="connsiteY2"/>
                </a:cxn>
                <a:cxn ang="0">
                  <a:pos x="connsiteX3" y="connsiteY3"/>
                </a:cxn>
              </a:cxnLst>
              <a:rect l="l" t="t" r="r" b="b"/>
              <a:pathLst>
                <a:path w="805388" h="1181362">
                  <a:moveTo>
                    <a:pt x="805389" y="1181363"/>
                  </a:moveTo>
                  <a:lnTo>
                    <a:pt x="0" y="1181363"/>
                  </a:lnTo>
                  <a:lnTo>
                    <a:pt x="0" y="0"/>
                  </a:lnTo>
                  <a:lnTo>
                    <a:pt x="792814" y="0"/>
                  </a:lnTo>
                  <a:close/>
                </a:path>
              </a:pathLst>
            </a:custGeom>
            <a:noFill/>
            <a:ln w="31395" cap="flat">
              <a:solidFill>
                <a:srgbClr val="DEDEDD"/>
              </a:solidFill>
              <a:prstDash val="solid"/>
              <a:round/>
            </a:ln>
          </p:spPr>
          <p:txBody>
            <a:bodyPr rtlCol="0" anchor="ctr"/>
            <a:lstStyle/>
            <a:p>
              <a:endParaRPr dirty="0"/>
            </a:p>
          </p:txBody>
        </p:sp>
        <p:sp>
          <p:nvSpPr>
            <p:cNvPr id="145" name="Freeform: Shape 144">
              <a:extLst>
                <a:ext uri="{FF2B5EF4-FFF2-40B4-BE49-F238E27FC236}">
                  <a16:creationId xmlns:a16="http://schemas.microsoft.com/office/drawing/2014/main" id="{2ECE9289-D072-46C2-9E1E-079A1818D4FD}"/>
                </a:ext>
              </a:extLst>
            </p:cNvPr>
            <p:cNvSpPr/>
            <p:nvPr/>
          </p:nvSpPr>
          <p:spPr>
            <a:xfrm>
              <a:off x="10403923" y="1120693"/>
              <a:ext cx="1779274" cy="1734635"/>
            </a:xfrm>
            <a:custGeom>
              <a:avLst/>
              <a:gdLst>
                <a:gd name="connsiteX0" fmla="*/ 587224 w 1779274"/>
                <a:gd name="connsiteY0" fmla="*/ 0 h 1734635"/>
                <a:gd name="connsiteX1" fmla="*/ 0 w 1779274"/>
                <a:gd name="connsiteY1" fmla="*/ 946222 h 1734635"/>
                <a:gd name="connsiteX2" fmla="*/ 12574 w 1779274"/>
                <a:gd name="connsiteY2" fmla="*/ 1734636 h 1734635"/>
                <a:gd name="connsiteX3" fmla="*/ 1779275 w 1779274"/>
                <a:gd name="connsiteY3" fmla="*/ 1734636 h 1734635"/>
              </a:gdLst>
              <a:ahLst/>
              <a:cxnLst>
                <a:cxn ang="0">
                  <a:pos x="connsiteX0" y="connsiteY0"/>
                </a:cxn>
                <a:cxn ang="0">
                  <a:pos x="connsiteX1" y="connsiteY1"/>
                </a:cxn>
                <a:cxn ang="0">
                  <a:pos x="connsiteX2" y="connsiteY2"/>
                </a:cxn>
                <a:cxn ang="0">
                  <a:pos x="connsiteX3" y="connsiteY3"/>
                </a:cxn>
              </a:cxnLst>
              <a:rect l="l" t="t" r="r" b="b"/>
              <a:pathLst>
                <a:path w="1779274" h="1734635">
                  <a:moveTo>
                    <a:pt x="587224" y="0"/>
                  </a:moveTo>
                  <a:lnTo>
                    <a:pt x="0" y="946222"/>
                  </a:lnTo>
                  <a:lnTo>
                    <a:pt x="12574" y="1734636"/>
                  </a:lnTo>
                  <a:lnTo>
                    <a:pt x="1779275" y="1734636"/>
                  </a:lnTo>
                </a:path>
              </a:pathLst>
            </a:custGeom>
            <a:noFill/>
            <a:ln w="31395" cap="flat">
              <a:solidFill>
                <a:srgbClr val="DEDEDD"/>
              </a:solidFill>
              <a:prstDash val="solid"/>
              <a:round/>
            </a:ln>
          </p:spPr>
          <p:txBody>
            <a:bodyPr rtlCol="0" anchor="ctr"/>
            <a:lstStyle/>
            <a:p>
              <a:endParaRPr dirty="0"/>
            </a:p>
          </p:txBody>
        </p:sp>
        <p:sp>
          <p:nvSpPr>
            <p:cNvPr id="146" name="Freeform: Shape 145">
              <a:extLst>
                <a:ext uri="{FF2B5EF4-FFF2-40B4-BE49-F238E27FC236}">
                  <a16:creationId xmlns:a16="http://schemas.microsoft.com/office/drawing/2014/main" id="{CE3E6FAA-FC68-4A0E-AD3A-C9495549A0A8}"/>
                </a:ext>
              </a:extLst>
            </p:cNvPr>
            <p:cNvSpPr/>
            <p:nvPr/>
          </p:nvSpPr>
          <p:spPr>
            <a:xfrm>
              <a:off x="10815734" y="1404245"/>
              <a:ext cx="1367463" cy="1051846"/>
            </a:xfrm>
            <a:custGeom>
              <a:avLst/>
              <a:gdLst>
                <a:gd name="connsiteX0" fmla="*/ 1367464 w 1367463"/>
                <a:gd name="connsiteY0" fmla="*/ 1051847 h 1051846"/>
                <a:gd name="connsiteX1" fmla="*/ 10060 w 1367463"/>
                <a:gd name="connsiteY1" fmla="*/ 1051847 h 1051846"/>
                <a:gd name="connsiteX2" fmla="*/ 0 w 1367463"/>
                <a:gd name="connsiteY2" fmla="*/ 0 h 1051846"/>
                <a:gd name="connsiteX3" fmla="*/ 1112204 w 1367463"/>
                <a:gd name="connsiteY3" fmla="*/ 0 h 1051846"/>
                <a:gd name="connsiteX4" fmla="*/ 1132952 w 1367463"/>
                <a:gd name="connsiteY4" fmla="*/ 1051847 h 1051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463" h="1051846">
                  <a:moveTo>
                    <a:pt x="1367464" y="1051847"/>
                  </a:moveTo>
                  <a:lnTo>
                    <a:pt x="10060" y="1051847"/>
                  </a:lnTo>
                  <a:lnTo>
                    <a:pt x="0" y="0"/>
                  </a:lnTo>
                  <a:lnTo>
                    <a:pt x="1112204" y="0"/>
                  </a:lnTo>
                  <a:lnTo>
                    <a:pt x="1132952" y="1051847"/>
                  </a:lnTo>
                </a:path>
              </a:pathLst>
            </a:custGeom>
            <a:noFill/>
            <a:ln w="31395" cap="flat">
              <a:solidFill>
                <a:srgbClr val="DEDEDD"/>
              </a:solidFill>
              <a:prstDash val="solid"/>
              <a:round/>
            </a:ln>
          </p:spPr>
          <p:txBody>
            <a:bodyPr rtlCol="0" anchor="ctr"/>
            <a:lstStyle/>
            <a:p>
              <a:endParaRPr dirty="0"/>
            </a:p>
          </p:txBody>
        </p:sp>
        <p:sp>
          <p:nvSpPr>
            <p:cNvPr id="147" name="Freeform: Shape 146">
              <a:extLst>
                <a:ext uri="{FF2B5EF4-FFF2-40B4-BE49-F238E27FC236}">
                  <a16:creationId xmlns:a16="http://schemas.microsoft.com/office/drawing/2014/main" id="{6BEC4ABB-639D-41E1-9F8D-C65B7D3C1D19}"/>
                </a:ext>
              </a:extLst>
            </p:cNvPr>
            <p:cNvSpPr/>
            <p:nvPr/>
          </p:nvSpPr>
          <p:spPr>
            <a:xfrm>
              <a:off x="11116890" y="1120693"/>
              <a:ext cx="10059" cy="1042416"/>
            </a:xfrm>
            <a:custGeom>
              <a:avLst/>
              <a:gdLst>
                <a:gd name="connsiteX0" fmla="*/ 10059 w 10059"/>
                <a:gd name="connsiteY0" fmla="*/ 1042416 h 1042416"/>
                <a:gd name="connsiteX1" fmla="*/ 0 w 10059"/>
                <a:gd name="connsiteY1" fmla="*/ 0 h 1042416"/>
              </a:gdLst>
              <a:ahLst/>
              <a:cxnLst>
                <a:cxn ang="0">
                  <a:pos x="connsiteX0" y="connsiteY0"/>
                </a:cxn>
                <a:cxn ang="0">
                  <a:pos x="connsiteX1" y="connsiteY1"/>
                </a:cxn>
              </a:cxnLst>
              <a:rect l="l" t="t" r="r" b="b"/>
              <a:pathLst>
                <a:path w="10059" h="1042416">
                  <a:moveTo>
                    <a:pt x="10059" y="1042416"/>
                  </a:moveTo>
                  <a:lnTo>
                    <a:pt x="0" y="0"/>
                  </a:lnTo>
                </a:path>
              </a:pathLst>
            </a:custGeom>
            <a:ln w="31395" cap="flat">
              <a:solidFill>
                <a:srgbClr val="DEDEDD"/>
              </a:solidFill>
              <a:prstDash val="solid"/>
              <a:round/>
            </a:ln>
          </p:spPr>
          <p:txBody>
            <a:bodyPr rtlCol="0" anchor="ctr"/>
            <a:lstStyle/>
            <a:p>
              <a:endParaRPr dirty="0"/>
            </a:p>
          </p:txBody>
        </p:sp>
        <p:sp>
          <p:nvSpPr>
            <p:cNvPr id="148" name="Freeform: Shape 147">
              <a:extLst>
                <a:ext uri="{FF2B5EF4-FFF2-40B4-BE49-F238E27FC236}">
                  <a16:creationId xmlns:a16="http://schemas.microsoft.com/office/drawing/2014/main" id="{8FAD59E1-F436-47B6-A0A7-A86A185DEBFF}"/>
                </a:ext>
              </a:extLst>
            </p:cNvPr>
            <p:cNvSpPr/>
            <p:nvPr/>
          </p:nvSpPr>
          <p:spPr>
            <a:xfrm>
              <a:off x="11927938" y="1165961"/>
              <a:ext cx="255259" cy="238284"/>
            </a:xfrm>
            <a:custGeom>
              <a:avLst/>
              <a:gdLst>
                <a:gd name="connsiteX0" fmla="*/ 255260 w 255259"/>
                <a:gd name="connsiteY0" fmla="*/ 0 h 238284"/>
                <a:gd name="connsiteX1" fmla="*/ 0 w 255259"/>
                <a:gd name="connsiteY1" fmla="*/ 238284 h 238284"/>
              </a:gdLst>
              <a:ahLst/>
              <a:cxnLst>
                <a:cxn ang="0">
                  <a:pos x="connsiteX0" y="connsiteY0"/>
                </a:cxn>
                <a:cxn ang="0">
                  <a:pos x="connsiteX1" y="connsiteY1"/>
                </a:cxn>
              </a:cxnLst>
              <a:rect l="l" t="t" r="r" b="b"/>
              <a:pathLst>
                <a:path w="255259" h="238284">
                  <a:moveTo>
                    <a:pt x="255260" y="0"/>
                  </a:moveTo>
                  <a:lnTo>
                    <a:pt x="0" y="238284"/>
                  </a:lnTo>
                </a:path>
              </a:pathLst>
            </a:custGeom>
            <a:ln w="31395" cap="flat">
              <a:solidFill>
                <a:srgbClr val="DEDEDD"/>
              </a:solidFill>
              <a:prstDash val="solid"/>
              <a:round/>
            </a:ln>
          </p:spPr>
          <p:txBody>
            <a:bodyPr rtlCol="0" anchor="ctr"/>
            <a:lstStyle/>
            <a:p>
              <a:endParaRPr dirty="0"/>
            </a:p>
          </p:txBody>
        </p:sp>
        <p:sp>
          <p:nvSpPr>
            <p:cNvPr id="149" name="Freeform: Shape 148">
              <a:extLst>
                <a:ext uri="{FF2B5EF4-FFF2-40B4-BE49-F238E27FC236}">
                  <a16:creationId xmlns:a16="http://schemas.microsoft.com/office/drawing/2014/main" id="{05CF6227-A0CC-41F1-8CBA-D31D88A6C23C}"/>
                </a:ext>
              </a:extLst>
            </p:cNvPr>
            <p:cNvSpPr/>
            <p:nvPr/>
          </p:nvSpPr>
          <p:spPr>
            <a:xfrm>
              <a:off x="10112826" y="1599777"/>
              <a:ext cx="1818883" cy="1044302"/>
            </a:xfrm>
            <a:custGeom>
              <a:avLst/>
              <a:gdLst>
                <a:gd name="connsiteX0" fmla="*/ 0 w 1818883"/>
                <a:gd name="connsiteY0" fmla="*/ 1044302 h 1044302"/>
                <a:gd name="connsiteX1" fmla="*/ 660155 w 1818883"/>
                <a:gd name="connsiteY1" fmla="*/ 1044302 h 1044302"/>
                <a:gd name="connsiteX2" fmla="*/ 1818884 w 1818883"/>
                <a:gd name="connsiteY2" fmla="*/ 0 h 1044302"/>
                <a:gd name="connsiteX3" fmla="*/ 702908 w 1818883"/>
                <a:gd name="connsiteY3" fmla="*/ 0 h 1044302"/>
              </a:gdLst>
              <a:ahLst/>
              <a:cxnLst>
                <a:cxn ang="0">
                  <a:pos x="connsiteX0" y="connsiteY0"/>
                </a:cxn>
                <a:cxn ang="0">
                  <a:pos x="connsiteX1" y="connsiteY1"/>
                </a:cxn>
                <a:cxn ang="0">
                  <a:pos x="connsiteX2" y="connsiteY2"/>
                </a:cxn>
                <a:cxn ang="0">
                  <a:pos x="connsiteX3" y="connsiteY3"/>
                </a:cxn>
              </a:cxnLst>
              <a:rect l="l" t="t" r="r" b="b"/>
              <a:pathLst>
                <a:path w="1818883" h="1044302">
                  <a:moveTo>
                    <a:pt x="0" y="1044302"/>
                  </a:moveTo>
                  <a:lnTo>
                    <a:pt x="660155" y="1044302"/>
                  </a:lnTo>
                  <a:lnTo>
                    <a:pt x="1818884" y="0"/>
                  </a:lnTo>
                  <a:lnTo>
                    <a:pt x="702908" y="0"/>
                  </a:lnTo>
                  <a:close/>
                </a:path>
              </a:pathLst>
            </a:custGeom>
            <a:noFill/>
            <a:ln w="31395" cap="flat">
              <a:solidFill>
                <a:srgbClr val="DEDEDD"/>
              </a:solidFill>
              <a:prstDash val="solid"/>
              <a:round/>
            </a:ln>
          </p:spPr>
          <p:txBody>
            <a:bodyPr rtlCol="0" anchor="ctr"/>
            <a:lstStyle/>
            <a:p>
              <a:endParaRPr dirty="0"/>
            </a:p>
          </p:txBody>
        </p:sp>
        <p:sp>
          <p:nvSpPr>
            <p:cNvPr id="150" name="Freeform: Shape 149">
              <a:extLst>
                <a:ext uri="{FF2B5EF4-FFF2-40B4-BE49-F238E27FC236}">
                  <a16:creationId xmlns:a16="http://schemas.microsoft.com/office/drawing/2014/main" id="{AA4573F4-F915-4CB7-A69D-944186B5C724}"/>
                </a:ext>
              </a:extLst>
            </p:cNvPr>
            <p:cNvSpPr/>
            <p:nvPr/>
          </p:nvSpPr>
          <p:spPr>
            <a:xfrm>
              <a:off x="10403923" y="2066915"/>
              <a:ext cx="1779274" cy="6287"/>
            </a:xfrm>
            <a:custGeom>
              <a:avLst/>
              <a:gdLst>
                <a:gd name="connsiteX0" fmla="*/ 0 w 1779274"/>
                <a:gd name="connsiteY0" fmla="*/ 0 h 6287"/>
                <a:gd name="connsiteX1" fmla="*/ 1779275 w 1779274"/>
                <a:gd name="connsiteY1" fmla="*/ 0 h 6287"/>
              </a:gdLst>
              <a:ahLst/>
              <a:cxnLst>
                <a:cxn ang="0">
                  <a:pos x="connsiteX0" y="connsiteY0"/>
                </a:cxn>
                <a:cxn ang="0">
                  <a:pos x="connsiteX1" y="connsiteY1"/>
                </a:cxn>
              </a:cxnLst>
              <a:rect l="l" t="t" r="r" b="b"/>
              <a:pathLst>
                <a:path w="1779274" h="6287">
                  <a:moveTo>
                    <a:pt x="0" y="0"/>
                  </a:moveTo>
                  <a:lnTo>
                    <a:pt x="1779275" y="0"/>
                  </a:lnTo>
                </a:path>
              </a:pathLst>
            </a:custGeom>
            <a:ln w="31395" cap="flat">
              <a:solidFill>
                <a:srgbClr val="DEDEDD"/>
              </a:solidFill>
              <a:prstDash val="solid"/>
              <a:round/>
            </a:ln>
          </p:spPr>
          <p:txBody>
            <a:bodyPr rtlCol="0" anchor="ctr"/>
            <a:lstStyle/>
            <a:p>
              <a:endParaRPr dirty="0"/>
            </a:p>
          </p:txBody>
        </p:sp>
        <p:sp>
          <p:nvSpPr>
            <p:cNvPr id="151" name="Freeform: Shape 150">
              <a:extLst>
                <a:ext uri="{FF2B5EF4-FFF2-40B4-BE49-F238E27FC236}">
                  <a16:creationId xmlns:a16="http://schemas.microsoft.com/office/drawing/2014/main" id="{561B1022-FBAD-4C15-BB1F-BCCBAC489ED1}"/>
                </a:ext>
              </a:extLst>
            </p:cNvPr>
            <p:cNvSpPr/>
            <p:nvPr/>
          </p:nvSpPr>
          <p:spPr>
            <a:xfrm>
              <a:off x="10112826" y="2644079"/>
              <a:ext cx="396721" cy="3668574"/>
            </a:xfrm>
            <a:custGeom>
              <a:avLst/>
              <a:gdLst>
                <a:gd name="connsiteX0" fmla="*/ 0 w 396721"/>
                <a:gd name="connsiteY0" fmla="*/ 0 h 3668574"/>
                <a:gd name="connsiteX1" fmla="*/ 12574 w 396721"/>
                <a:gd name="connsiteY1" fmla="*/ 619917 h 3668574"/>
                <a:gd name="connsiteX2" fmla="*/ 371573 w 396721"/>
                <a:gd name="connsiteY2" fmla="*/ 619917 h 3668574"/>
                <a:gd name="connsiteX3" fmla="*/ 396722 w 396721"/>
                <a:gd name="connsiteY3" fmla="*/ 3668575 h 3668574"/>
              </a:gdLst>
              <a:ahLst/>
              <a:cxnLst>
                <a:cxn ang="0">
                  <a:pos x="connsiteX0" y="connsiteY0"/>
                </a:cxn>
                <a:cxn ang="0">
                  <a:pos x="connsiteX1" y="connsiteY1"/>
                </a:cxn>
                <a:cxn ang="0">
                  <a:pos x="connsiteX2" y="connsiteY2"/>
                </a:cxn>
                <a:cxn ang="0">
                  <a:pos x="connsiteX3" y="connsiteY3"/>
                </a:cxn>
              </a:cxnLst>
              <a:rect l="l" t="t" r="r" b="b"/>
              <a:pathLst>
                <a:path w="396721" h="3668574">
                  <a:moveTo>
                    <a:pt x="0" y="0"/>
                  </a:moveTo>
                  <a:lnTo>
                    <a:pt x="12574" y="619917"/>
                  </a:lnTo>
                  <a:lnTo>
                    <a:pt x="371573" y="619917"/>
                  </a:lnTo>
                  <a:lnTo>
                    <a:pt x="396722" y="3668575"/>
                  </a:lnTo>
                </a:path>
              </a:pathLst>
            </a:custGeom>
            <a:noFill/>
            <a:ln w="31395" cap="flat">
              <a:solidFill>
                <a:srgbClr val="DEDEDD"/>
              </a:solidFill>
              <a:prstDash val="solid"/>
              <a:round/>
            </a:ln>
          </p:spPr>
          <p:txBody>
            <a:bodyPr rtlCol="0" anchor="ctr"/>
            <a:lstStyle/>
            <a:p>
              <a:endParaRPr dirty="0"/>
            </a:p>
          </p:txBody>
        </p:sp>
        <p:sp>
          <p:nvSpPr>
            <p:cNvPr id="152" name="Freeform: Shape 151">
              <a:extLst>
                <a:ext uri="{FF2B5EF4-FFF2-40B4-BE49-F238E27FC236}">
                  <a16:creationId xmlns:a16="http://schemas.microsoft.com/office/drawing/2014/main" id="{DB0CFF8A-2072-4518-891B-64CCFD508C2E}"/>
                </a:ext>
              </a:extLst>
            </p:cNvPr>
            <p:cNvSpPr/>
            <p:nvPr/>
          </p:nvSpPr>
          <p:spPr>
            <a:xfrm>
              <a:off x="10815734" y="2671742"/>
              <a:ext cx="27663" cy="3624564"/>
            </a:xfrm>
            <a:custGeom>
              <a:avLst/>
              <a:gdLst>
                <a:gd name="connsiteX0" fmla="*/ 27664 w 27663"/>
                <a:gd name="connsiteY0" fmla="*/ 3624565 h 3624564"/>
                <a:gd name="connsiteX1" fmla="*/ 0 w 27663"/>
                <a:gd name="connsiteY1" fmla="*/ 0 h 3624564"/>
              </a:gdLst>
              <a:ahLst/>
              <a:cxnLst>
                <a:cxn ang="0">
                  <a:pos x="connsiteX0" y="connsiteY0"/>
                </a:cxn>
                <a:cxn ang="0">
                  <a:pos x="connsiteX1" y="connsiteY1"/>
                </a:cxn>
              </a:cxnLst>
              <a:rect l="l" t="t" r="r" b="b"/>
              <a:pathLst>
                <a:path w="27663" h="3624564">
                  <a:moveTo>
                    <a:pt x="27664" y="3624565"/>
                  </a:moveTo>
                  <a:lnTo>
                    <a:pt x="0" y="0"/>
                  </a:lnTo>
                </a:path>
              </a:pathLst>
            </a:custGeom>
            <a:ln w="31395" cap="flat">
              <a:solidFill>
                <a:srgbClr val="DEDEDD"/>
              </a:solidFill>
              <a:prstDash val="solid"/>
              <a:round/>
            </a:ln>
          </p:spPr>
          <p:txBody>
            <a:bodyPr rtlCol="0" anchor="ctr"/>
            <a:lstStyle/>
            <a:p>
              <a:endParaRPr dirty="0"/>
            </a:p>
          </p:txBody>
        </p:sp>
        <p:sp>
          <p:nvSpPr>
            <p:cNvPr id="153" name="Freeform: Shape 152">
              <a:extLst>
                <a:ext uri="{FF2B5EF4-FFF2-40B4-BE49-F238E27FC236}">
                  <a16:creationId xmlns:a16="http://schemas.microsoft.com/office/drawing/2014/main" id="{F59FBCC6-1904-44BB-9C43-F37BAF63516C}"/>
                </a:ext>
              </a:extLst>
            </p:cNvPr>
            <p:cNvSpPr/>
            <p:nvPr/>
          </p:nvSpPr>
          <p:spPr>
            <a:xfrm>
              <a:off x="9538177" y="2671742"/>
              <a:ext cx="1935196" cy="3634624"/>
            </a:xfrm>
            <a:custGeom>
              <a:avLst/>
              <a:gdLst>
                <a:gd name="connsiteX0" fmla="*/ 1935197 w 1935196"/>
                <a:gd name="connsiteY0" fmla="*/ 3634624 h 3634624"/>
                <a:gd name="connsiteX1" fmla="*/ 1889929 w 1935196"/>
                <a:gd name="connsiteY1" fmla="*/ 0 h 3634624"/>
                <a:gd name="connsiteX2" fmla="*/ 441989 w 1935196"/>
                <a:gd name="connsiteY2" fmla="*/ 0 h 3634624"/>
                <a:gd name="connsiteX3" fmla="*/ 0 w 1935196"/>
                <a:gd name="connsiteY3" fmla="*/ 743146 h 3634624"/>
              </a:gdLst>
              <a:ahLst/>
              <a:cxnLst>
                <a:cxn ang="0">
                  <a:pos x="connsiteX0" y="connsiteY0"/>
                </a:cxn>
                <a:cxn ang="0">
                  <a:pos x="connsiteX1" y="connsiteY1"/>
                </a:cxn>
                <a:cxn ang="0">
                  <a:pos x="connsiteX2" y="connsiteY2"/>
                </a:cxn>
                <a:cxn ang="0">
                  <a:pos x="connsiteX3" y="connsiteY3"/>
                </a:cxn>
              </a:cxnLst>
              <a:rect l="l" t="t" r="r" b="b"/>
              <a:pathLst>
                <a:path w="1935196" h="3634624">
                  <a:moveTo>
                    <a:pt x="1935197" y="3634624"/>
                  </a:moveTo>
                  <a:lnTo>
                    <a:pt x="1889929" y="0"/>
                  </a:lnTo>
                  <a:lnTo>
                    <a:pt x="441989" y="0"/>
                  </a:lnTo>
                  <a:lnTo>
                    <a:pt x="0" y="743146"/>
                  </a:lnTo>
                </a:path>
              </a:pathLst>
            </a:custGeom>
            <a:noFill/>
            <a:ln w="31395" cap="flat">
              <a:solidFill>
                <a:srgbClr val="DEDEDD"/>
              </a:solidFill>
              <a:prstDash val="solid"/>
              <a:round/>
            </a:ln>
          </p:spPr>
          <p:txBody>
            <a:bodyPr rtlCol="0" anchor="ctr"/>
            <a:lstStyle/>
            <a:p>
              <a:endParaRPr dirty="0"/>
            </a:p>
          </p:txBody>
        </p:sp>
        <p:sp>
          <p:nvSpPr>
            <p:cNvPr id="154" name="Freeform: Shape 153">
              <a:extLst>
                <a:ext uri="{FF2B5EF4-FFF2-40B4-BE49-F238E27FC236}">
                  <a16:creationId xmlns:a16="http://schemas.microsoft.com/office/drawing/2014/main" id="{8935FC65-B78B-425D-A292-F86C88A4048D}"/>
                </a:ext>
              </a:extLst>
            </p:cNvPr>
            <p:cNvSpPr/>
            <p:nvPr/>
          </p:nvSpPr>
          <p:spPr>
            <a:xfrm>
              <a:off x="10122886" y="1961919"/>
              <a:ext cx="1263725" cy="4344447"/>
            </a:xfrm>
            <a:custGeom>
              <a:avLst/>
              <a:gdLst>
                <a:gd name="connsiteX0" fmla="*/ 0 w 1263725"/>
                <a:gd name="connsiteY0" fmla="*/ 1178848 h 4344447"/>
                <a:gd name="connsiteX1" fmla="*/ 1207140 w 1263725"/>
                <a:gd name="connsiteY1" fmla="*/ 0 h 4344447"/>
                <a:gd name="connsiteX2" fmla="*/ 1263725 w 1263725"/>
                <a:gd name="connsiteY2" fmla="*/ 4344448 h 4344447"/>
              </a:gdLst>
              <a:ahLst/>
              <a:cxnLst>
                <a:cxn ang="0">
                  <a:pos x="connsiteX0" y="connsiteY0"/>
                </a:cxn>
                <a:cxn ang="0">
                  <a:pos x="connsiteX1" y="connsiteY1"/>
                </a:cxn>
                <a:cxn ang="0">
                  <a:pos x="connsiteX2" y="connsiteY2"/>
                </a:cxn>
              </a:cxnLst>
              <a:rect l="l" t="t" r="r" b="b"/>
              <a:pathLst>
                <a:path w="1263725" h="4344447">
                  <a:moveTo>
                    <a:pt x="0" y="1178848"/>
                  </a:moveTo>
                  <a:lnTo>
                    <a:pt x="1207140" y="0"/>
                  </a:lnTo>
                  <a:lnTo>
                    <a:pt x="1263725" y="4344448"/>
                  </a:lnTo>
                </a:path>
              </a:pathLst>
            </a:custGeom>
            <a:noFill/>
            <a:ln w="31395" cap="flat">
              <a:solidFill>
                <a:srgbClr val="DEDEDD"/>
              </a:solidFill>
              <a:prstDash val="solid"/>
              <a:round/>
            </a:ln>
          </p:spPr>
          <p:txBody>
            <a:bodyPr rtlCol="0" anchor="ctr"/>
            <a:lstStyle/>
            <a:p>
              <a:endParaRPr dirty="0"/>
            </a:p>
          </p:txBody>
        </p:sp>
        <p:sp>
          <p:nvSpPr>
            <p:cNvPr id="155" name="Freeform: Shape 154">
              <a:extLst>
                <a:ext uri="{FF2B5EF4-FFF2-40B4-BE49-F238E27FC236}">
                  <a16:creationId xmlns:a16="http://schemas.microsoft.com/office/drawing/2014/main" id="{45AEB525-D00F-457E-9894-960F45356B45}"/>
                </a:ext>
              </a:extLst>
            </p:cNvPr>
            <p:cNvSpPr/>
            <p:nvPr/>
          </p:nvSpPr>
          <p:spPr>
            <a:xfrm>
              <a:off x="9538177" y="1551365"/>
              <a:ext cx="1903131" cy="2382844"/>
            </a:xfrm>
            <a:custGeom>
              <a:avLst/>
              <a:gdLst>
                <a:gd name="connsiteX0" fmla="*/ 401123 w 1903131"/>
                <a:gd name="connsiteY0" fmla="*/ 0 h 2382844"/>
                <a:gd name="connsiteX1" fmla="*/ 0 w 1903131"/>
                <a:gd name="connsiteY1" fmla="*/ 1268755 h 2382844"/>
                <a:gd name="connsiteX2" fmla="*/ 0 w 1903131"/>
                <a:gd name="connsiteY2" fmla="*/ 1863523 h 2382844"/>
                <a:gd name="connsiteX3" fmla="*/ 702279 w 1903131"/>
                <a:gd name="connsiteY3" fmla="*/ 1863523 h 2382844"/>
                <a:gd name="connsiteX4" fmla="*/ 702279 w 1903131"/>
                <a:gd name="connsiteY4" fmla="*/ 2382845 h 2382844"/>
                <a:gd name="connsiteX5" fmla="*/ 1903132 w 1903131"/>
                <a:gd name="connsiteY5" fmla="*/ 2191714 h 238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3131" h="2382844">
                  <a:moveTo>
                    <a:pt x="401123" y="0"/>
                  </a:moveTo>
                  <a:lnTo>
                    <a:pt x="0" y="1268755"/>
                  </a:lnTo>
                  <a:lnTo>
                    <a:pt x="0" y="1863523"/>
                  </a:lnTo>
                  <a:lnTo>
                    <a:pt x="702279" y="1863523"/>
                  </a:lnTo>
                  <a:lnTo>
                    <a:pt x="702279" y="2382845"/>
                  </a:lnTo>
                  <a:lnTo>
                    <a:pt x="1903132" y="2191714"/>
                  </a:lnTo>
                </a:path>
              </a:pathLst>
            </a:custGeom>
            <a:noFill/>
            <a:ln w="31395" cap="flat">
              <a:solidFill>
                <a:srgbClr val="DEDEDD"/>
              </a:solidFill>
              <a:prstDash val="solid"/>
              <a:round/>
            </a:ln>
          </p:spPr>
          <p:txBody>
            <a:bodyPr rtlCol="0" anchor="ctr"/>
            <a:lstStyle/>
            <a:p>
              <a:endParaRPr dirty="0"/>
            </a:p>
          </p:txBody>
        </p:sp>
        <p:sp>
          <p:nvSpPr>
            <p:cNvPr id="156" name="Freeform: Shape 155">
              <a:extLst>
                <a:ext uri="{FF2B5EF4-FFF2-40B4-BE49-F238E27FC236}">
                  <a16:creationId xmlns:a16="http://schemas.microsoft.com/office/drawing/2014/main" id="{54CF30D8-6E81-4C1B-B359-F03360BACF38}"/>
                </a:ext>
              </a:extLst>
            </p:cNvPr>
            <p:cNvSpPr/>
            <p:nvPr/>
          </p:nvSpPr>
          <p:spPr>
            <a:xfrm>
              <a:off x="10240456" y="2671742"/>
              <a:ext cx="1187650" cy="743145"/>
            </a:xfrm>
            <a:custGeom>
              <a:avLst/>
              <a:gdLst>
                <a:gd name="connsiteX0" fmla="*/ 0 w 1187650"/>
                <a:gd name="connsiteY0" fmla="*/ 743146 h 743145"/>
                <a:gd name="connsiteX1" fmla="*/ 1187650 w 1187650"/>
                <a:gd name="connsiteY1" fmla="*/ 0 h 743145"/>
              </a:gdLst>
              <a:ahLst/>
              <a:cxnLst>
                <a:cxn ang="0">
                  <a:pos x="connsiteX0" y="connsiteY0"/>
                </a:cxn>
                <a:cxn ang="0">
                  <a:pos x="connsiteX1" y="connsiteY1"/>
                </a:cxn>
              </a:cxnLst>
              <a:rect l="l" t="t" r="r" b="b"/>
              <a:pathLst>
                <a:path w="1187650" h="743145">
                  <a:moveTo>
                    <a:pt x="0" y="743146"/>
                  </a:moveTo>
                  <a:lnTo>
                    <a:pt x="1187650" y="0"/>
                  </a:lnTo>
                </a:path>
              </a:pathLst>
            </a:custGeom>
            <a:ln w="31395" cap="flat">
              <a:solidFill>
                <a:srgbClr val="DEDEDD"/>
              </a:solidFill>
              <a:prstDash val="solid"/>
              <a:round/>
            </a:ln>
          </p:spPr>
          <p:txBody>
            <a:bodyPr rtlCol="0" anchor="ctr"/>
            <a:lstStyle/>
            <a:p>
              <a:endParaRPr dirty="0"/>
            </a:p>
          </p:txBody>
        </p:sp>
        <p:sp>
          <p:nvSpPr>
            <p:cNvPr id="157" name="Freeform: Shape 156">
              <a:extLst>
                <a:ext uri="{FF2B5EF4-FFF2-40B4-BE49-F238E27FC236}">
                  <a16:creationId xmlns:a16="http://schemas.microsoft.com/office/drawing/2014/main" id="{DAF1FDCA-B015-4CFD-9225-D4BF788BBE3C}"/>
                </a:ext>
              </a:extLst>
            </p:cNvPr>
            <p:cNvSpPr/>
            <p:nvPr/>
          </p:nvSpPr>
          <p:spPr>
            <a:xfrm>
              <a:off x="9948730" y="2671742"/>
              <a:ext cx="867003" cy="743145"/>
            </a:xfrm>
            <a:custGeom>
              <a:avLst/>
              <a:gdLst>
                <a:gd name="connsiteX0" fmla="*/ 0 w 867003"/>
                <a:gd name="connsiteY0" fmla="*/ 743146 h 743145"/>
                <a:gd name="connsiteX1" fmla="*/ 867003 w 867003"/>
                <a:gd name="connsiteY1" fmla="*/ 0 h 743145"/>
              </a:gdLst>
              <a:ahLst/>
              <a:cxnLst>
                <a:cxn ang="0">
                  <a:pos x="connsiteX0" y="connsiteY0"/>
                </a:cxn>
                <a:cxn ang="0">
                  <a:pos x="connsiteX1" y="connsiteY1"/>
                </a:cxn>
              </a:cxnLst>
              <a:rect l="l" t="t" r="r" b="b"/>
              <a:pathLst>
                <a:path w="867003" h="743145">
                  <a:moveTo>
                    <a:pt x="0" y="743146"/>
                  </a:moveTo>
                  <a:lnTo>
                    <a:pt x="867003" y="0"/>
                  </a:lnTo>
                </a:path>
              </a:pathLst>
            </a:custGeom>
            <a:ln w="31395" cap="flat">
              <a:solidFill>
                <a:srgbClr val="DEDEDD"/>
              </a:solidFill>
              <a:prstDash val="solid"/>
              <a:round/>
            </a:ln>
          </p:spPr>
          <p:txBody>
            <a:bodyPr rtlCol="0" anchor="ctr"/>
            <a:lstStyle/>
            <a:p>
              <a:endParaRPr dirty="0"/>
            </a:p>
          </p:txBody>
        </p:sp>
        <p:sp>
          <p:nvSpPr>
            <p:cNvPr id="158" name="Freeform: Shape 157">
              <a:extLst>
                <a:ext uri="{FF2B5EF4-FFF2-40B4-BE49-F238E27FC236}">
                  <a16:creationId xmlns:a16="http://schemas.microsoft.com/office/drawing/2014/main" id="{D8B27E1C-128B-4E21-A60A-9CAB9EC07E5D}"/>
                </a:ext>
              </a:extLst>
            </p:cNvPr>
            <p:cNvSpPr/>
            <p:nvPr/>
          </p:nvSpPr>
          <p:spPr>
            <a:xfrm>
              <a:off x="9538177" y="2553543"/>
              <a:ext cx="401122" cy="768294"/>
            </a:xfrm>
            <a:custGeom>
              <a:avLst/>
              <a:gdLst>
                <a:gd name="connsiteX0" fmla="*/ 0 w 401122"/>
                <a:gd name="connsiteY0" fmla="*/ 768295 h 768294"/>
                <a:gd name="connsiteX1" fmla="*/ 401123 w 401122"/>
                <a:gd name="connsiteY1" fmla="*/ 0 h 768294"/>
              </a:gdLst>
              <a:ahLst/>
              <a:cxnLst>
                <a:cxn ang="0">
                  <a:pos x="connsiteX0" y="connsiteY0"/>
                </a:cxn>
                <a:cxn ang="0">
                  <a:pos x="connsiteX1" y="connsiteY1"/>
                </a:cxn>
              </a:cxnLst>
              <a:rect l="l" t="t" r="r" b="b"/>
              <a:pathLst>
                <a:path w="401122" h="768294">
                  <a:moveTo>
                    <a:pt x="0" y="768295"/>
                  </a:moveTo>
                  <a:lnTo>
                    <a:pt x="401123" y="0"/>
                  </a:lnTo>
                </a:path>
              </a:pathLst>
            </a:custGeom>
            <a:ln w="31395" cap="flat">
              <a:solidFill>
                <a:srgbClr val="DEDEDD"/>
              </a:solidFill>
              <a:prstDash val="solid"/>
              <a:round/>
            </a:ln>
          </p:spPr>
          <p:txBody>
            <a:bodyPr rtlCol="0" anchor="ctr"/>
            <a:lstStyle/>
            <a:p>
              <a:endParaRPr dirty="0"/>
            </a:p>
          </p:txBody>
        </p:sp>
        <p:sp>
          <p:nvSpPr>
            <p:cNvPr id="159" name="Freeform: Shape 158">
              <a:extLst>
                <a:ext uri="{FF2B5EF4-FFF2-40B4-BE49-F238E27FC236}">
                  <a16:creationId xmlns:a16="http://schemas.microsoft.com/office/drawing/2014/main" id="{62856918-B4A6-46D6-A150-A2887E738969}"/>
                </a:ext>
              </a:extLst>
            </p:cNvPr>
            <p:cNvSpPr/>
            <p:nvPr/>
          </p:nvSpPr>
          <p:spPr>
            <a:xfrm>
              <a:off x="10772981" y="2644079"/>
              <a:ext cx="768294" cy="3662287"/>
            </a:xfrm>
            <a:custGeom>
              <a:avLst/>
              <a:gdLst>
                <a:gd name="connsiteX0" fmla="*/ 0 w 768294"/>
                <a:gd name="connsiteY0" fmla="*/ 0 h 3662287"/>
                <a:gd name="connsiteX1" fmla="*/ 0 w 768294"/>
                <a:gd name="connsiteY1" fmla="*/ 501089 h 3662287"/>
                <a:gd name="connsiteX2" fmla="*/ 726799 w 768294"/>
                <a:gd name="connsiteY2" fmla="*/ 501089 h 3662287"/>
                <a:gd name="connsiteX3" fmla="*/ 768295 w 768294"/>
                <a:gd name="connsiteY3" fmla="*/ 3662288 h 3662287"/>
              </a:gdLst>
              <a:ahLst/>
              <a:cxnLst>
                <a:cxn ang="0">
                  <a:pos x="connsiteX0" y="connsiteY0"/>
                </a:cxn>
                <a:cxn ang="0">
                  <a:pos x="connsiteX1" y="connsiteY1"/>
                </a:cxn>
                <a:cxn ang="0">
                  <a:pos x="connsiteX2" y="connsiteY2"/>
                </a:cxn>
                <a:cxn ang="0">
                  <a:pos x="connsiteX3" y="connsiteY3"/>
                </a:cxn>
              </a:cxnLst>
              <a:rect l="l" t="t" r="r" b="b"/>
              <a:pathLst>
                <a:path w="768294" h="3662287">
                  <a:moveTo>
                    <a:pt x="0" y="0"/>
                  </a:moveTo>
                  <a:lnTo>
                    <a:pt x="0" y="501089"/>
                  </a:lnTo>
                  <a:lnTo>
                    <a:pt x="726799" y="501089"/>
                  </a:lnTo>
                  <a:lnTo>
                    <a:pt x="768295" y="3662288"/>
                  </a:lnTo>
                </a:path>
              </a:pathLst>
            </a:custGeom>
            <a:noFill/>
            <a:ln w="31395" cap="flat">
              <a:solidFill>
                <a:srgbClr val="DEDEDD"/>
              </a:solidFill>
              <a:prstDash val="solid"/>
              <a:round/>
            </a:ln>
          </p:spPr>
          <p:txBody>
            <a:bodyPr rtlCol="0" anchor="ctr"/>
            <a:lstStyle/>
            <a:p>
              <a:endParaRPr dirty="0"/>
            </a:p>
          </p:txBody>
        </p:sp>
        <p:sp>
          <p:nvSpPr>
            <p:cNvPr id="160" name="Freeform: Shape 159">
              <a:extLst>
                <a:ext uri="{FF2B5EF4-FFF2-40B4-BE49-F238E27FC236}">
                  <a16:creationId xmlns:a16="http://schemas.microsoft.com/office/drawing/2014/main" id="{214287DC-6909-4F79-A419-3F8F40254619}"/>
                </a:ext>
              </a:extLst>
            </p:cNvPr>
            <p:cNvSpPr/>
            <p:nvPr/>
          </p:nvSpPr>
          <p:spPr>
            <a:xfrm>
              <a:off x="11499780" y="2855328"/>
              <a:ext cx="683417" cy="289839"/>
            </a:xfrm>
            <a:custGeom>
              <a:avLst/>
              <a:gdLst>
                <a:gd name="connsiteX0" fmla="*/ 0 w 683417"/>
                <a:gd name="connsiteY0" fmla="*/ 289839 h 289839"/>
                <a:gd name="connsiteX1" fmla="*/ 683417 w 683417"/>
                <a:gd name="connsiteY1" fmla="*/ 0 h 289839"/>
              </a:gdLst>
              <a:ahLst/>
              <a:cxnLst>
                <a:cxn ang="0">
                  <a:pos x="connsiteX0" y="connsiteY0"/>
                </a:cxn>
                <a:cxn ang="0">
                  <a:pos x="connsiteX1" y="connsiteY1"/>
                </a:cxn>
              </a:cxnLst>
              <a:rect l="l" t="t" r="r" b="b"/>
              <a:pathLst>
                <a:path w="683417" h="289839">
                  <a:moveTo>
                    <a:pt x="0" y="289839"/>
                  </a:moveTo>
                  <a:lnTo>
                    <a:pt x="683417" y="0"/>
                  </a:lnTo>
                </a:path>
              </a:pathLst>
            </a:custGeom>
            <a:ln w="31395" cap="flat">
              <a:solidFill>
                <a:srgbClr val="DEDEDD"/>
              </a:solidFill>
              <a:prstDash val="solid"/>
              <a:round/>
            </a:ln>
          </p:spPr>
          <p:txBody>
            <a:bodyPr rtlCol="0" anchor="ctr"/>
            <a:lstStyle/>
            <a:p>
              <a:endParaRPr dirty="0"/>
            </a:p>
          </p:txBody>
        </p:sp>
        <p:sp>
          <p:nvSpPr>
            <p:cNvPr id="161" name="Freeform: Shape 160">
              <a:extLst>
                <a:ext uri="{FF2B5EF4-FFF2-40B4-BE49-F238E27FC236}">
                  <a16:creationId xmlns:a16="http://schemas.microsoft.com/office/drawing/2014/main" id="{7C5B10F6-F23F-45E4-93F2-B458F31CBED3}"/>
                </a:ext>
              </a:extLst>
            </p:cNvPr>
            <p:cNvSpPr/>
            <p:nvPr/>
          </p:nvSpPr>
          <p:spPr>
            <a:xfrm>
              <a:off x="11342600" y="2932032"/>
              <a:ext cx="840597" cy="6287"/>
            </a:xfrm>
            <a:custGeom>
              <a:avLst/>
              <a:gdLst>
                <a:gd name="connsiteX0" fmla="*/ 0 w 840597"/>
                <a:gd name="connsiteY0" fmla="*/ 0 h 6287"/>
                <a:gd name="connsiteX1" fmla="*/ 840597 w 840597"/>
                <a:gd name="connsiteY1" fmla="*/ 0 h 6287"/>
              </a:gdLst>
              <a:ahLst/>
              <a:cxnLst>
                <a:cxn ang="0">
                  <a:pos x="connsiteX0" y="connsiteY0"/>
                </a:cxn>
                <a:cxn ang="0">
                  <a:pos x="connsiteX1" y="connsiteY1"/>
                </a:cxn>
              </a:cxnLst>
              <a:rect l="l" t="t" r="r" b="b"/>
              <a:pathLst>
                <a:path w="840597" h="6287">
                  <a:moveTo>
                    <a:pt x="0" y="0"/>
                  </a:moveTo>
                  <a:lnTo>
                    <a:pt x="840597" y="0"/>
                  </a:lnTo>
                </a:path>
              </a:pathLst>
            </a:custGeom>
            <a:ln w="31395" cap="flat">
              <a:solidFill>
                <a:srgbClr val="DEDEDD"/>
              </a:solidFill>
              <a:prstDash val="solid"/>
              <a:round/>
            </a:ln>
          </p:spPr>
          <p:txBody>
            <a:bodyPr rtlCol="0" anchor="ctr"/>
            <a:lstStyle/>
            <a:p>
              <a:endParaRPr dirty="0"/>
            </a:p>
          </p:txBody>
        </p:sp>
        <p:sp>
          <p:nvSpPr>
            <p:cNvPr id="162" name="Freeform: Shape 161">
              <a:extLst>
                <a:ext uri="{FF2B5EF4-FFF2-40B4-BE49-F238E27FC236}">
                  <a16:creationId xmlns:a16="http://schemas.microsoft.com/office/drawing/2014/main" id="{F2EBB212-6A75-48F2-8E7F-F92B8888F29D}"/>
                </a:ext>
              </a:extLst>
            </p:cNvPr>
            <p:cNvSpPr/>
            <p:nvPr/>
          </p:nvSpPr>
          <p:spPr>
            <a:xfrm>
              <a:off x="10772981" y="2315259"/>
              <a:ext cx="1410216" cy="829908"/>
            </a:xfrm>
            <a:custGeom>
              <a:avLst/>
              <a:gdLst>
                <a:gd name="connsiteX0" fmla="*/ 0 w 1410216"/>
                <a:gd name="connsiteY0" fmla="*/ 829909 h 829908"/>
                <a:gd name="connsiteX1" fmla="*/ 1410217 w 1410216"/>
                <a:gd name="connsiteY1" fmla="*/ 0 h 829908"/>
              </a:gdLst>
              <a:ahLst/>
              <a:cxnLst>
                <a:cxn ang="0">
                  <a:pos x="connsiteX0" y="connsiteY0"/>
                </a:cxn>
                <a:cxn ang="0">
                  <a:pos x="connsiteX1" y="connsiteY1"/>
                </a:cxn>
              </a:cxnLst>
              <a:rect l="l" t="t" r="r" b="b"/>
              <a:pathLst>
                <a:path w="1410216" h="829908">
                  <a:moveTo>
                    <a:pt x="0" y="829909"/>
                  </a:moveTo>
                  <a:lnTo>
                    <a:pt x="1410217" y="0"/>
                  </a:lnTo>
                </a:path>
              </a:pathLst>
            </a:custGeom>
            <a:ln w="31395" cap="flat">
              <a:solidFill>
                <a:srgbClr val="DEDEDD"/>
              </a:solidFill>
              <a:prstDash val="solid"/>
              <a:round/>
            </a:ln>
          </p:spPr>
          <p:txBody>
            <a:bodyPr rtlCol="0" anchor="ctr"/>
            <a:lstStyle/>
            <a:p>
              <a:endParaRPr dirty="0"/>
            </a:p>
          </p:txBody>
        </p:sp>
        <p:sp>
          <p:nvSpPr>
            <p:cNvPr id="163" name="Freeform: Shape 162">
              <a:extLst>
                <a:ext uri="{FF2B5EF4-FFF2-40B4-BE49-F238E27FC236}">
                  <a16:creationId xmlns:a16="http://schemas.microsoft.com/office/drawing/2014/main" id="{E8FE6686-6047-4D2D-8F4E-A5212F4415B6}"/>
                </a:ext>
              </a:extLst>
            </p:cNvPr>
            <p:cNvSpPr/>
            <p:nvPr/>
          </p:nvSpPr>
          <p:spPr>
            <a:xfrm>
              <a:off x="10240456" y="3595331"/>
              <a:ext cx="246457" cy="91792"/>
            </a:xfrm>
            <a:custGeom>
              <a:avLst/>
              <a:gdLst>
                <a:gd name="connsiteX0" fmla="*/ 0 w 246457"/>
                <a:gd name="connsiteY0" fmla="*/ 91793 h 91792"/>
                <a:gd name="connsiteX1" fmla="*/ 246458 w 246457"/>
                <a:gd name="connsiteY1" fmla="*/ 0 h 91792"/>
              </a:gdLst>
              <a:ahLst/>
              <a:cxnLst>
                <a:cxn ang="0">
                  <a:pos x="connsiteX0" y="connsiteY0"/>
                </a:cxn>
                <a:cxn ang="0">
                  <a:pos x="connsiteX1" y="connsiteY1"/>
                </a:cxn>
              </a:cxnLst>
              <a:rect l="l" t="t" r="r" b="b"/>
              <a:pathLst>
                <a:path w="246457" h="91792">
                  <a:moveTo>
                    <a:pt x="0" y="91793"/>
                  </a:moveTo>
                  <a:lnTo>
                    <a:pt x="246458" y="0"/>
                  </a:lnTo>
                </a:path>
              </a:pathLst>
            </a:custGeom>
            <a:ln w="31395" cap="flat">
              <a:solidFill>
                <a:srgbClr val="DEDEDD"/>
              </a:solidFill>
              <a:prstDash val="solid"/>
              <a:round/>
            </a:ln>
          </p:spPr>
          <p:txBody>
            <a:bodyPr rtlCol="0" anchor="ctr"/>
            <a:lstStyle/>
            <a:p>
              <a:endParaRPr dirty="0"/>
            </a:p>
          </p:txBody>
        </p:sp>
        <p:sp>
          <p:nvSpPr>
            <p:cNvPr id="164" name="Freeform: Shape 163">
              <a:extLst>
                <a:ext uri="{FF2B5EF4-FFF2-40B4-BE49-F238E27FC236}">
                  <a16:creationId xmlns:a16="http://schemas.microsoft.com/office/drawing/2014/main" id="{B791064D-3DE0-4C97-A454-885AB95FE184}"/>
                </a:ext>
              </a:extLst>
            </p:cNvPr>
            <p:cNvSpPr/>
            <p:nvPr/>
          </p:nvSpPr>
          <p:spPr>
            <a:xfrm>
              <a:off x="10312130" y="3739307"/>
              <a:ext cx="1129179" cy="856315"/>
            </a:xfrm>
            <a:custGeom>
              <a:avLst/>
              <a:gdLst>
                <a:gd name="connsiteX0" fmla="*/ 0 w 1129179"/>
                <a:gd name="connsiteY0" fmla="*/ 856315 h 856315"/>
                <a:gd name="connsiteX1" fmla="*/ 0 w 1129179"/>
                <a:gd name="connsiteY1" fmla="*/ 112541 h 856315"/>
                <a:gd name="connsiteX2" fmla="*/ 511777 w 1129179"/>
                <a:gd name="connsiteY2" fmla="*/ 0 h 856315"/>
                <a:gd name="connsiteX3" fmla="*/ 1129179 w 1129179"/>
                <a:gd name="connsiteY3" fmla="*/ 3772 h 856315"/>
              </a:gdLst>
              <a:ahLst/>
              <a:cxnLst>
                <a:cxn ang="0">
                  <a:pos x="connsiteX0" y="connsiteY0"/>
                </a:cxn>
                <a:cxn ang="0">
                  <a:pos x="connsiteX1" y="connsiteY1"/>
                </a:cxn>
                <a:cxn ang="0">
                  <a:pos x="connsiteX2" y="connsiteY2"/>
                </a:cxn>
                <a:cxn ang="0">
                  <a:pos x="connsiteX3" y="connsiteY3"/>
                </a:cxn>
              </a:cxnLst>
              <a:rect l="l" t="t" r="r" b="b"/>
              <a:pathLst>
                <a:path w="1129179" h="856315">
                  <a:moveTo>
                    <a:pt x="0" y="856315"/>
                  </a:moveTo>
                  <a:lnTo>
                    <a:pt x="0" y="112541"/>
                  </a:lnTo>
                  <a:lnTo>
                    <a:pt x="511777" y="0"/>
                  </a:lnTo>
                  <a:lnTo>
                    <a:pt x="1129179" y="3772"/>
                  </a:lnTo>
                </a:path>
              </a:pathLst>
            </a:custGeom>
            <a:noFill/>
            <a:ln w="31395" cap="flat">
              <a:solidFill>
                <a:srgbClr val="DEDEDD"/>
              </a:solidFill>
              <a:prstDash val="solid"/>
              <a:round/>
            </a:ln>
          </p:spPr>
          <p:txBody>
            <a:bodyPr rtlCol="0" anchor="ctr"/>
            <a:lstStyle/>
            <a:p>
              <a:endParaRPr dirty="0"/>
            </a:p>
          </p:txBody>
        </p:sp>
        <p:sp>
          <p:nvSpPr>
            <p:cNvPr id="165" name="Freeform: Shape 164">
              <a:extLst>
                <a:ext uri="{FF2B5EF4-FFF2-40B4-BE49-F238E27FC236}">
                  <a16:creationId xmlns:a16="http://schemas.microsoft.com/office/drawing/2014/main" id="{AF34516C-083C-4F80-9CA0-B5708D15D009}"/>
                </a:ext>
              </a:extLst>
            </p:cNvPr>
            <p:cNvSpPr/>
            <p:nvPr/>
          </p:nvSpPr>
          <p:spPr>
            <a:xfrm>
              <a:off x="11354546" y="3845561"/>
              <a:ext cx="828651" cy="6287"/>
            </a:xfrm>
            <a:custGeom>
              <a:avLst/>
              <a:gdLst>
                <a:gd name="connsiteX0" fmla="*/ 0 w 828651"/>
                <a:gd name="connsiteY0" fmla="*/ 0 h 6287"/>
                <a:gd name="connsiteX1" fmla="*/ 828651 w 828651"/>
                <a:gd name="connsiteY1" fmla="*/ 0 h 6287"/>
              </a:gdLst>
              <a:ahLst/>
              <a:cxnLst>
                <a:cxn ang="0">
                  <a:pos x="connsiteX0" y="connsiteY0"/>
                </a:cxn>
                <a:cxn ang="0">
                  <a:pos x="connsiteX1" y="connsiteY1"/>
                </a:cxn>
              </a:cxnLst>
              <a:rect l="l" t="t" r="r" b="b"/>
              <a:pathLst>
                <a:path w="828651" h="6287">
                  <a:moveTo>
                    <a:pt x="0" y="0"/>
                  </a:moveTo>
                  <a:lnTo>
                    <a:pt x="828651" y="0"/>
                  </a:lnTo>
                </a:path>
              </a:pathLst>
            </a:custGeom>
            <a:ln w="31395" cap="flat">
              <a:solidFill>
                <a:srgbClr val="DEDEDD"/>
              </a:solidFill>
              <a:prstDash val="solid"/>
              <a:round/>
            </a:ln>
          </p:spPr>
          <p:txBody>
            <a:bodyPr rtlCol="0" anchor="ctr"/>
            <a:lstStyle/>
            <a:p>
              <a:endParaRPr dirty="0"/>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9906694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w Big Block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C6FEC5-18A7-48A1-A37D-E3EB265FDA63}"/>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36" name="Graphic 35">
            <a:extLst>
              <a:ext uri="{FF2B5EF4-FFF2-40B4-BE49-F238E27FC236}">
                <a16:creationId xmlns:a16="http://schemas.microsoft.com/office/drawing/2014/main" id="{7D52D2EF-121D-48A6-8FB5-914013177D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477" b="7777"/>
          <a:stretch/>
        </p:blipFill>
        <p:spPr>
          <a:xfrm>
            <a:off x="0" y="1130772"/>
            <a:ext cx="12192000" cy="519458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6127168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w Wire Globe">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9" name="Picture 18" descr="A picture containing web, outdoor object&#10;&#10;Description automatically generated">
            <a:extLst>
              <a:ext uri="{FF2B5EF4-FFF2-40B4-BE49-F238E27FC236}">
                <a16:creationId xmlns:a16="http://schemas.microsoft.com/office/drawing/2014/main" id="{7DF020C5-9200-41B0-856A-631F6CEAD928}"/>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t="5076" r="20083" b="4962"/>
          <a:stretch/>
        </p:blipFill>
        <p:spPr>
          <a:xfrm>
            <a:off x="7642989" y="1130018"/>
            <a:ext cx="4549011" cy="5194581"/>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8734648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w Wire Grid">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2" name="Picture 11">
            <a:extLst>
              <a:ext uri="{FF2B5EF4-FFF2-40B4-BE49-F238E27FC236}">
                <a16:creationId xmlns:a16="http://schemas.microsoft.com/office/drawing/2014/main" id="{8AF197DD-7E30-4A7B-95F0-EB8636849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 y="0"/>
            <a:ext cx="12190815" cy="685800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42111388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w Tall Tower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3" name="Picture 12" descr="A picture containing outdoor object&#10;&#10;Description automatically generated">
            <a:extLst>
              <a:ext uri="{FF2B5EF4-FFF2-40B4-BE49-F238E27FC236}">
                <a16:creationId xmlns:a16="http://schemas.microsoft.com/office/drawing/2014/main" id="{F06B795F-2EEB-456C-A36A-3D80F8559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 y="0"/>
            <a:ext cx="12190815" cy="685800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9198386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w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grpSp>
        <p:nvGrpSpPr>
          <p:cNvPr id="15" name="Graphic 13">
            <a:extLst>
              <a:ext uri="{FF2B5EF4-FFF2-40B4-BE49-F238E27FC236}">
                <a16:creationId xmlns:a16="http://schemas.microsoft.com/office/drawing/2014/main" id="{929B5A50-3D18-40C4-A2C0-E308E016B826}"/>
              </a:ext>
            </a:extLst>
          </p:cNvPr>
          <p:cNvGrpSpPr/>
          <p:nvPr/>
        </p:nvGrpSpPr>
        <p:grpSpPr>
          <a:xfrm>
            <a:off x="5123688" y="2168970"/>
            <a:ext cx="7068312" cy="2606040"/>
            <a:chOff x="5203415" y="2168971"/>
            <a:chExt cx="6974872" cy="2567345"/>
          </a:xfrm>
        </p:grpSpPr>
        <p:sp>
          <p:nvSpPr>
            <p:cNvPr id="23" name="Freeform: Shape 22">
              <a:extLst>
                <a:ext uri="{FF2B5EF4-FFF2-40B4-BE49-F238E27FC236}">
                  <a16:creationId xmlns:a16="http://schemas.microsoft.com/office/drawing/2014/main" id="{2B0C614F-9CC0-4CD5-94F1-5CF8E7179DA8}"/>
                </a:ext>
              </a:extLst>
            </p:cNvPr>
            <p:cNvSpPr/>
            <p:nvPr/>
          </p:nvSpPr>
          <p:spPr>
            <a:xfrm rot="-2700000">
              <a:off x="10027182" y="2735278"/>
              <a:ext cx="329106" cy="329106"/>
            </a:xfrm>
            <a:custGeom>
              <a:avLst/>
              <a:gdLst>
                <a:gd name="connsiteX0" fmla="*/ 0 w 329106"/>
                <a:gd name="connsiteY0" fmla="*/ 0 h 329106"/>
                <a:gd name="connsiteX1" fmla="*/ 329106 w 329106"/>
                <a:gd name="connsiteY1" fmla="*/ 0 h 329106"/>
                <a:gd name="connsiteX2" fmla="*/ 329106 w 329106"/>
                <a:gd name="connsiteY2" fmla="*/ 329106 h 329106"/>
                <a:gd name="connsiteX3" fmla="*/ 0 w 329106"/>
                <a:gd name="connsiteY3" fmla="*/ 329106 h 329106"/>
              </a:gdLst>
              <a:ahLst/>
              <a:cxnLst>
                <a:cxn ang="0">
                  <a:pos x="connsiteX0" y="connsiteY0"/>
                </a:cxn>
                <a:cxn ang="0">
                  <a:pos x="connsiteX1" y="connsiteY1"/>
                </a:cxn>
                <a:cxn ang="0">
                  <a:pos x="connsiteX2" y="connsiteY2"/>
                </a:cxn>
                <a:cxn ang="0">
                  <a:pos x="connsiteX3" y="connsiteY3"/>
                </a:cxn>
              </a:cxnLst>
              <a:rect l="l" t="t" r="r" b="b"/>
              <a:pathLst>
                <a:path w="329106" h="329106">
                  <a:moveTo>
                    <a:pt x="0" y="0"/>
                  </a:moveTo>
                  <a:lnTo>
                    <a:pt x="329106" y="0"/>
                  </a:lnTo>
                  <a:lnTo>
                    <a:pt x="329106" y="329106"/>
                  </a:lnTo>
                  <a:lnTo>
                    <a:pt x="0" y="329106"/>
                  </a:lnTo>
                  <a:close/>
                </a:path>
              </a:pathLst>
            </a:custGeom>
            <a:noFill/>
            <a:ln w="31166" cap="flat">
              <a:solidFill>
                <a:srgbClr val="D9D9D9"/>
              </a:solidFill>
              <a:prstDash val="solid"/>
              <a:miter/>
            </a:ln>
          </p:spPr>
          <p:txBody>
            <a:bodyPr rtlCol="0" anchor="ctr"/>
            <a:lstStyle/>
            <a:p>
              <a:endParaRPr dirty="0"/>
            </a:p>
          </p:txBody>
        </p:sp>
        <p:sp>
          <p:nvSpPr>
            <p:cNvPr id="24" name="Freeform: Shape 23">
              <a:extLst>
                <a:ext uri="{FF2B5EF4-FFF2-40B4-BE49-F238E27FC236}">
                  <a16:creationId xmlns:a16="http://schemas.microsoft.com/office/drawing/2014/main" id="{8CA54B0A-BDE3-4CA4-A3C7-88B9F1771127}"/>
                </a:ext>
              </a:extLst>
            </p:cNvPr>
            <p:cNvSpPr/>
            <p:nvPr/>
          </p:nvSpPr>
          <p:spPr>
            <a:xfrm rot="-2700000">
              <a:off x="9649926" y="4382923"/>
              <a:ext cx="329106" cy="329106"/>
            </a:xfrm>
            <a:custGeom>
              <a:avLst/>
              <a:gdLst>
                <a:gd name="connsiteX0" fmla="*/ 0 w 329106"/>
                <a:gd name="connsiteY0" fmla="*/ 0 h 329106"/>
                <a:gd name="connsiteX1" fmla="*/ 329106 w 329106"/>
                <a:gd name="connsiteY1" fmla="*/ 0 h 329106"/>
                <a:gd name="connsiteX2" fmla="*/ 329106 w 329106"/>
                <a:gd name="connsiteY2" fmla="*/ 329106 h 329106"/>
                <a:gd name="connsiteX3" fmla="*/ 0 w 329106"/>
                <a:gd name="connsiteY3" fmla="*/ 329106 h 329106"/>
              </a:gdLst>
              <a:ahLst/>
              <a:cxnLst>
                <a:cxn ang="0">
                  <a:pos x="connsiteX0" y="connsiteY0"/>
                </a:cxn>
                <a:cxn ang="0">
                  <a:pos x="connsiteX1" y="connsiteY1"/>
                </a:cxn>
                <a:cxn ang="0">
                  <a:pos x="connsiteX2" y="connsiteY2"/>
                </a:cxn>
                <a:cxn ang="0">
                  <a:pos x="connsiteX3" y="connsiteY3"/>
                </a:cxn>
              </a:cxnLst>
              <a:rect l="l" t="t" r="r" b="b"/>
              <a:pathLst>
                <a:path w="329106" h="329106">
                  <a:moveTo>
                    <a:pt x="0" y="0"/>
                  </a:moveTo>
                  <a:lnTo>
                    <a:pt x="329106" y="0"/>
                  </a:lnTo>
                  <a:lnTo>
                    <a:pt x="329106" y="329106"/>
                  </a:lnTo>
                  <a:lnTo>
                    <a:pt x="0" y="329106"/>
                  </a:lnTo>
                  <a:close/>
                </a:path>
              </a:pathLst>
            </a:custGeom>
            <a:noFill/>
            <a:ln w="31166" cap="flat">
              <a:solidFill>
                <a:srgbClr val="D9D9D9"/>
              </a:solidFill>
              <a:prstDash val="solid"/>
              <a:miter/>
            </a:ln>
          </p:spPr>
          <p:txBody>
            <a:bodyPr rtlCol="0" anchor="ctr"/>
            <a:lstStyle/>
            <a:p>
              <a:endParaRPr dirty="0"/>
            </a:p>
          </p:txBody>
        </p:sp>
        <p:sp>
          <p:nvSpPr>
            <p:cNvPr id="25" name="Freeform: Shape 24">
              <a:extLst>
                <a:ext uri="{FF2B5EF4-FFF2-40B4-BE49-F238E27FC236}">
                  <a16:creationId xmlns:a16="http://schemas.microsoft.com/office/drawing/2014/main" id="{50870B60-FD95-4584-A9F0-19A9D0F0FC06}"/>
                </a:ext>
              </a:extLst>
            </p:cNvPr>
            <p:cNvSpPr/>
            <p:nvPr/>
          </p:nvSpPr>
          <p:spPr>
            <a:xfrm rot="-2700000">
              <a:off x="8660456" y="2744115"/>
              <a:ext cx="589025" cy="589025"/>
            </a:xfrm>
            <a:custGeom>
              <a:avLst/>
              <a:gdLst>
                <a:gd name="connsiteX0" fmla="*/ 0 w 589025"/>
                <a:gd name="connsiteY0" fmla="*/ 0 h 589025"/>
                <a:gd name="connsiteX1" fmla="*/ 589025 w 589025"/>
                <a:gd name="connsiteY1" fmla="*/ 0 h 589025"/>
                <a:gd name="connsiteX2" fmla="*/ 589025 w 589025"/>
                <a:gd name="connsiteY2" fmla="*/ 589025 h 589025"/>
                <a:gd name="connsiteX3" fmla="*/ 0 w 589025"/>
                <a:gd name="connsiteY3" fmla="*/ 589025 h 589025"/>
              </a:gdLst>
              <a:ahLst/>
              <a:cxnLst>
                <a:cxn ang="0">
                  <a:pos x="connsiteX0" y="connsiteY0"/>
                </a:cxn>
                <a:cxn ang="0">
                  <a:pos x="connsiteX1" y="connsiteY1"/>
                </a:cxn>
                <a:cxn ang="0">
                  <a:pos x="connsiteX2" y="connsiteY2"/>
                </a:cxn>
                <a:cxn ang="0">
                  <a:pos x="connsiteX3" y="connsiteY3"/>
                </a:cxn>
              </a:cxnLst>
              <a:rect l="l" t="t" r="r" b="b"/>
              <a:pathLst>
                <a:path w="589025" h="589025">
                  <a:moveTo>
                    <a:pt x="0" y="0"/>
                  </a:moveTo>
                  <a:lnTo>
                    <a:pt x="589025" y="0"/>
                  </a:lnTo>
                  <a:lnTo>
                    <a:pt x="589025" y="589025"/>
                  </a:lnTo>
                  <a:lnTo>
                    <a:pt x="0" y="589025"/>
                  </a:lnTo>
                  <a:close/>
                </a:path>
              </a:pathLst>
            </a:custGeom>
            <a:noFill/>
            <a:ln w="31166" cap="flat">
              <a:solidFill>
                <a:srgbClr val="D9D9D9"/>
              </a:solidFill>
              <a:prstDash val="solid"/>
              <a:miter/>
            </a:ln>
          </p:spPr>
          <p:txBody>
            <a:bodyPr rtlCol="0" anchor="ctr"/>
            <a:lstStyle/>
            <a:p>
              <a:endParaRPr dirty="0"/>
            </a:p>
          </p:txBody>
        </p:sp>
        <p:sp>
          <p:nvSpPr>
            <p:cNvPr id="26" name="Freeform: Shape 25">
              <a:extLst>
                <a:ext uri="{FF2B5EF4-FFF2-40B4-BE49-F238E27FC236}">
                  <a16:creationId xmlns:a16="http://schemas.microsoft.com/office/drawing/2014/main" id="{BDC996EE-CD5A-45E4-ADAC-6D84F13E621A}"/>
                </a:ext>
              </a:extLst>
            </p:cNvPr>
            <p:cNvSpPr/>
            <p:nvPr/>
          </p:nvSpPr>
          <p:spPr>
            <a:xfrm rot="-2700000">
              <a:off x="10419385" y="3617570"/>
              <a:ext cx="537290" cy="537290"/>
            </a:xfrm>
            <a:custGeom>
              <a:avLst/>
              <a:gdLst>
                <a:gd name="connsiteX0" fmla="*/ 0 w 537290"/>
                <a:gd name="connsiteY0" fmla="*/ 0 h 537290"/>
                <a:gd name="connsiteX1" fmla="*/ 537290 w 537290"/>
                <a:gd name="connsiteY1" fmla="*/ 0 h 537290"/>
                <a:gd name="connsiteX2" fmla="*/ 537290 w 537290"/>
                <a:gd name="connsiteY2" fmla="*/ 537291 h 537290"/>
                <a:gd name="connsiteX3" fmla="*/ 0 w 537290"/>
                <a:gd name="connsiteY3" fmla="*/ 537291 h 537290"/>
              </a:gdLst>
              <a:ahLst/>
              <a:cxnLst>
                <a:cxn ang="0">
                  <a:pos x="connsiteX0" y="connsiteY0"/>
                </a:cxn>
                <a:cxn ang="0">
                  <a:pos x="connsiteX1" y="connsiteY1"/>
                </a:cxn>
                <a:cxn ang="0">
                  <a:pos x="connsiteX2" y="connsiteY2"/>
                </a:cxn>
                <a:cxn ang="0">
                  <a:pos x="connsiteX3" y="connsiteY3"/>
                </a:cxn>
              </a:cxnLst>
              <a:rect l="l" t="t" r="r" b="b"/>
              <a:pathLst>
                <a:path w="537290" h="537290">
                  <a:moveTo>
                    <a:pt x="0" y="0"/>
                  </a:moveTo>
                  <a:lnTo>
                    <a:pt x="537290" y="0"/>
                  </a:lnTo>
                  <a:lnTo>
                    <a:pt x="537290" y="537291"/>
                  </a:lnTo>
                  <a:lnTo>
                    <a:pt x="0" y="537291"/>
                  </a:lnTo>
                  <a:close/>
                </a:path>
              </a:pathLst>
            </a:custGeom>
            <a:noFill/>
            <a:ln w="31166" cap="flat">
              <a:solidFill>
                <a:srgbClr val="D9D9D9"/>
              </a:solidFill>
              <a:prstDash val="solid"/>
              <a:miter/>
            </a:ln>
          </p:spPr>
          <p:txBody>
            <a:bodyPr rtlCol="0" anchor="ctr"/>
            <a:lstStyle/>
            <a:p>
              <a:endParaRPr dirty="0"/>
            </a:p>
          </p:txBody>
        </p:sp>
        <p:sp>
          <p:nvSpPr>
            <p:cNvPr id="27" name="Freeform: Shape 26">
              <a:extLst>
                <a:ext uri="{FF2B5EF4-FFF2-40B4-BE49-F238E27FC236}">
                  <a16:creationId xmlns:a16="http://schemas.microsoft.com/office/drawing/2014/main" id="{FB749B13-7E93-4D58-BD15-39DBAF4E4332}"/>
                </a:ext>
              </a:extLst>
            </p:cNvPr>
            <p:cNvSpPr/>
            <p:nvPr/>
          </p:nvSpPr>
          <p:spPr>
            <a:xfrm rot="-2700000">
              <a:off x="10781959" y="2168971"/>
              <a:ext cx="505501" cy="505501"/>
            </a:xfrm>
            <a:custGeom>
              <a:avLst/>
              <a:gdLst>
                <a:gd name="connsiteX0" fmla="*/ 0 w 505501"/>
                <a:gd name="connsiteY0" fmla="*/ 0 h 505501"/>
                <a:gd name="connsiteX1" fmla="*/ 505502 w 505501"/>
                <a:gd name="connsiteY1" fmla="*/ 0 h 505501"/>
                <a:gd name="connsiteX2" fmla="*/ 505502 w 505501"/>
                <a:gd name="connsiteY2" fmla="*/ 505502 h 505501"/>
                <a:gd name="connsiteX3" fmla="*/ 0 w 505501"/>
                <a:gd name="connsiteY3" fmla="*/ 505502 h 505501"/>
              </a:gdLst>
              <a:ahLst/>
              <a:cxnLst>
                <a:cxn ang="0">
                  <a:pos x="connsiteX0" y="connsiteY0"/>
                </a:cxn>
                <a:cxn ang="0">
                  <a:pos x="connsiteX1" y="connsiteY1"/>
                </a:cxn>
                <a:cxn ang="0">
                  <a:pos x="connsiteX2" y="connsiteY2"/>
                </a:cxn>
                <a:cxn ang="0">
                  <a:pos x="connsiteX3" y="connsiteY3"/>
                </a:cxn>
              </a:cxnLst>
              <a:rect l="l" t="t" r="r" b="b"/>
              <a:pathLst>
                <a:path w="505501" h="505501">
                  <a:moveTo>
                    <a:pt x="0" y="0"/>
                  </a:moveTo>
                  <a:lnTo>
                    <a:pt x="505502" y="0"/>
                  </a:lnTo>
                  <a:lnTo>
                    <a:pt x="505502" y="505502"/>
                  </a:lnTo>
                  <a:lnTo>
                    <a:pt x="0" y="505502"/>
                  </a:lnTo>
                  <a:close/>
                </a:path>
              </a:pathLst>
            </a:custGeom>
            <a:noFill/>
            <a:ln w="31166" cap="flat">
              <a:solidFill>
                <a:srgbClr val="D9D9D9"/>
              </a:solidFill>
              <a:prstDash val="solid"/>
              <a:miter/>
            </a:ln>
          </p:spPr>
          <p:txBody>
            <a:bodyPr rtlCol="0" anchor="ctr"/>
            <a:lstStyle/>
            <a:p>
              <a:endParaRPr dirty="0"/>
            </a:p>
          </p:txBody>
        </p:sp>
        <p:sp>
          <p:nvSpPr>
            <p:cNvPr id="28" name="Freeform: Shape 27">
              <a:extLst>
                <a:ext uri="{FF2B5EF4-FFF2-40B4-BE49-F238E27FC236}">
                  <a16:creationId xmlns:a16="http://schemas.microsoft.com/office/drawing/2014/main" id="{D75A8490-871E-4CCA-AD2B-D063F543E787}"/>
                </a:ext>
              </a:extLst>
            </p:cNvPr>
            <p:cNvSpPr/>
            <p:nvPr/>
          </p:nvSpPr>
          <p:spPr>
            <a:xfrm>
              <a:off x="10748407" y="4201513"/>
              <a:ext cx="1429879" cy="350301"/>
            </a:xfrm>
            <a:custGeom>
              <a:avLst/>
              <a:gdLst>
                <a:gd name="connsiteX0" fmla="*/ 800334 w 1429879"/>
                <a:gd name="connsiteY0" fmla="*/ 350302 h 350301"/>
                <a:gd name="connsiteX1" fmla="*/ 1429880 w 1429879"/>
                <a:gd name="connsiteY1" fmla="*/ 350302 h 350301"/>
                <a:gd name="connsiteX2" fmla="*/ 1429880 w 1429879"/>
                <a:gd name="connsiteY2" fmla="*/ 342199 h 350301"/>
                <a:gd name="connsiteX3" fmla="*/ 804074 w 1429879"/>
                <a:gd name="connsiteY3" fmla="*/ 342199 h 350301"/>
                <a:gd name="connsiteX4" fmla="*/ 461875 w 1429879"/>
                <a:gd name="connsiteY4" fmla="*/ 0 h 350301"/>
                <a:gd name="connsiteX5" fmla="*/ 0 w 1429879"/>
                <a:gd name="connsiteY5" fmla="*/ 0 h 350301"/>
                <a:gd name="connsiteX6" fmla="*/ 0 w 1429879"/>
                <a:gd name="connsiteY6" fmla="*/ 8103 h 350301"/>
                <a:gd name="connsiteX7" fmla="*/ 458135 w 1429879"/>
                <a:gd name="connsiteY7" fmla="*/ 8103 h 35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9879" h="350301">
                  <a:moveTo>
                    <a:pt x="800334" y="350302"/>
                  </a:moveTo>
                  <a:lnTo>
                    <a:pt x="1429880" y="350302"/>
                  </a:lnTo>
                  <a:lnTo>
                    <a:pt x="1429880" y="342199"/>
                  </a:lnTo>
                  <a:lnTo>
                    <a:pt x="804074" y="342199"/>
                  </a:lnTo>
                  <a:lnTo>
                    <a:pt x="461875" y="0"/>
                  </a:lnTo>
                  <a:lnTo>
                    <a:pt x="0" y="0"/>
                  </a:lnTo>
                  <a:lnTo>
                    <a:pt x="0" y="8103"/>
                  </a:lnTo>
                  <a:lnTo>
                    <a:pt x="458135" y="8103"/>
                  </a:lnTo>
                  <a:close/>
                </a:path>
              </a:pathLst>
            </a:custGeom>
            <a:noFill/>
            <a:ln w="31166" cap="flat">
              <a:solidFill>
                <a:srgbClr val="D9D9D9"/>
              </a:solidFill>
              <a:prstDash val="solid"/>
              <a:miter/>
            </a:ln>
          </p:spPr>
          <p:txBody>
            <a:bodyPr rtlCol="0" anchor="ctr"/>
            <a:lstStyle/>
            <a:p>
              <a:endParaRPr dirty="0"/>
            </a:p>
          </p:txBody>
        </p:sp>
        <p:sp>
          <p:nvSpPr>
            <p:cNvPr id="29" name="Freeform: Shape 28">
              <a:extLst>
                <a:ext uri="{FF2B5EF4-FFF2-40B4-BE49-F238E27FC236}">
                  <a16:creationId xmlns:a16="http://schemas.microsoft.com/office/drawing/2014/main" id="{0F32348A-E7A9-4137-9427-6003A848E006}"/>
                </a:ext>
              </a:extLst>
            </p:cNvPr>
            <p:cNvSpPr/>
            <p:nvPr/>
          </p:nvSpPr>
          <p:spPr>
            <a:xfrm>
              <a:off x="6767307" y="3887987"/>
              <a:ext cx="3676299" cy="281737"/>
            </a:xfrm>
            <a:custGeom>
              <a:avLst/>
              <a:gdLst>
                <a:gd name="connsiteX0" fmla="*/ 1610641 w 3676299"/>
                <a:gd name="connsiteY0" fmla="*/ 281737 h 281737"/>
                <a:gd name="connsiteX1" fmla="*/ 3251824 w 3676299"/>
                <a:gd name="connsiteY1" fmla="*/ 281737 h 281737"/>
                <a:gd name="connsiteX2" fmla="*/ 3396432 w 3676299"/>
                <a:gd name="connsiteY2" fmla="*/ 137752 h 281737"/>
                <a:gd name="connsiteX3" fmla="*/ 3676300 w 3676299"/>
                <a:gd name="connsiteY3" fmla="*/ 137752 h 281737"/>
                <a:gd name="connsiteX4" fmla="*/ 3676300 w 3676299"/>
                <a:gd name="connsiteY4" fmla="*/ 129649 h 281737"/>
                <a:gd name="connsiteX5" fmla="*/ 3392692 w 3676299"/>
                <a:gd name="connsiteY5" fmla="*/ 129649 h 281737"/>
                <a:gd name="connsiteX6" fmla="*/ 3248084 w 3676299"/>
                <a:gd name="connsiteY6" fmla="*/ 274258 h 281737"/>
                <a:gd name="connsiteX7" fmla="*/ 1614380 w 3676299"/>
                <a:gd name="connsiteY7" fmla="*/ 274258 h 281737"/>
                <a:gd name="connsiteX8" fmla="*/ 1340123 w 3676299"/>
                <a:gd name="connsiteY8" fmla="*/ 0 h 281737"/>
                <a:gd name="connsiteX9" fmla="*/ 0 w 3676299"/>
                <a:gd name="connsiteY9" fmla="*/ 0 h 281737"/>
                <a:gd name="connsiteX10" fmla="*/ 0 w 3676299"/>
                <a:gd name="connsiteY10" fmla="*/ 8103 h 281737"/>
                <a:gd name="connsiteX11" fmla="*/ 1337006 w 3676299"/>
                <a:gd name="connsiteY11" fmla="*/ 8103 h 281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76299" h="281737">
                  <a:moveTo>
                    <a:pt x="1610641" y="281737"/>
                  </a:moveTo>
                  <a:lnTo>
                    <a:pt x="3251824" y="281737"/>
                  </a:lnTo>
                  <a:lnTo>
                    <a:pt x="3396432" y="137752"/>
                  </a:lnTo>
                  <a:lnTo>
                    <a:pt x="3676300" y="137752"/>
                  </a:lnTo>
                  <a:lnTo>
                    <a:pt x="3676300" y="129649"/>
                  </a:lnTo>
                  <a:lnTo>
                    <a:pt x="3392692" y="129649"/>
                  </a:lnTo>
                  <a:lnTo>
                    <a:pt x="3248084" y="274258"/>
                  </a:lnTo>
                  <a:lnTo>
                    <a:pt x="1614380" y="274258"/>
                  </a:lnTo>
                  <a:lnTo>
                    <a:pt x="1340123" y="0"/>
                  </a:lnTo>
                  <a:lnTo>
                    <a:pt x="0" y="0"/>
                  </a:lnTo>
                  <a:lnTo>
                    <a:pt x="0" y="8103"/>
                  </a:lnTo>
                  <a:lnTo>
                    <a:pt x="1337006" y="8103"/>
                  </a:lnTo>
                  <a:close/>
                </a:path>
              </a:pathLst>
            </a:custGeom>
            <a:noFill/>
            <a:ln w="31166" cap="flat">
              <a:solidFill>
                <a:srgbClr val="D9D9D9"/>
              </a:solidFill>
              <a:prstDash val="solid"/>
              <a:miter/>
            </a:ln>
          </p:spPr>
          <p:txBody>
            <a:bodyPr rtlCol="0" anchor="ctr"/>
            <a:lstStyle/>
            <a:p>
              <a:endParaRPr dirty="0"/>
            </a:p>
          </p:txBody>
        </p:sp>
        <p:sp>
          <p:nvSpPr>
            <p:cNvPr id="30" name="Freeform: Shape 29">
              <a:extLst>
                <a:ext uri="{FF2B5EF4-FFF2-40B4-BE49-F238E27FC236}">
                  <a16:creationId xmlns:a16="http://schemas.microsoft.com/office/drawing/2014/main" id="{6D1DEBA7-57AB-478A-ACEF-98C389F8EB3E}"/>
                </a:ext>
              </a:extLst>
            </p:cNvPr>
            <p:cNvSpPr/>
            <p:nvPr/>
          </p:nvSpPr>
          <p:spPr>
            <a:xfrm>
              <a:off x="11068166" y="3881754"/>
              <a:ext cx="1110120" cy="193226"/>
            </a:xfrm>
            <a:custGeom>
              <a:avLst/>
              <a:gdLst>
                <a:gd name="connsiteX0" fmla="*/ 651362 w 1110120"/>
                <a:gd name="connsiteY0" fmla="*/ 193227 h 193226"/>
                <a:gd name="connsiteX1" fmla="*/ 1110121 w 1110120"/>
                <a:gd name="connsiteY1" fmla="*/ 193227 h 193226"/>
                <a:gd name="connsiteX2" fmla="*/ 1110121 w 1110120"/>
                <a:gd name="connsiteY2" fmla="*/ 185124 h 193226"/>
                <a:gd name="connsiteX3" fmla="*/ 655102 w 1110120"/>
                <a:gd name="connsiteY3" fmla="*/ 185124 h 193226"/>
                <a:gd name="connsiteX4" fmla="*/ 469978 w 1110120"/>
                <a:gd name="connsiteY4" fmla="*/ 0 h 193226"/>
                <a:gd name="connsiteX5" fmla="*/ 0 w 1110120"/>
                <a:gd name="connsiteY5" fmla="*/ 0 h 193226"/>
                <a:gd name="connsiteX6" fmla="*/ 0 w 1110120"/>
                <a:gd name="connsiteY6" fmla="*/ 8103 h 193226"/>
                <a:gd name="connsiteX7" fmla="*/ 466238 w 1110120"/>
                <a:gd name="connsiteY7" fmla="*/ 8103 h 19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120" h="193226">
                  <a:moveTo>
                    <a:pt x="651362" y="193227"/>
                  </a:moveTo>
                  <a:lnTo>
                    <a:pt x="1110121" y="193227"/>
                  </a:lnTo>
                  <a:lnTo>
                    <a:pt x="1110121" y="185124"/>
                  </a:lnTo>
                  <a:lnTo>
                    <a:pt x="655102" y="185124"/>
                  </a:lnTo>
                  <a:lnTo>
                    <a:pt x="469978" y="0"/>
                  </a:lnTo>
                  <a:lnTo>
                    <a:pt x="0" y="0"/>
                  </a:lnTo>
                  <a:lnTo>
                    <a:pt x="0" y="8103"/>
                  </a:lnTo>
                  <a:lnTo>
                    <a:pt x="466238" y="8103"/>
                  </a:lnTo>
                  <a:close/>
                </a:path>
              </a:pathLst>
            </a:custGeom>
            <a:noFill/>
            <a:ln w="31166" cap="flat">
              <a:solidFill>
                <a:srgbClr val="D9D9D9"/>
              </a:solidFill>
              <a:prstDash val="solid"/>
              <a:miter/>
            </a:ln>
          </p:spPr>
          <p:txBody>
            <a:bodyPr rtlCol="0" anchor="ctr"/>
            <a:lstStyle/>
            <a:p>
              <a:endParaRPr dirty="0"/>
            </a:p>
          </p:txBody>
        </p:sp>
        <p:sp>
          <p:nvSpPr>
            <p:cNvPr id="31" name="Freeform: Shape 30">
              <a:extLst>
                <a:ext uri="{FF2B5EF4-FFF2-40B4-BE49-F238E27FC236}">
                  <a16:creationId xmlns:a16="http://schemas.microsoft.com/office/drawing/2014/main" id="{B88807CA-7E70-480C-9871-0F16A62DFCE1}"/>
                </a:ext>
              </a:extLst>
            </p:cNvPr>
            <p:cNvSpPr/>
            <p:nvPr/>
          </p:nvSpPr>
          <p:spPr>
            <a:xfrm>
              <a:off x="9068579" y="3336978"/>
              <a:ext cx="1419283" cy="372741"/>
            </a:xfrm>
            <a:custGeom>
              <a:avLst/>
              <a:gdLst>
                <a:gd name="connsiteX0" fmla="*/ 810307 w 1419283"/>
                <a:gd name="connsiteY0" fmla="*/ 372741 h 372741"/>
                <a:gd name="connsiteX1" fmla="*/ 1419283 w 1419283"/>
                <a:gd name="connsiteY1" fmla="*/ 372741 h 372741"/>
                <a:gd name="connsiteX2" fmla="*/ 1419283 w 1419283"/>
                <a:gd name="connsiteY2" fmla="*/ 365261 h 372741"/>
                <a:gd name="connsiteX3" fmla="*/ 813423 w 1419283"/>
                <a:gd name="connsiteY3" fmla="*/ 365261 h 372741"/>
                <a:gd name="connsiteX4" fmla="*/ 448162 w 1419283"/>
                <a:gd name="connsiteY4" fmla="*/ 0 h 372741"/>
                <a:gd name="connsiteX5" fmla="*/ 0 w 1419283"/>
                <a:gd name="connsiteY5" fmla="*/ 0 h 372741"/>
                <a:gd name="connsiteX6" fmla="*/ 0 w 1419283"/>
                <a:gd name="connsiteY6" fmla="*/ 8103 h 372741"/>
                <a:gd name="connsiteX7" fmla="*/ 445046 w 1419283"/>
                <a:gd name="connsiteY7" fmla="*/ 8103 h 37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9283" h="372741">
                  <a:moveTo>
                    <a:pt x="810307" y="372741"/>
                  </a:moveTo>
                  <a:lnTo>
                    <a:pt x="1419283" y="372741"/>
                  </a:lnTo>
                  <a:lnTo>
                    <a:pt x="1419283" y="365261"/>
                  </a:lnTo>
                  <a:lnTo>
                    <a:pt x="813423" y="365261"/>
                  </a:lnTo>
                  <a:lnTo>
                    <a:pt x="448162" y="0"/>
                  </a:lnTo>
                  <a:lnTo>
                    <a:pt x="0" y="0"/>
                  </a:lnTo>
                  <a:lnTo>
                    <a:pt x="0" y="8103"/>
                  </a:lnTo>
                  <a:lnTo>
                    <a:pt x="445046" y="8103"/>
                  </a:lnTo>
                  <a:close/>
                </a:path>
              </a:pathLst>
            </a:custGeom>
            <a:noFill/>
            <a:ln w="31166" cap="flat">
              <a:solidFill>
                <a:srgbClr val="D9D9D9"/>
              </a:solidFill>
              <a:prstDash val="solid"/>
              <a:miter/>
            </a:ln>
          </p:spPr>
          <p:txBody>
            <a:bodyPr rtlCol="0" anchor="ctr"/>
            <a:lstStyle/>
            <a:p>
              <a:endParaRPr dirty="0"/>
            </a:p>
          </p:txBody>
        </p:sp>
        <p:sp>
          <p:nvSpPr>
            <p:cNvPr id="32" name="Freeform: Shape 31">
              <a:extLst>
                <a:ext uri="{FF2B5EF4-FFF2-40B4-BE49-F238E27FC236}">
                  <a16:creationId xmlns:a16="http://schemas.microsoft.com/office/drawing/2014/main" id="{56C5F0C5-FB3B-4F72-99AF-A8ADBD1917DB}"/>
                </a:ext>
              </a:extLst>
            </p:cNvPr>
            <p:cNvSpPr/>
            <p:nvPr/>
          </p:nvSpPr>
          <p:spPr>
            <a:xfrm>
              <a:off x="10794532" y="3351315"/>
              <a:ext cx="1383754" cy="265531"/>
            </a:xfrm>
            <a:custGeom>
              <a:avLst/>
              <a:gdLst>
                <a:gd name="connsiteX0" fmla="*/ 0 w 1383754"/>
                <a:gd name="connsiteY0" fmla="*/ 265531 h 265531"/>
                <a:gd name="connsiteX1" fmla="*/ 241845 w 1383754"/>
                <a:gd name="connsiteY1" fmla="*/ 265531 h 265531"/>
                <a:gd name="connsiteX2" fmla="*/ 499273 w 1383754"/>
                <a:gd name="connsiteY2" fmla="*/ 8103 h 265531"/>
                <a:gd name="connsiteX3" fmla="*/ 931229 w 1383754"/>
                <a:gd name="connsiteY3" fmla="*/ 8103 h 265531"/>
                <a:gd name="connsiteX4" fmla="*/ 1135676 w 1383754"/>
                <a:gd name="connsiteY4" fmla="*/ 212550 h 265531"/>
                <a:gd name="connsiteX5" fmla="*/ 1383755 w 1383754"/>
                <a:gd name="connsiteY5" fmla="*/ 212550 h 265531"/>
                <a:gd name="connsiteX6" fmla="*/ 1383755 w 1383754"/>
                <a:gd name="connsiteY6" fmla="*/ 204447 h 265531"/>
                <a:gd name="connsiteX7" fmla="*/ 1138792 w 1383754"/>
                <a:gd name="connsiteY7" fmla="*/ 204447 h 265531"/>
                <a:gd name="connsiteX8" fmla="*/ 934345 w 1383754"/>
                <a:gd name="connsiteY8" fmla="*/ 0 h 265531"/>
                <a:gd name="connsiteX9" fmla="*/ 495534 w 1383754"/>
                <a:gd name="connsiteY9" fmla="*/ 0 h 265531"/>
                <a:gd name="connsiteX10" fmla="*/ 238728 w 1383754"/>
                <a:gd name="connsiteY10" fmla="*/ 257428 h 265531"/>
                <a:gd name="connsiteX11" fmla="*/ 0 w 1383754"/>
                <a:gd name="connsiteY11" fmla="*/ 257428 h 26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754" h="265531">
                  <a:moveTo>
                    <a:pt x="0" y="265531"/>
                  </a:moveTo>
                  <a:lnTo>
                    <a:pt x="241845" y="265531"/>
                  </a:lnTo>
                  <a:lnTo>
                    <a:pt x="499273" y="8103"/>
                  </a:lnTo>
                  <a:lnTo>
                    <a:pt x="931229" y="8103"/>
                  </a:lnTo>
                  <a:lnTo>
                    <a:pt x="1135676" y="212550"/>
                  </a:lnTo>
                  <a:lnTo>
                    <a:pt x="1383755" y="212550"/>
                  </a:lnTo>
                  <a:lnTo>
                    <a:pt x="1383755" y="204447"/>
                  </a:lnTo>
                  <a:lnTo>
                    <a:pt x="1138792" y="204447"/>
                  </a:lnTo>
                  <a:lnTo>
                    <a:pt x="934345" y="0"/>
                  </a:lnTo>
                  <a:lnTo>
                    <a:pt x="495534" y="0"/>
                  </a:lnTo>
                  <a:lnTo>
                    <a:pt x="238728" y="257428"/>
                  </a:lnTo>
                  <a:lnTo>
                    <a:pt x="0" y="257428"/>
                  </a:lnTo>
                  <a:close/>
                </a:path>
              </a:pathLst>
            </a:custGeom>
            <a:noFill/>
            <a:ln w="31166" cap="flat">
              <a:solidFill>
                <a:srgbClr val="D9D9D9"/>
              </a:solidFill>
              <a:prstDash val="solid"/>
              <a:miter/>
            </a:ln>
          </p:spPr>
          <p:txBody>
            <a:bodyPr rtlCol="0" anchor="ctr"/>
            <a:lstStyle/>
            <a:p>
              <a:endParaRPr dirty="0"/>
            </a:p>
          </p:txBody>
        </p:sp>
        <p:sp>
          <p:nvSpPr>
            <p:cNvPr id="33" name="Freeform: Shape 32">
              <a:extLst>
                <a:ext uri="{FF2B5EF4-FFF2-40B4-BE49-F238E27FC236}">
                  <a16:creationId xmlns:a16="http://schemas.microsoft.com/office/drawing/2014/main" id="{427FD7AE-251F-44FD-86B1-0587AE7C09A1}"/>
                </a:ext>
              </a:extLst>
            </p:cNvPr>
            <p:cNvSpPr/>
            <p:nvPr/>
          </p:nvSpPr>
          <p:spPr>
            <a:xfrm>
              <a:off x="9003754" y="3401803"/>
              <a:ext cx="1304594" cy="488053"/>
            </a:xfrm>
            <a:custGeom>
              <a:avLst/>
              <a:gdLst>
                <a:gd name="connsiteX0" fmla="*/ 694371 w 1304594"/>
                <a:gd name="connsiteY0" fmla="*/ 488054 h 488053"/>
                <a:gd name="connsiteX1" fmla="*/ 1304594 w 1304594"/>
                <a:gd name="connsiteY1" fmla="*/ 488054 h 488053"/>
                <a:gd name="connsiteX2" fmla="*/ 1304594 w 1304594"/>
                <a:gd name="connsiteY2" fmla="*/ 479951 h 488053"/>
                <a:gd name="connsiteX3" fmla="*/ 698110 w 1304594"/>
                <a:gd name="connsiteY3" fmla="*/ 479951 h 488053"/>
                <a:gd name="connsiteX4" fmla="*/ 217536 w 1304594"/>
                <a:gd name="connsiteY4" fmla="*/ 0 h 488053"/>
                <a:gd name="connsiteX5" fmla="*/ 0 w 1304594"/>
                <a:gd name="connsiteY5" fmla="*/ 0 h 488053"/>
                <a:gd name="connsiteX6" fmla="*/ 0 w 1304594"/>
                <a:gd name="connsiteY6" fmla="*/ 8103 h 488053"/>
                <a:gd name="connsiteX7" fmla="*/ 214420 w 1304594"/>
                <a:gd name="connsiteY7" fmla="*/ 8103 h 48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4594" h="488053">
                  <a:moveTo>
                    <a:pt x="694371" y="488054"/>
                  </a:moveTo>
                  <a:lnTo>
                    <a:pt x="1304594" y="488054"/>
                  </a:lnTo>
                  <a:lnTo>
                    <a:pt x="1304594" y="479951"/>
                  </a:lnTo>
                  <a:lnTo>
                    <a:pt x="698110" y="479951"/>
                  </a:lnTo>
                  <a:lnTo>
                    <a:pt x="217536" y="0"/>
                  </a:lnTo>
                  <a:lnTo>
                    <a:pt x="0" y="0"/>
                  </a:lnTo>
                  <a:lnTo>
                    <a:pt x="0" y="8103"/>
                  </a:lnTo>
                  <a:lnTo>
                    <a:pt x="214420" y="8103"/>
                  </a:lnTo>
                  <a:close/>
                </a:path>
              </a:pathLst>
            </a:custGeom>
            <a:noFill/>
            <a:ln w="31166" cap="flat">
              <a:solidFill>
                <a:srgbClr val="D9D9D9"/>
              </a:solidFill>
              <a:prstDash val="solid"/>
              <a:miter/>
            </a:ln>
          </p:spPr>
          <p:txBody>
            <a:bodyPr rtlCol="0" anchor="ctr"/>
            <a:lstStyle/>
            <a:p>
              <a:endParaRPr dirty="0"/>
            </a:p>
          </p:txBody>
        </p:sp>
        <p:sp>
          <p:nvSpPr>
            <p:cNvPr id="34" name="Freeform: Shape 33">
              <a:extLst>
                <a:ext uri="{FF2B5EF4-FFF2-40B4-BE49-F238E27FC236}">
                  <a16:creationId xmlns:a16="http://schemas.microsoft.com/office/drawing/2014/main" id="{1B150884-D233-4012-8C35-5199A5136057}"/>
                </a:ext>
              </a:extLst>
            </p:cNvPr>
            <p:cNvSpPr/>
            <p:nvPr/>
          </p:nvSpPr>
          <p:spPr>
            <a:xfrm>
              <a:off x="9862680" y="4373548"/>
              <a:ext cx="1519636" cy="362768"/>
            </a:xfrm>
            <a:custGeom>
              <a:avLst/>
              <a:gdLst>
                <a:gd name="connsiteX0" fmla="*/ 0 w 1519636"/>
                <a:gd name="connsiteY0" fmla="*/ 362768 h 362768"/>
                <a:gd name="connsiteX1" fmla="*/ 1162479 w 1519636"/>
                <a:gd name="connsiteY1" fmla="*/ 362768 h 362768"/>
                <a:gd name="connsiteX2" fmla="*/ 1519636 w 1519636"/>
                <a:gd name="connsiteY2" fmla="*/ 5610 h 362768"/>
                <a:gd name="connsiteX3" fmla="*/ 1514026 w 1519636"/>
                <a:gd name="connsiteY3" fmla="*/ 0 h 362768"/>
                <a:gd name="connsiteX4" fmla="*/ 1159362 w 1519636"/>
                <a:gd name="connsiteY4" fmla="*/ 354665 h 362768"/>
                <a:gd name="connsiteX5" fmla="*/ 0 w 1519636"/>
                <a:gd name="connsiteY5" fmla="*/ 354665 h 362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9636" h="362768">
                  <a:moveTo>
                    <a:pt x="0" y="362768"/>
                  </a:moveTo>
                  <a:lnTo>
                    <a:pt x="1162479" y="362768"/>
                  </a:lnTo>
                  <a:lnTo>
                    <a:pt x="1519636" y="5610"/>
                  </a:lnTo>
                  <a:lnTo>
                    <a:pt x="1514026" y="0"/>
                  </a:lnTo>
                  <a:lnTo>
                    <a:pt x="1159362" y="354665"/>
                  </a:lnTo>
                  <a:lnTo>
                    <a:pt x="0" y="354665"/>
                  </a:lnTo>
                  <a:close/>
                </a:path>
              </a:pathLst>
            </a:custGeom>
            <a:noFill/>
            <a:ln w="31166" cap="flat">
              <a:solidFill>
                <a:srgbClr val="D9D9D9"/>
              </a:solidFill>
              <a:prstDash val="solid"/>
              <a:miter/>
            </a:ln>
          </p:spPr>
          <p:txBody>
            <a:bodyPr rtlCol="0" anchor="ctr"/>
            <a:lstStyle/>
            <a:p>
              <a:endParaRPr dirty="0"/>
            </a:p>
          </p:txBody>
        </p:sp>
        <p:sp>
          <p:nvSpPr>
            <p:cNvPr id="35" name="Freeform: Shape 34">
              <a:extLst>
                <a:ext uri="{FF2B5EF4-FFF2-40B4-BE49-F238E27FC236}">
                  <a16:creationId xmlns:a16="http://schemas.microsoft.com/office/drawing/2014/main" id="{7732A9E9-9BB3-4428-8EA4-BDC19CE38E7E}"/>
                </a:ext>
              </a:extLst>
            </p:cNvPr>
            <p:cNvSpPr/>
            <p:nvPr/>
          </p:nvSpPr>
          <p:spPr>
            <a:xfrm>
              <a:off x="11301285" y="4149778"/>
              <a:ext cx="877001" cy="162061"/>
            </a:xfrm>
            <a:custGeom>
              <a:avLst/>
              <a:gdLst>
                <a:gd name="connsiteX0" fmla="*/ 686891 w 877001"/>
                <a:gd name="connsiteY0" fmla="*/ 162061 h 162061"/>
                <a:gd name="connsiteX1" fmla="*/ 877002 w 877001"/>
                <a:gd name="connsiteY1" fmla="*/ 162061 h 162061"/>
                <a:gd name="connsiteX2" fmla="*/ 877002 w 877001"/>
                <a:gd name="connsiteY2" fmla="*/ 153958 h 162061"/>
                <a:gd name="connsiteX3" fmla="*/ 690008 w 877001"/>
                <a:gd name="connsiteY3" fmla="*/ 153958 h 162061"/>
                <a:gd name="connsiteX4" fmla="*/ 536049 w 877001"/>
                <a:gd name="connsiteY4" fmla="*/ 0 h 162061"/>
                <a:gd name="connsiteX5" fmla="*/ 148349 w 877001"/>
                <a:gd name="connsiteY5" fmla="*/ 0 h 162061"/>
                <a:gd name="connsiteX6" fmla="*/ 0 w 877001"/>
                <a:gd name="connsiteY6" fmla="*/ 148348 h 162061"/>
                <a:gd name="connsiteX7" fmla="*/ 5610 w 877001"/>
                <a:gd name="connsiteY7" fmla="*/ 153958 h 162061"/>
                <a:gd name="connsiteX8" fmla="*/ 151465 w 877001"/>
                <a:gd name="connsiteY8" fmla="*/ 8103 h 162061"/>
                <a:gd name="connsiteX9" fmla="*/ 532933 w 877001"/>
                <a:gd name="connsiteY9" fmla="*/ 8103 h 162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001" h="162061">
                  <a:moveTo>
                    <a:pt x="686891" y="162061"/>
                  </a:moveTo>
                  <a:lnTo>
                    <a:pt x="877002" y="162061"/>
                  </a:lnTo>
                  <a:lnTo>
                    <a:pt x="877002" y="153958"/>
                  </a:lnTo>
                  <a:lnTo>
                    <a:pt x="690008" y="153958"/>
                  </a:lnTo>
                  <a:lnTo>
                    <a:pt x="536049" y="0"/>
                  </a:lnTo>
                  <a:lnTo>
                    <a:pt x="148349" y="0"/>
                  </a:lnTo>
                  <a:lnTo>
                    <a:pt x="0" y="148348"/>
                  </a:lnTo>
                  <a:lnTo>
                    <a:pt x="5610" y="153958"/>
                  </a:lnTo>
                  <a:lnTo>
                    <a:pt x="151465" y="8103"/>
                  </a:lnTo>
                  <a:lnTo>
                    <a:pt x="532933" y="8103"/>
                  </a:lnTo>
                  <a:close/>
                </a:path>
              </a:pathLst>
            </a:custGeom>
            <a:noFill/>
            <a:ln w="31166" cap="flat">
              <a:solidFill>
                <a:srgbClr val="D9D9D9"/>
              </a:solidFill>
              <a:prstDash val="solid"/>
              <a:miter/>
            </a:ln>
          </p:spPr>
          <p:txBody>
            <a:bodyPr rtlCol="0" anchor="ctr"/>
            <a:lstStyle/>
            <a:p>
              <a:endParaRPr dirty="0"/>
            </a:p>
          </p:txBody>
        </p:sp>
        <p:sp>
          <p:nvSpPr>
            <p:cNvPr id="36" name="Freeform: Shape 35">
              <a:extLst>
                <a:ext uri="{FF2B5EF4-FFF2-40B4-BE49-F238E27FC236}">
                  <a16:creationId xmlns:a16="http://schemas.microsoft.com/office/drawing/2014/main" id="{3450B70A-014E-4F2D-86C2-A2677A3C32E8}"/>
                </a:ext>
              </a:extLst>
            </p:cNvPr>
            <p:cNvSpPr/>
            <p:nvPr/>
          </p:nvSpPr>
          <p:spPr>
            <a:xfrm>
              <a:off x="10268456" y="2559707"/>
              <a:ext cx="551008" cy="186993"/>
            </a:xfrm>
            <a:custGeom>
              <a:avLst/>
              <a:gdLst>
                <a:gd name="connsiteX0" fmla="*/ 0 w 551008"/>
                <a:gd name="connsiteY0" fmla="*/ 186994 h 186993"/>
                <a:gd name="connsiteX1" fmla="*/ 175151 w 551008"/>
                <a:gd name="connsiteY1" fmla="*/ 186994 h 186993"/>
                <a:gd name="connsiteX2" fmla="*/ 354665 w 551008"/>
                <a:gd name="connsiteY2" fmla="*/ 8103 h 186993"/>
                <a:gd name="connsiteX3" fmla="*/ 551009 w 551008"/>
                <a:gd name="connsiteY3" fmla="*/ 8103 h 186993"/>
                <a:gd name="connsiteX4" fmla="*/ 551009 w 551008"/>
                <a:gd name="connsiteY4" fmla="*/ 0 h 186993"/>
                <a:gd name="connsiteX5" fmla="*/ 350925 w 551008"/>
                <a:gd name="connsiteY5" fmla="*/ 0 h 186993"/>
                <a:gd name="connsiteX6" fmla="*/ 171411 w 551008"/>
                <a:gd name="connsiteY6" fmla="*/ 179514 h 186993"/>
                <a:gd name="connsiteX7" fmla="*/ 0 w 551008"/>
                <a:gd name="connsiteY7" fmla="*/ 179514 h 186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1008" h="186993">
                  <a:moveTo>
                    <a:pt x="0" y="186994"/>
                  </a:moveTo>
                  <a:lnTo>
                    <a:pt x="175151" y="186994"/>
                  </a:lnTo>
                  <a:lnTo>
                    <a:pt x="354665" y="8103"/>
                  </a:lnTo>
                  <a:lnTo>
                    <a:pt x="551009" y="8103"/>
                  </a:lnTo>
                  <a:lnTo>
                    <a:pt x="551009" y="0"/>
                  </a:lnTo>
                  <a:lnTo>
                    <a:pt x="350925" y="0"/>
                  </a:lnTo>
                  <a:lnTo>
                    <a:pt x="171411" y="179514"/>
                  </a:lnTo>
                  <a:lnTo>
                    <a:pt x="0" y="179514"/>
                  </a:lnTo>
                  <a:close/>
                </a:path>
              </a:pathLst>
            </a:custGeom>
            <a:noFill/>
            <a:ln w="31166" cap="flat">
              <a:solidFill>
                <a:srgbClr val="D9D9D9"/>
              </a:solidFill>
              <a:prstDash val="solid"/>
              <a:miter/>
            </a:ln>
          </p:spPr>
          <p:txBody>
            <a:bodyPr rtlCol="0" anchor="ctr"/>
            <a:lstStyle/>
            <a:p>
              <a:endParaRPr dirty="0"/>
            </a:p>
          </p:txBody>
        </p:sp>
        <p:sp>
          <p:nvSpPr>
            <p:cNvPr id="37" name="Freeform: Shape 36">
              <a:extLst>
                <a:ext uri="{FF2B5EF4-FFF2-40B4-BE49-F238E27FC236}">
                  <a16:creationId xmlns:a16="http://schemas.microsoft.com/office/drawing/2014/main" id="{3B36E3E3-FF9A-43F4-BD98-1B8E882D105A}"/>
                </a:ext>
              </a:extLst>
            </p:cNvPr>
            <p:cNvSpPr/>
            <p:nvPr/>
          </p:nvSpPr>
          <p:spPr>
            <a:xfrm>
              <a:off x="11392289" y="2222495"/>
              <a:ext cx="785998" cy="203199"/>
            </a:xfrm>
            <a:custGeom>
              <a:avLst/>
              <a:gdLst>
                <a:gd name="connsiteX0" fmla="*/ 0 w 785998"/>
                <a:gd name="connsiteY0" fmla="*/ 203200 h 203199"/>
                <a:gd name="connsiteX1" fmla="*/ 163308 w 785998"/>
                <a:gd name="connsiteY1" fmla="*/ 203200 h 203199"/>
                <a:gd name="connsiteX2" fmla="*/ 359029 w 785998"/>
                <a:gd name="connsiteY2" fmla="*/ 8103 h 203199"/>
                <a:gd name="connsiteX3" fmla="*/ 785998 w 785998"/>
                <a:gd name="connsiteY3" fmla="*/ 8103 h 203199"/>
                <a:gd name="connsiteX4" fmla="*/ 785998 w 785998"/>
                <a:gd name="connsiteY4" fmla="*/ 0 h 203199"/>
                <a:gd name="connsiteX5" fmla="*/ 355288 w 785998"/>
                <a:gd name="connsiteY5" fmla="*/ 0 h 203199"/>
                <a:gd name="connsiteX6" fmla="*/ 160192 w 785998"/>
                <a:gd name="connsiteY6" fmla="*/ 195097 h 203199"/>
                <a:gd name="connsiteX7" fmla="*/ 0 w 785998"/>
                <a:gd name="connsiteY7" fmla="*/ 195097 h 20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98" h="203199">
                  <a:moveTo>
                    <a:pt x="0" y="203200"/>
                  </a:moveTo>
                  <a:lnTo>
                    <a:pt x="163308" y="203200"/>
                  </a:lnTo>
                  <a:lnTo>
                    <a:pt x="359029" y="8103"/>
                  </a:lnTo>
                  <a:lnTo>
                    <a:pt x="785998" y="8103"/>
                  </a:lnTo>
                  <a:lnTo>
                    <a:pt x="785998" y="0"/>
                  </a:lnTo>
                  <a:lnTo>
                    <a:pt x="355288" y="0"/>
                  </a:lnTo>
                  <a:lnTo>
                    <a:pt x="160192" y="195097"/>
                  </a:lnTo>
                  <a:lnTo>
                    <a:pt x="0" y="195097"/>
                  </a:lnTo>
                  <a:close/>
                </a:path>
              </a:pathLst>
            </a:custGeom>
            <a:noFill/>
            <a:ln w="31166" cap="flat">
              <a:solidFill>
                <a:srgbClr val="D9D9D9"/>
              </a:solidFill>
              <a:prstDash val="solid"/>
              <a:miter/>
            </a:ln>
          </p:spPr>
          <p:txBody>
            <a:bodyPr rtlCol="0" anchor="ctr"/>
            <a:lstStyle/>
            <a:p>
              <a:endParaRPr dirty="0"/>
            </a:p>
          </p:txBody>
        </p:sp>
        <p:sp>
          <p:nvSpPr>
            <p:cNvPr id="38" name="Freeform: Shape 37">
              <a:extLst>
                <a:ext uri="{FF2B5EF4-FFF2-40B4-BE49-F238E27FC236}">
                  <a16:creationId xmlns:a16="http://schemas.microsoft.com/office/drawing/2014/main" id="{D9910482-3079-4E57-AB89-017F3A0B61B1}"/>
                </a:ext>
              </a:extLst>
            </p:cNvPr>
            <p:cNvSpPr/>
            <p:nvPr/>
          </p:nvSpPr>
          <p:spPr>
            <a:xfrm>
              <a:off x="9091018" y="2276100"/>
              <a:ext cx="1728446" cy="486184"/>
            </a:xfrm>
            <a:custGeom>
              <a:avLst/>
              <a:gdLst>
                <a:gd name="connsiteX0" fmla="*/ 0 w 1728446"/>
                <a:gd name="connsiteY0" fmla="*/ 486184 h 486184"/>
                <a:gd name="connsiteX1" fmla="*/ 740496 w 1728446"/>
                <a:gd name="connsiteY1" fmla="*/ 486184 h 486184"/>
                <a:gd name="connsiteX2" fmla="*/ 1218577 w 1728446"/>
                <a:gd name="connsiteY2" fmla="*/ 7480 h 486184"/>
                <a:gd name="connsiteX3" fmla="*/ 1728447 w 1728446"/>
                <a:gd name="connsiteY3" fmla="*/ 7480 h 486184"/>
                <a:gd name="connsiteX4" fmla="*/ 1728447 w 1728446"/>
                <a:gd name="connsiteY4" fmla="*/ 0 h 486184"/>
                <a:gd name="connsiteX5" fmla="*/ 1215460 w 1728446"/>
                <a:gd name="connsiteY5" fmla="*/ 0 h 486184"/>
                <a:gd name="connsiteX6" fmla="*/ 737379 w 1728446"/>
                <a:gd name="connsiteY6" fmla="*/ 478081 h 486184"/>
                <a:gd name="connsiteX7" fmla="*/ 0 w 1728446"/>
                <a:gd name="connsiteY7" fmla="*/ 478081 h 486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8446" h="486184">
                  <a:moveTo>
                    <a:pt x="0" y="486184"/>
                  </a:moveTo>
                  <a:lnTo>
                    <a:pt x="740496" y="486184"/>
                  </a:lnTo>
                  <a:lnTo>
                    <a:pt x="1218577" y="7480"/>
                  </a:lnTo>
                  <a:lnTo>
                    <a:pt x="1728447" y="7480"/>
                  </a:lnTo>
                  <a:lnTo>
                    <a:pt x="1728447" y="0"/>
                  </a:lnTo>
                  <a:lnTo>
                    <a:pt x="1215460" y="0"/>
                  </a:lnTo>
                  <a:lnTo>
                    <a:pt x="737379" y="478081"/>
                  </a:lnTo>
                  <a:lnTo>
                    <a:pt x="0" y="478081"/>
                  </a:lnTo>
                  <a:close/>
                </a:path>
              </a:pathLst>
            </a:custGeom>
            <a:noFill/>
            <a:ln w="31166" cap="flat">
              <a:solidFill>
                <a:srgbClr val="D9D9D9"/>
              </a:solidFill>
              <a:prstDash val="solid"/>
              <a:miter/>
            </a:ln>
          </p:spPr>
          <p:txBody>
            <a:bodyPr rtlCol="0" anchor="ctr"/>
            <a:lstStyle/>
            <a:p>
              <a:endParaRPr dirty="0"/>
            </a:p>
          </p:txBody>
        </p:sp>
        <p:sp>
          <p:nvSpPr>
            <p:cNvPr id="39" name="Freeform: Shape 38">
              <a:extLst>
                <a:ext uri="{FF2B5EF4-FFF2-40B4-BE49-F238E27FC236}">
                  <a16:creationId xmlns:a16="http://schemas.microsoft.com/office/drawing/2014/main" id="{BE3361A7-ECCF-4F20-B6E5-180588D67ADD}"/>
                </a:ext>
              </a:extLst>
            </p:cNvPr>
            <p:cNvSpPr/>
            <p:nvPr/>
          </p:nvSpPr>
          <p:spPr>
            <a:xfrm>
              <a:off x="6013099" y="3034672"/>
              <a:ext cx="2525040" cy="423229"/>
            </a:xfrm>
            <a:custGeom>
              <a:avLst/>
              <a:gdLst>
                <a:gd name="connsiteX0" fmla="*/ 0 w 2525040"/>
                <a:gd name="connsiteY0" fmla="*/ 423230 h 423229"/>
                <a:gd name="connsiteX1" fmla="*/ 1606277 w 2525040"/>
                <a:gd name="connsiteY1" fmla="*/ 423230 h 423229"/>
                <a:gd name="connsiteX2" fmla="*/ 2022027 w 2525040"/>
                <a:gd name="connsiteY2" fmla="*/ 7480 h 423229"/>
                <a:gd name="connsiteX3" fmla="*/ 2525041 w 2525040"/>
                <a:gd name="connsiteY3" fmla="*/ 7480 h 423229"/>
                <a:gd name="connsiteX4" fmla="*/ 2525041 w 2525040"/>
                <a:gd name="connsiteY4" fmla="*/ 0 h 423229"/>
                <a:gd name="connsiteX5" fmla="*/ 2018910 w 2525040"/>
                <a:gd name="connsiteY5" fmla="*/ 0 h 423229"/>
                <a:gd name="connsiteX6" fmla="*/ 1603161 w 2525040"/>
                <a:gd name="connsiteY6" fmla="*/ 415126 h 423229"/>
                <a:gd name="connsiteX7" fmla="*/ 0 w 2525040"/>
                <a:gd name="connsiteY7" fmla="*/ 415126 h 42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25040" h="423229">
                  <a:moveTo>
                    <a:pt x="0" y="423230"/>
                  </a:moveTo>
                  <a:lnTo>
                    <a:pt x="1606277" y="423230"/>
                  </a:lnTo>
                  <a:lnTo>
                    <a:pt x="2022027" y="7480"/>
                  </a:lnTo>
                  <a:lnTo>
                    <a:pt x="2525041" y="7480"/>
                  </a:lnTo>
                  <a:lnTo>
                    <a:pt x="2525041" y="0"/>
                  </a:lnTo>
                  <a:lnTo>
                    <a:pt x="2018910" y="0"/>
                  </a:lnTo>
                  <a:lnTo>
                    <a:pt x="1603161" y="415126"/>
                  </a:lnTo>
                  <a:lnTo>
                    <a:pt x="0" y="415126"/>
                  </a:lnTo>
                  <a:close/>
                </a:path>
              </a:pathLst>
            </a:custGeom>
            <a:noFill/>
            <a:ln w="31166" cap="flat">
              <a:solidFill>
                <a:srgbClr val="D9D9D9"/>
              </a:solidFill>
              <a:prstDash val="solid"/>
              <a:miter/>
            </a:ln>
          </p:spPr>
          <p:txBody>
            <a:bodyPr rtlCol="0" anchor="ctr"/>
            <a:lstStyle/>
            <a:p>
              <a:endParaRPr dirty="0"/>
            </a:p>
          </p:txBody>
        </p:sp>
        <p:sp>
          <p:nvSpPr>
            <p:cNvPr id="40" name="Freeform: Shape 39">
              <a:extLst>
                <a:ext uri="{FF2B5EF4-FFF2-40B4-BE49-F238E27FC236}">
                  <a16:creationId xmlns:a16="http://schemas.microsoft.com/office/drawing/2014/main" id="{421973AE-FC3F-4CB8-A9B3-BBD5FE7CAB42}"/>
                </a:ext>
              </a:extLst>
            </p:cNvPr>
            <p:cNvSpPr/>
            <p:nvPr/>
          </p:nvSpPr>
          <p:spPr>
            <a:xfrm>
              <a:off x="6309173" y="3158088"/>
              <a:ext cx="2353005" cy="412633"/>
            </a:xfrm>
            <a:custGeom>
              <a:avLst/>
              <a:gdLst>
                <a:gd name="connsiteX0" fmla="*/ 0 w 2353005"/>
                <a:gd name="connsiteY0" fmla="*/ 412633 h 412633"/>
                <a:gd name="connsiteX1" fmla="*/ 1494704 w 2353005"/>
                <a:gd name="connsiteY1" fmla="*/ 412633 h 412633"/>
                <a:gd name="connsiteX2" fmla="*/ 1899234 w 2353005"/>
                <a:gd name="connsiteY2" fmla="*/ 8103 h 412633"/>
                <a:gd name="connsiteX3" fmla="*/ 2353006 w 2353005"/>
                <a:gd name="connsiteY3" fmla="*/ 8103 h 412633"/>
                <a:gd name="connsiteX4" fmla="*/ 2353006 w 2353005"/>
                <a:gd name="connsiteY4" fmla="*/ 0 h 412633"/>
                <a:gd name="connsiteX5" fmla="*/ 1895495 w 2353005"/>
                <a:gd name="connsiteY5" fmla="*/ 0 h 412633"/>
                <a:gd name="connsiteX6" fmla="*/ 1491588 w 2353005"/>
                <a:gd name="connsiteY6" fmla="*/ 404530 h 412633"/>
                <a:gd name="connsiteX7" fmla="*/ 0 w 2353005"/>
                <a:gd name="connsiteY7" fmla="*/ 404530 h 41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005" h="412633">
                  <a:moveTo>
                    <a:pt x="0" y="412633"/>
                  </a:moveTo>
                  <a:lnTo>
                    <a:pt x="1494704" y="412633"/>
                  </a:lnTo>
                  <a:lnTo>
                    <a:pt x="1899234" y="8103"/>
                  </a:lnTo>
                  <a:lnTo>
                    <a:pt x="2353006" y="8103"/>
                  </a:lnTo>
                  <a:lnTo>
                    <a:pt x="2353006" y="0"/>
                  </a:lnTo>
                  <a:lnTo>
                    <a:pt x="1895495" y="0"/>
                  </a:lnTo>
                  <a:lnTo>
                    <a:pt x="1491588" y="404530"/>
                  </a:lnTo>
                  <a:lnTo>
                    <a:pt x="0" y="404530"/>
                  </a:lnTo>
                  <a:close/>
                </a:path>
              </a:pathLst>
            </a:custGeom>
            <a:noFill/>
            <a:ln w="31166" cap="flat">
              <a:solidFill>
                <a:srgbClr val="D9D9D9"/>
              </a:solidFill>
              <a:prstDash val="solid"/>
              <a:miter/>
            </a:ln>
          </p:spPr>
          <p:txBody>
            <a:bodyPr rtlCol="0" anchor="ctr"/>
            <a:lstStyle/>
            <a:p>
              <a:endParaRPr dirty="0"/>
            </a:p>
          </p:txBody>
        </p:sp>
        <p:sp>
          <p:nvSpPr>
            <p:cNvPr id="41" name="Freeform: Shape 40">
              <a:extLst>
                <a:ext uri="{FF2B5EF4-FFF2-40B4-BE49-F238E27FC236}">
                  <a16:creationId xmlns:a16="http://schemas.microsoft.com/office/drawing/2014/main" id="{193DB7EA-22CB-4671-B265-7DFF29FF267F}"/>
                </a:ext>
              </a:extLst>
            </p:cNvPr>
            <p:cNvSpPr/>
            <p:nvPr/>
          </p:nvSpPr>
          <p:spPr>
            <a:xfrm>
              <a:off x="6056731" y="3641778"/>
              <a:ext cx="3403287" cy="472471"/>
            </a:xfrm>
            <a:custGeom>
              <a:avLst/>
              <a:gdLst>
                <a:gd name="connsiteX0" fmla="*/ 0 w 3403287"/>
                <a:gd name="connsiteY0" fmla="*/ 472471 h 472471"/>
                <a:gd name="connsiteX1" fmla="*/ 1019116 w 3403287"/>
                <a:gd name="connsiteY1" fmla="*/ 472471 h 472471"/>
                <a:gd name="connsiteX2" fmla="*/ 1322047 w 3403287"/>
                <a:gd name="connsiteY2" fmla="*/ 169541 h 472471"/>
                <a:gd name="connsiteX3" fmla="*/ 2538130 w 3403287"/>
                <a:gd name="connsiteY3" fmla="*/ 169541 h 472471"/>
                <a:gd name="connsiteX4" fmla="*/ 2699568 w 3403287"/>
                <a:gd name="connsiteY4" fmla="*/ 8103 h 472471"/>
                <a:gd name="connsiteX5" fmla="*/ 3403288 w 3403287"/>
                <a:gd name="connsiteY5" fmla="*/ 8103 h 472471"/>
                <a:gd name="connsiteX6" fmla="*/ 3403288 w 3403287"/>
                <a:gd name="connsiteY6" fmla="*/ 0 h 472471"/>
                <a:gd name="connsiteX7" fmla="*/ 2696452 w 3403287"/>
                <a:gd name="connsiteY7" fmla="*/ 0 h 472471"/>
                <a:gd name="connsiteX8" fmla="*/ 2535014 w 3403287"/>
                <a:gd name="connsiteY8" fmla="*/ 162061 h 472471"/>
                <a:gd name="connsiteX9" fmla="*/ 1318306 w 3403287"/>
                <a:gd name="connsiteY9" fmla="*/ 162061 h 472471"/>
                <a:gd name="connsiteX10" fmla="*/ 1015376 w 3403287"/>
                <a:gd name="connsiteY10" fmla="*/ 464991 h 472471"/>
                <a:gd name="connsiteX11" fmla="*/ 0 w 3403287"/>
                <a:gd name="connsiteY11" fmla="*/ 464991 h 472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03287" h="472471">
                  <a:moveTo>
                    <a:pt x="0" y="472471"/>
                  </a:moveTo>
                  <a:lnTo>
                    <a:pt x="1019116" y="472471"/>
                  </a:lnTo>
                  <a:lnTo>
                    <a:pt x="1322047" y="169541"/>
                  </a:lnTo>
                  <a:lnTo>
                    <a:pt x="2538130" y="169541"/>
                  </a:lnTo>
                  <a:lnTo>
                    <a:pt x="2699568" y="8103"/>
                  </a:lnTo>
                  <a:lnTo>
                    <a:pt x="3403288" y="8103"/>
                  </a:lnTo>
                  <a:lnTo>
                    <a:pt x="3403288" y="0"/>
                  </a:lnTo>
                  <a:lnTo>
                    <a:pt x="2696452" y="0"/>
                  </a:lnTo>
                  <a:lnTo>
                    <a:pt x="2535014" y="162061"/>
                  </a:lnTo>
                  <a:lnTo>
                    <a:pt x="1318306" y="162061"/>
                  </a:lnTo>
                  <a:lnTo>
                    <a:pt x="1015376" y="464991"/>
                  </a:lnTo>
                  <a:lnTo>
                    <a:pt x="0" y="464991"/>
                  </a:lnTo>
                  <a:close/>
                </a:path>
              </a:pathLst>
            </a:custGeom>
            <a:noFill/>
            <a:ln w="31166" cap="flat">
              <a:solidFill>
                <a:srgbClr val="D9D9D9"/>
              </a:solidFill>
              <a:prstDash val="solid"/>
              <a:miter/>
            </a:ln>
          </p:spPr>
          <p:txBody>
            <a:bodyPr rtlCol="0" anchor="ctr"/>
            <a:lstStyle/>
            <a:p>
              <a:endParaRPr dirty="0"/>
            </a:p>
          </p:txBody>
        </p:sp>
        <p:sp>
          <p:nvSpPr>
            <p:cNvPr id="42" name="Freeform: Shape 41">
              <a:extLst>
                <a:ext uri="{FF2B5EF4-FFF2-40B4-BE49-F238E27FC236}">
                  <a16:creationId xmlns:a16="http://schemas.microsoft.com/office/drawing/2014/main" id="{65DFC71A-2138-44B5-BA06-160C555B8B5C}"/>
                </a:ext>
              </a:extLst>
            </p:cNvPr>
            <p:cNvSpPr/>
            <p:nvPr/>
          </p:nvSpPr>
          <p:spPr>
            <a:xfrm>
              <a:off x="11119278" y="2690603"/>
              <a:ext cx="1059008" cy="351548"/>
            </a:xfrm>
            <a:custGeom>
              <a:avLst/>
              <a:gdLst>
                <a:gd name="connsiteX0" fmla="*/ 757948 w 1059008"/>
                <a:gd name="connsiteY0" fmla="*/ 351548 h 351548"/>
                <a:gd name="connsiteX1" fmla="*/ 1059009 w 1059008"/>
                <a:gd name="connsiteY1" fmla="*/ 351548 h 351548"/>
                <a:gd name="connsiteX2" fmla="*/ 1059009 w 1059008"/>
                <a:gd name="connsiteY2" fmla="*/ 344069 h 351548"/>
                <a:gd name="connsiteX3" fmla="*/ 761065 w 1059008"/>
                <a:gd name="connsiteY3" fmla="*/ 344069 h 351548"/>
                <a:gd name="connsiteX4" fmla="*/ 417620 w 1059008"/>
                <a:gd name="connsiteY4" fmla="*/ 0 h 351548"/>
                <a:gd name="connsiteX5" fmla="*/ 0 w 1059008"/>
                <a:gd name="connsiteY5" fmla="*/ 0 h 351548"/>
                <a:gd name="connsiteX6" fmla="*/ 0 w 1059008"/>
                <a:gd name="connsiteY6" fmla="*/ 8103 h 351548"/>
                <a:gd name="connsiteX7" fmla="*/ 413880 w 1059008"/>
                <a:gd name="connsiteY7" fmla="*/ 8103 h 35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9008" h="351548">
                  <a:moveTo>
                    <a:pt x="757948" y="351548"/>
                  </a:moveTo>
                  <a:lnTo>
                    <a:pt x="1059009" y="351548"/>
                  </a:lnTo>
                  <a:lnTo>
                    <a:pt x="1059009" y="344069"/>
                  </a:lnTo>
                  <a:lnTo>
                    <a:pt x="761065" y="344069"/>
                  </a:lnTo>
                  <a:lnTo>
                    <a:pt x="417620" y="0"/>
                  </a:lnTo>
                  <a:lnTo>
                    <a:pt x="0" y="0"/>
                  </a:lnTo>
                  <a:lnTo>
                    <a:pt x="0" y="8103"/>
                  </a:lnTo>
                  <a:lnTo>
                    <a:pt x="413880" y="8103"/>
                  </a:lnTo>
                  <a:close/>
                </a:path>
              </a:pathLst>
            </a:custGeom>
            <a:noFill/>
            <a:ln w="31166" cap="flat">
              <a:solidFill>
                <a:srgbClr val="D9D9D9"/>
              </a:solidFill>
              <a:prstDash val="solid"/>
              <a:miter/>
            </a:ln>
          </p:spPr>
          <p:txBody>
            <a:bodyPr rtlCol="0" anchor="ctr"/>
            <a:lstStyle/>
            <a:p>
              <a:endParaRPr dirty="0"/>
            </a:p>
          </p:txBody>
        </p:sp>
        <p:sp>
          <p:nvSpPr>
            <p:cNvPr id="43" name="Freeform: Shape 42">
              <a:extLst>
                <a:ext uri="{FF2B5EF4-FFF2-40B4-BE49-F238E27FC236}">
                  <a16:creationId xmlns:a16="http://schemas.microsoft.com/office/drawing/2014/main" id="{4FCAA1D5-A069-4895-8FEA-48585F700AD0}"/>
                </a:ext>
              </a:extLst>
            </p:cNvPr>
            <p:cNvSpPr/>
            <p:nvPr/>
          </p:nvSpPr>
          <p:spPr>
            <a:xfrm>
              <a:off x="5203415" y="4241405"/>
              <a:ext cx="4496578" cy="286100"/>
            </a:xfrm>
            <a:custGeom>
              <a:avLst/>
              <a:gdLst>
                <a:gd name="connsiteX0" fmla="*/ 1616250 w 4496578"/>
                <a:gd name="connsiteY0" fmla="*/ 286101 h 286100"/>
                <a:gd name="connsiteX1" fmla="*/ 2228967 w 4496578"/>
                <a:gd name="connsiteY1" fmla="*/ 286101 h 286100"/>
                <a:gd name="connsiteX2" fmla="*/ 2506965 w 4496578"/>
                <a:gd name="connsiteY2" fmla="*/ 8103 h 286100"/>
                <a:gd name="connsiteX3" fmla="*/ 3615215 w 4496578"/>
                <a:gd name="connsiteY3" fmla="*/ 8103 h 286100"/>
                <a:gd name="connsiteX4" fmla="*/ 3799093 w 4496578"/>
                <a:gd name="connsiteY4" fmla="*/ 191980 h 286100"/>
                <a:gd name="connsiteX5" fmla="*/ 4496579 w 4496578"/>
                <a:gd name="connsiteY5" fmla="*/ 191980 h 286100"/>
                <a:gd name="connsiteX6" fmla="*/ 4496579 w 4496578"/>
                <a:gd name="connsiteY6" fmla="*/ 183877 h 286100"/>
                <a:gd name="connsiteX7" fmla="*/ 3802209 w 4496578"/>
                <a:gd name="connsiteY7" fmla="*/ 183877 h 286100"/>
                <a:gd name="connsiteX8" fmla="*/ 3618332 w 4496578"/>
                <a:gd name="connsiteY8" fmla="*/ 0 h 286100"/>
                <a:gd name="connsiteX9" fmla="*/ 2503848 w 4496578"/>
                <a:gd name="connsiteY9" fmla="*/ 0 h 286100"/>
                <a:gd name="connsiteX10" fmla="*/ 2225227 w 4496578"/>
                <a:gd name="connsiteY10" fmla="*/ 277998 h 286100"/>
                <a:gd name="connsiteX11" fmla="*/ 1619367 w 4496578"/>
                <a:gd name="connsiteY11" fmla="*/ 277998 h 286100"/>
                <a:gd name="connsiteX12" fmla="*/ 1444839 w 4496578"/>
                <a:gd name="connsiteY12" fmla="*/ 103470 h 286100"/>
                <a:gd name="connsiteX13" fmla="*/ 0 w 4496578"/>
                <a:gd name="connsiteY13" fmla="*/ 103470 h 286100"/>
                <a:gd name="connsiteX14" fmla="*/ 0 w 4496578"/>
                <a:gd name="connsiteY14" fmla="*/ 110950 h 286100"/>
                <a:gd name="connsiteX15" fmla="*/ 1441100 w 4496578"/>
                <a:gd name="connsiteY15" fmla="*/ 110950 h 2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96578" h="286100">
                  <a:moveTo>
                    <a:pt x="1616250" y="286101"/>
                  </a:moveTo>
                  <a:lnTo>
                    <a:pt x="2228967" y="286101"/>
                  </a:lnTo>
                  <a:lnTo>
                    <a:pt x="2506965" y="8103"/>
                  </a:lnTo>
                  <a:lnTo>
                    <a:pt x="3615215" y="8103"/>
                  </a:lnTo>
                  <a:lnTo>
                    <a:pt x="3799093" y="191980"/>
                  </a:lnTo>
                  <a:lnTo>
                    <a:pt x="4496579" y="191980"/>
                  </a:lnTo>
                  <a:lnTo>
                    <a:pt x="4496579" y="183877"/>
                  </a:lnTo>
                  <a:lnTo>
                    <a:pt x="3802209" y="183877"/>
                  </a:lnTo>
                  <a:lnTo>
                    <a:pt x="3618332" y="0"/>
                  </a:lnTo>
                  <a:lnTo>
                    <a:pt x="2503848" y="0"/>
                  </a:lnTo>
                  <a:lnTo>
                    <a:pt x="2225227" y="277998"/>
                  </a:lnTo>
                  <a:lnTo>
                    <a:pt x="1619367" y="277998"/>
                  </a:lnTo>
                  <a:lnTo>
                    <a:pt x="1444839" y="103470"/>
                  </a:lnTo>
                  <a:lnTo>
                    <a:pt x="0" y="103470"/>
                  </a:lnTo>
                  <a:lnTo>
                    <a:pt x="0" y="110950"/>
                  </a:lnTo>
                  <a:lnTo>
                    <a:pt x="1441100" y="110950"/>
                  </a:lnTo>
                  <a:close/>
                </a:path>
              </a:pathLst>
            </a:custGeom>
            <a:noFill/>
            <a:ln w="31166" cap="flat">
              <a:solidFill>
                <a:srgbClr val="D9D9D9"/>
              </a:solidFill>
              <a:prstDash val="solid"/>
              <a:miter/>
            </a:ln>
          </p:spPr>
          <p:txBody>
            <a:bodyPr rtlCol="0" anchor="ctr"/>
            <a:lstStyle/>
            <a:p>
              <a:endParaRPr dirty="0"/>
            </a:p>
          </p:txBody>
        </p:sp>
        <p:sp>
          <p:nvSpPr>
            <p:cNvPr id="44" name="Freeform: Shape 43">
              <a:extLst>
                <a:ext uri="{FF2B5EF4-FFF2-40B4-BE49-F238E27FC236}">
                  <a16:creationId xmlns:a16="http://schemas.microsoft.com/office/drawing/2014/main" id="{48FE9EC7-21BD-4950-8D2E-BC51EEE2BC41}"/>
                </a:ext>
              </a:extLst>
            </p:cNvPr>
            <p:cNvSpPr/>
            <p:nvPr/>
          </p:nvSpPr>
          <p:spPr>
            <a:xfrm>
              <a:off x="6496790" y="2398269"/>
              <a:ext cx="3438193" cy="337212"/>
            </a:xfrm>
            <a:custGeom>
              <a:avLst/>
              <a:gdLst>
                <a:gd name="connsiteX0" fmla="*/ 0 w 3438193"/>
                <a:gd name="connsiteY0" fmla="*/ 337212 h 337212"/>
                <a:gd name="connsiteX1" fmla="*/ 1309580 w 3438193"/>
                <a:gd name="connsiteY1" fmla="*/ 337212 h 337212"/>
                <a:gd name="connsiteX2" fmla="*/ 1639313 w 3438193"/>
                <a:gd name="connsiteY2" fmla="*/ 8103 h 337212"/>
                <a:gd name="connsiteX3" fmla="*/ 2589865 w 3438193"/>
                <a:gd name="connsiteY3" fmla="*/ 8103 h 337212"/>
                <a:gd name="connsiteX4" fmla="*/ 2841060 w 3438193"/>
                <a:gd name="connsiteY4" fmla="*/ 259298 h 337212"/>
                <a:gd name="connsiteX5" fmla="*/ 3438194 w 3438193"/>
                <a:gd name="connsiteY5" fmla="*/ 259298 h 337212"/>
                <a:gd name="connsiteX6" fmla="*/ 3438194 w 3438193"/>
                <a:gd name="connsiteY6" fmla="*/ 251195 h 337212"/>
                <a:gd name="connsiteX7" fmla="*/ 2844176 w 3438193"/>
                <a:gd name="connsiteY7" fmla="*/ 251195 h 337212"/>
                <a:gd name="connsiteX8" fmla="*/ 2592982 w 3438193"/>
                <a:gd name="connsiteY8" fmla="*/ 0 h 337212"/>
                <a:gd name="connsiteX9" fmla="*/ 1636196 w 3438193"/>
                <a:gd name="connsiteY9" fmla="*/ 0 h 337212"/>
                <a:gd name="connsiteX10" fmla="*/ 1306464 w 3438193"/>
                <a:gd name="connsiteY10" fmla="*/ 329109 h 337212"/>
                <a:gd name="connsiteX11" fmla="*/ 0 w 3438193"/>
                <a:gd name="connsiteY11" fmla="*/ 329109 h 33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38193" h="337212">
                  <a:moveTo>
                    <a:pt x="0" y="337212"/>
                  </a:moveTo>
                  <a:lnTo>
                    <a:pt x="1309580" y="337212"/>
                  </a:lnTo>
                  <a:lnTo>
                    <a:pt x="1639313" y="8103"/>
                  </a:lnTo>
                  <a:lnTo>
                    <a:pt x="2589865" y="8103"/>
                  </a:lnTo>
                  <a:lnTo>
                    <a:pt x="2841060" y="259298"/>
                  </a:lnTo>
                  <a:lnTo>
                    <a:pt x="3438194" y="259298"/>
                  </a:lnTo>
                  <a:lnTo>
                    <a:pt x="3438194" y="251195"/>
                  </a:lnTo>
                  <a:lnTo>
                    <a:pt x="2844176" y="251195"/>
                  </a:lnTo>
                  <a:lnTo>
                    <a:pt x="2592982" y="0"/>
                  </a:lnTo>
                  <a:lnTo>
                    <a:pt x="1636196" y="0"/>
                  </a:lnTo>
                  <a:lnTo>
                    <a:pt x="1306464" y="329109"/>
                  </a:lnTo>
                  <a:lnTo>
                    <a:pt x="0" y="329109"/>
                  </a:lnTo>
                  <a:close/>
                </a:path>
              </a:pathLst>
            </a:custGeom>
            <a:noFill/>
            <a:ln w="31166" cap="flat">
              <a:solidFill>
                <a:srgbClr val="D9D9D9"/>
              </a:solidFill>
              <a:prstDash val="solid"/>
              <a:miter/>
            </a:ln>
          </p:spPr>
          <p:txBody>
            <a:bodyPr rtlCol="0" anchor="ctr"/>
            <a:lstStyle/>
            <a:p>
              <a:endParaRPr dirty="0"/>
            </a:p>
          </p:txBody>
        </p:sp>
        <p:sp>
          <p:nvSpPr>
            <p:cNvPr id="45" name="Freeform: Shape 44">
              <a:extLst>
                <a:ext uri="{FF2B5EF4-FFF2-40B4-BE49-F238E27FC236}">
                  <a16:creationId xmlns:a16="http://schemas.microsoft.com/office/drawing/2014/main" id="{39307693-B883-4C70-B3B4-D4EAC696FA0D}"/>
                </a:ext>
              </a:extLst>
            </p:cNvPr>
            <p:cNvSpPr/>
            <p:nvPr/>
          </p:nvSpPr>
          <p:spPr>
            <a:xfrm>
              <a:off x="5897786" y="2399516"/>
              <a:ext cx="2643470" cy="518596"/>
            </a:xfrm>
            <a:custGeom>
              <a:avLst/>
              <a:gdLst>
                <a:gd name="connsiteX0" fmla="*/ 0 w 2643470"/>
                <a:gd name="connsiteY0" fmla="*/ 518596 h 518596"/>
                <a:gd name="connsiteX1" fmla="*/ 610846 w 2643470"/>
                <a:gd name="connsiteY1" fmla="*/ 518596 h 518596"/>
                <a:gd name="connsiteX2" fmla="*/ 1019116 w 2643470"/>
                <a:gd name="connsiteY2" fmla="*/ 110326 h 518596"/>
                <a:gd name="connsiteX3" fmla="*/ 1425517 w 2643470"/>
                <a:gd name="connsiteY3" fmla="*/ 110326 h 518596"/>
                <a:gd name="connsiteX4" fmla="*/ 1586331 w 2643470"/>
                <a:gd name="connsiteY4" fmla="*/ 270518 h 518596"/>
                <a:gd name="connsiteX5" fmla="*/ 2377938 w 2643470"/>
                <a:gd name="connsiteY5" fmla="*/ 270518 h 518596"/>
                <a:gd name="connsiteX6" fmla="*/ 2643470 w 2643470"/>
                <a:gd name="connsiteY6" fmla="*/ 5610 h 518596"/>
                <a:gd name="connsiteX7" fmla="*/ 2637860 w 2643470"/>
                <a:gd name="connsiteY7" fmla="*/ 0 h 518596"/>
                <a:gd name="connsiteX8" fmla="*/ 2374822 w 2643470"/>
                <a:gd name="connsiteY8" fmla="*/ 263038 h 518596"/>
                <a:gd name="connsiteX9" fmla="*/ 1589448 w 2643470"/>
                <a:gd name="connsiteY9" fmla="*/ 263038 h 518596"/>
                <a:gd name="connsiteX10" fmla="*/ 1429256 w 2643470"/>
                <a:gd name="connsiteY10" fmla="*/ 102223 h 518596"/>
                <a:gd name="connsiteX11" fmla="*/ 1016000 w 2643470"/>
                <a:gd name="connsiteY11" fmla="*/ 102223 h 518596"/>
                <a:gd name="connsiteX12" fmla="*/ 607730 w 2643470"/>
                <a:gd name="connsiteY12" fmla="*/ 510493 h 518596"/>
                <a:gd name="connsiteX13" fmla="*/ 0 w 2643470"/>
                <a:gd name="connsiteY13" fmla="*/ 510493 h 51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43470" h="518596">
                  <a:moveTo>
                    <a:pt x="0" y="518596"/>
                  </a:moveTo>
                  <a:lnTo>
                    <a:pt x="610846" y="518596"/>
                  </a:lnTo>
                  <a:lnTo>
                    <a:pt x="1019116" y="110326"/>
                  </a:lnTo>
                  <a:lnTo>
                    <a:pt x="1425517" y="110326"/>
                  </a:lnTo>
                  <a:lnTo>
                    <a:pt x="1586331" y="270518"/>
                  </a:lnTo>
                  <a:lnTo>
                    <a:pt x="2377938" y="270518"/>
                  </a:lnTo>
                  <a:lnTo>
                    <a:pt x="2643470" y="5610"/>
                  </a:lnTo>
                  <a:lnTo>
                    <a:pt x="2637860" y="0"/>
                  </a:lnTo>
                  <a:lnTo>
                    <a:pt x="2374822" y="263038"/>
                  </a:lnTo>
                  <a:lnTo>
                    <a:pt x="1589448" y="263038"/>
                  </a:lnTo>
                  <a:lnTo>
                    <a:pt x="1429256" y="102223"/>
                  </a:lnTo>
                  <a:lnTo>
                    <a:pt x="1016000" y="102223"/>
                  </a:lnTo>
                  <a:lnTo>
                    <a:pt x="607730" y="510493"/>
                  </a:lnTo>
                  <a:lnTo>
                    <a:pt x="0" y="510493"/>
                  </a:lnTo>
                  <a:close/>
                </a:path>
              </a:pathLst>
            </a:custGeom>
            <a:noFill/>
            <a:ln w="31166" cap="flat">
              <a:solidFill>
                <a:srgbClr val="D9D9D9"/>
              </a:solidFill>
              <a:prstDash val="solid"/>
              <a:miter/>
            </a:ln>
          </p:spPr>
          <p:txBody>
            <a:bodyPr rtlCol="0" anchor="ctr"/>
            <a:lstStyle/>
            <a:p>
              <a:endParaRPr dirty="0"/>
            </a:p>
          </p:txBody>
        </p:sp>
        <p:sp>
          <p:nvSpPr>
            <p:cNvPr id="46" name="Freeform: Shape 45">
              <a:extLst>
                <a:ext uri="{FF2B5EF4-FFF2-40B4-BE49-F238E27FC236}">
                  <a16:creationId xmlns:a16="http://schemas.microsoft.com/office/drawing/2014/main" id="{C7E4A42F-B059-4802-A699-99093D073ED1}"/>
                </a:ext>
              </a:extLst>
            </p:cNvPr>
            <p:cNvSpPr/>
            <p:nvPr/>
          </p:nvSpPr>
          <p:spPr>
            <a:xfrm rot="-2700000">
              <a:off x="6962123" y="2964825"/>
              <a:ext cx="281111" cy="281111"/>
            </a:xfrm>
            <a:custGeom>
              <a:avLst/>
              <a:gdLst>
                <a:gd name="connsiteX0" fmla="*/ 0 w 281111"/>
                <a:gd name="connsiteY0" fmla="*/ 0 h 281111"/>
                <a:gd name="connsiteX1" fmla="*/ 281111 w 281111"/>
                <a:gd name="connsiteY1" fmla="*/ 0 h 281111"/>
                <a:gd name="connsiteX2" fmla="*/ 281111 w 281111"/>
                <a:gd name="connsiteY2" fmla="*/ 281111 h 281111"/>
                <a:gd name="connsiteX3" fmla="*/ 0 w 281111"/>
                <a:gd name="connsiteY3" fmla="*/ 281111 h 281111"/>
              </a:gdLst>
              <a:ahLst/>
              <a:cxnLst>
                <a:cxn ang="0">
                  <a:pos x="connsiteX0" y="connsiteY0"/>
                </a:cxn>
                <a:cxn ang="0">
                  <a:pos x="connsiteX1" y="connsiteY1"/>
                </a:cxn>
                <a:cxn ang="0">
                  <a:pos x="connsiteX2" y="connsiteY2"/>
                </a:cxn>
                <a:cxn ang="0">
                  <a:pos x="connsiteX3" y="connsiteY3"/>
                </a:cxn>
              </a:cxnLst>
              <a:rect l="l" t="t" r="r" b="b"/>
              <a:pathLst>
                <a:path w="281111" h="281111">
                  <a:moveTo>
                    <a:pt x="0" y="0"/>
                  </a:moveTo>
                  <a:lnTo>
                    <a:pt x="281111" y="0"/>
                  </a:lnTo>
                  <a:lnTo>
                    <a:pt x="281111" y="281111"/>
                  </a:lnTo>
                  <a:lnTo>
                    <a:pt x="0" y="281111"/>
                  </a:lnTo>
                  <a:close/>
                </a:path>
              </a:pathLst>
            </a:custGeom>
            <a:noFill/>
            <a:ln w="31166" cap="flat">
              <a:solidFill>
                <a:srgbClr val="D9D9D9"/>
              </a:solidFill>
              <a:prstDash val="solid"/>
              <a:miter/>
            </a:ln>
          </p:spPr>
          <p:txBody>
            <a:bodyPr rtlCol="0" anchor="ctr"/>
            <a:lstStyle/>
            <a:p>
              <a:endParaRPr dirty="0"/>
            </a:p>
          </p:txBody>
        </p:sp>
        <p:sp>
          <p:nvSpPr>
            <p:cNvPr id="47" name="Freeform: Shape 46">
              <a:extLst>
                <a:ext uri="{FF2B5EF4-FFF2-40B4-BE49-F238E27FC236}">
                  <a16:creationId xmlns:a16="http://schemas.microsoft.com/office/drawing/2014/main" id="{2A1F65B5-785F-4BC8-B851-F23C663CDF82}"/>
                </a:ext>
              </a:extLst>
            </p:cNvPr>
            <p:cNvSpPr/>
            <p:nvPr/>
          </p:nvSpPr>
          <p:spPr>
            <a:xfrm>
              <a:off x="7301487" y="3101366"/>
              <a:ext cx="819033" cy="150841"/>
            </a:xfrm>
            <a:custGeom>
              <a:avLst/>
              <a:gdLst>
                <a:gd name="connsiteX0" fmla="*/ 367755 w 819033"/>
                <a:gd name="connsiteY0" fmla="*/ 150842 h 150841"/>
                <a:gd name="connsiteX1" fmla="*/ 819033 w 819033"/>
                <a:gd name="connsiteY1" fmla="*/ 150842 h 150841"/>
                <a:gd name="connsiteX2" fmla="*/ 819033 w 819033"/>
                <a:gd name="connsiteY2" fmla="*/ 142739 h 150841"/>
                <a:gd name="connsiteX3" fmla="*/ 370871 w 819033"/>
                <a:gd name="connsiteY3" fmla="*/ 142739 h 150841"/>
                <a:gd name="connsiteX4" fmla="*/ 228756 w 819033"/>
                <a:gd name="connsiteY4" fmla="*/ 0 h 150841"/>
                <a:gd name="connsiteX5" fmla="*/ 0 w 819033"/>
                <a:gd name="connsiteY5" fmla="*/ 0 h 150841"/>
                <a:gd name="connsiteX6" fmla="*/ 0 w 819033"/>
                <a:gd name="connsiteY6" fmla="*/ 8103 h 150841"/>
                <a:gd name="connsiteX7" fmla="*/ 225016 w 819033"/>
                <a:gd name="connsiteY7" fmla="*/ 8103 h 15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033" h="150841">
                  <a:moveTo>
                    <a:pt x="367755" y="150842"/>
                  </a:moveTo>
                  <a:lnTo>
                    <a:pt x="819033" y="150842"/>
                  </a:lnTo>
                  <a:lnTo>
                    <a:pt x="819033" y="142739"/>
                  </a:lnTo>
                  <a:lnTo>
                    <a:pt x="370871" y="142739"/>
                  </a:lnTo>
                  <a:lnTo>
                    <a:pt x="228756" y="0"/>
                  </a:lnTo>
                  <a:lnTo>
                    <a:pt x="0" y="0"/>
                  </a:lnTo>
                  <a:lnTo>
                    <a:pt x="0" y="8103"/>
                  </a:lnTo>
                  <a:lnTo>
                    <a:pt x="225016" y="8103"/>
                  </a:lnTo>
                  <a:close/>
                </a:path>
              </a:pathLst>
            </a:custGeom>
            <a:noFill/>
            <a:ln w="31166" cap="flat">
              <a:solidFill>
                <a:srgbClr val="D9D9D9"/>
              </a:solidFill>
              <a:prstDash val="solid"/>
              <a:miter/>
            </a:ln>
          </p:spPr>
          <p:txBody>
            <a:bodyPr rtlCol="0" anchor="ctr"/>
            <a:lstStyle/>
            <a:p>
              <a:endParaRPr dirty="0"/>
            </a:p>
          </p:txBody>
        </p:sp>
        <p:sp>
          <p:nvSpPr>
            <p:cNvPr id="48" name="Freeform: Shape 47">
              <a:extLst>
                <a:ext uri="{FF2B5EF4-FFF2-40B4-BE49-F238E27FC236}">
                  <a16:creationId xmlns:a16="http://schemas.microsoft.com/office/drawing/2014/main" id="{2E5D8173-4B18-4CE5-97C6-52957A7E273F}"/>
                </a:ext>
              </a:extLst>
            </p:cNvPr>
            <p:cNvSpPr/>
            <p:nvPr/>
          </p:nvSpPr>
          <p:spPr>
            <a:xfrm>
              <a:off x="5796809" y="3101366"/>
              <a:ext cx="1107003" cy="8103"/>
            </a:xfrm>
            <a:custGeom>
              <a:avLst/>
              <a:gdLst>
                <a:gd name="connsiteX0" fmla="*/ 0 w 1107003"/>
                <a:gd name="connsiteY0" fmla="*/ 0 h 8103"/>
                <a:gd name="connsiteX1" fmla="*/ 1107004 w 1107003"/>
                <a:gd name="connsiteY1" fmla="*/ 0 h 8103"/>
                <a:gd name="connsiteX2" fmla="*/ 1107004 w 1107003"/>
                <a:gd name="connsiteY2" fmla="*/ 8103 h 8103"/>
                <a:gd name="connsiteX3" fmla="*/ 0 w 1107003"/>
                <a:gd name="connsiteY3" fmla="*/ 8103 h 8103"/>
              </a:gdLst>
              <a:ahLst/>
              <a:cxnLst>
                <a:cxn ang="0">
                  <a:pos x="connsiteX0" y="connsiteY0"/>
                </a:cxn>
                <a:cxn ang="0">
                  <a:pos x="connsiteX1" y="connsiteY1"/>
                </a:cxn>
                <a:cxn ang="0">
                  <a:pos x="connsiteX2" y="connsiteY2"/>
                </a:cxn>
                <a:cxn ang="0">
                  <a:pos x="connsiteX3" y="connsiteY3"/>
                </a:cxn>
              </a:cxnLst>
              <a:rect l="l" t="t" r="r" b="b"/>
              <a:pathLst>
                <a:path w="1107003" h="8103">
                  <a:moveTo>
                    <a:pt x="0" y="0"/>
                  </a:moveTo>
                  <a:lnTo>
                    <a:pt x="1107004" y="0"/>
                  </a:lnTo>
                  <a:lnTo>
                    <a:pt x="1107004" y="8103"/>
                  </a:lnTo>
                  <a:lnTo>
                    <a:pt x="0" y="8103"/>
                  </a:lnTo>
                  <a:close/>
                </a:path>
              </a:pathLst>
            </a:custGeom>
            <a:noFill/>
            <a:ln w="31166" cap="flat">
              <a:solidFill>
                <a:srgbClr val="D9D9D9"/>
              </a:solidFill>
              <a:prstDash val="solid"/>
              <a:miter/>
            </a:ln>
          </p:spPr>
          <p:txBody>
            <a:bodyPr rtlCol="0" anchor="ctr"/>
            <a:lstStyle/>
            <a:p>
              <a:endParaRPr dirty="0"/>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3924117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w Glass Building Line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5" name="Picture 14">
            <a:extLst>
              <a:ext uri="{FF2B5EF4-FFF2-40B4-BE49-F238E27FC236}">
                <a16:creationId xmlns:a16="http://schemas.microsoft.com/office/drawing/2014/main" id="{2CE69800-982B-4308-9137-59DED21C75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 y="0"/>
            <a:ext cx="12190815" cy="685800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8515894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w Rectangular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0" name="Picture 9" descr="Diagram&#10;&#10;Description automatically generated">
            <a:extLst>
              <a:ext uri="{FF2B5EF4-FFF2-40B4-BE49-F238E27FC236}">
                <a16:creationId xmlns:a16="http://schemas.microsoft.com/office/drawing/2014/main" id="{B6596A50-2CBB-4E6C-985C-F16CB820F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 y="0"/>
            <a:ext cx="12190815" cy="685800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6463666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w Beveled Connections">
    <p:spTree>
      <p:nvGrpSpPr>
        <p:cNvPr id="1" name=""/>
        <p:cNvGrpSpPr/>
        <p:nvPr/>
      </p:nvGrpSpPr>
      <p:grpSpPr>
        <a:xfrm>
          <a:off x="0" y="0"/>
          <a:ext cx="0" cy="0"/>
          <a:chOff x="0" y="0"/>
          <a:chExt cx="0" cy="0"/>
        </a:xfrm>
      </p:grpSpPr>
      <p:sp>
        <p:nvSpPr>
          <p:cNvPr id="8" name="Rectangle 7"/>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0" name="Picture 9" descr="A picture containing shape&#10;&#10;Description automatically generated">
            <a:extLst>
              <a:ext uri="{FF2B5EF4-FFF2-40B4-BE49-F238E27FC236}">
                <a16:creationId xmlns:a16="http://schemas.microsoft.com/office/drawing/2014/main" id="{BABFCBB2-F672-4F0D-B695-3AD54C181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 y="0"/>
            <a:ext cx="12190815" cy="6858000"/>
          </a:xfrm>
          <a:prstGeom prst="rect">
            <a:avLst/>
          </a:prstGeom>
        </p:spPr>
      </p:pic>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12708806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w Hub and Spok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5DEF8E-1F17-4A84-9EFC-529A7151CB46}"/>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3" name="Freeform: Shape 22">
            <a:extLst>
              <a:ext uri="{FF2B5EF4-FFF2-40B4-BE49-F238E27FC236}">
                <a16:creationId xmlns:a16="http://schemas.microsoft.com/office/drawing/2014/main" id="{709336BD-7190-4873-9DD6-99E1B48640DB}"/>
              </a:ext>
            </a:extLst>
          </p:cNvPr>
          <p:cNvSpPr/>
          <p:nvPr/>
        </p:nvSpPr>
        <p:spPr>
          <a:xfrm>
            <a:off x="8331454" y="2617978"/>
            <a:ext cx="955548" cy="955548"/>
          </a:xfrm>
          <a:custGeom>
            <a:avLst/>
            <a:gdLst>
              <a:gd name="connsiteX0" fmla="*/ 955548 w 955548"/>
              <a:gd name="connsiteY0" fmla="*/ 477774 h 955548"/>
              <a:gd name="connsiteX1" fmla="*/ 477774 w 955548"/>
              <a:gd name="connsiteY1" fmla="*/ 955548 h 955548"/>
              <a:gd name="connsiteX2" fmla="*/ 0 w 955548"/>
              <a:gd name="connsiteY2" fmla="*/ 477774 h 955548"/>
              <a:gd name="connsiteX3" fmla="*/ 477774 w 955548"/>
              <a:gd name="connsiteY3" fmla="*/ 0 h 955548"/>
              <a:gd name="connsiteX4" fmla="*/ 955548 w 955548"/>
              <a:gd name="connsiteY4" fmla="*/ 477774 h 95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48" h="955548">
                <a:moveTo>
                  <a:pt x="955548" y="477774"/>
                </a:moveTo>
                <a:cubicBezTo>
                  <a:pt x="955548" y="741641"/>
                  <a:pt x="741642" y="955548"/>
                  <a:pt x="477774" y="955548"/>
                </a:cubicBezTo>
                <a:cubicBezTo>
                  <a:pt x="213907" y="955548"/>
                  <a:pt x="0" y="741641"/>
                  <a:pt x="0" y="477774"/>
                </a:cubicBezTo>
                <a:cubicBezTo>
                  <a:pt x="0" y="213907"/>
                  <a:pt x="213907" y="0"/>
                  <a:pt x="477774" y="0"/>
                </a:cubicBezTo>
                <a:cubicBezTo>
                  <a:pt x="741642" y="0"/>
                  <a:pt x="955548" y="213907"/>
                  <a:pt x="955548" y="477774"/>
                </a:cubicBezTo>
                <a:close/>
              </a:path>
            </a:pathLst>
          </a:custGeom>
          <a:noFill/>
          <a:ln w="31750" cap="flat">
            <a:solidFill>
              <a:srgbClr val="D7D7D7"/>
            </a:solidFill>
            <a:prstDash val="solid"/>
            <a:miter/>
          </a:ln>
        </p:spPr>
        <p:txBody>
          <a:bodyPr rtlCol="0" anchor="ctr"/>
          <a:lstStyle/>
          <a:p>
            <a:endParaRPr dirty="0"/>
          </a:p>
        </p:txBody>
      </p:sp>
      <p:sp>
        <p:nvSpPr>
          <p:cNvPr id="24" name="Freeform: Shape 23">
            <a:extLst>
              <a:ext uri="{FF2B5EF4-FFF2-40B4-BE49-F238E27FC236}">
                <a16:creationId xmlns:a16="http://schemas.microsoft.com/office/drawing/2014/main" id="{5BF5F7DD-4B74-4888-92E1-DE76ADB42C19}"/>
              </a:ext>
            </a:extLst>
          </p:cNvPr>
          <p:cNvSpPr/>
          <p:nvPr/>
        </p:nvSpPr>
        <p:spPr>
          <a:xfrm>
            <a:off x="11754676" y="2923221"/>
            <a:ext cx="437324" cy="634492"/>
          </a:xfrm>
          <a:custGeom>
            <a:avLst/>
            <a:gdLst>
              <a:gd name="connsiteX0" fmla="*/ 317246 w 437324"/>
              <a:gd name="connsiteY0" fmla="*/ 0 h 634492"/>
              <a:gd name="connsiteX1" fmla="*/ 381182 w 437324"/>
              <a:gd name="connsiteY1" fmla="*/ 6445 h 634492"/>
              <a:gd name="connsiteX2" fmla="*/ 437324 w 437324"/>
              <a:gd name="connsiteY2" fmla="*/ 23873 h 634492"/>
              <a:gd name="connsiteX3" fmla="*/ 437324 w 437324"/>
              <a:gd name="connsiteY3" fmla="*/ 610619 h 634492"/>
              <a:gd name="connsiteX4" fmla="*/ 381182 w 437324"/>
              <a:gd name="connsiteY4" fmla="*/ 628047 h 634492"/>
              <a:gd name="connsiteX5" fmla="*/ 317246 w 437324"/>
              <a:gd name="connsiteY5" fmla="*/ 634492 h 634492"/>
              <a:gd name="connsiteX6" fmla="*/ 0 w 437324"/>
              <a:gd name="connsiteY6" fmla="*/ 317246 h 634492"/>
              <a:gd name="connsiteX7" fmla="*/ 317246 w 437324"/>
              <a:gd name="connsiteY7" fmla="*/ 0 h 6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324" h="634492">
                <a:moveTo>
                  <a:pt x="317246" y="0"/>
                </a:moveTo>
                <a:cubicBezTo>
                  <a:pt x="339147" y="0"/>
                  <a:pt x="360530" y="2219"/>
                  <a:pt x="381182" y="6445"/>
                </a:cubicBezTo>
                <a:lnTo>
                  <a:pt x="437324" y="23873"/>
                </a:lnTo>
                <a:lnTo>
                  <a:pt x="437324" y="610619"/>
                </a:lnTo>
                <a:lnTo>
                  <a:pt x="381182" y="628047"/>
                </a:lnTo>
                <a:cubicBezTo>
                  <a:pt x="360530" y="632273"/>
                  <a:pt x="339147" y="634492"/>
                  <a:pt x="317246" y="634492"/>
                </a:cubicBezTo>
                <a:cubicBezTo>
                  <a:pt x="142035" y="634492"/>
                  <a:pt x="0" y="492456"/>
                  <a:pt x="0" y="317246"/>
                </a:cubicBezTo>
                <a:cubicBezTo>
                  <a:pt x="0" y="142036"/>
                  <a:pt x="142035" y="0"/>
                  <a:pt x="317246" y="0"/>
                </a:cubicBezTo>
                <a:close/>
              </a:path>
            </a:pathLst>
          </a:custGeom>
          <a:noFill/>
          <a:ln w="31750" cap="flat">
            <a:solidFill>
              <a:srgbClr val="D7D7D7"/>
            </a:solidFill>
            <a:prstDash val="solid"/>
            <a:miter/>
          </a:ln>
        </p:spPr>
        <p:txBody>
          <a:bodyPr rtlCol="0" anchor="ctr"/>
          <a:lstStyle/>
          <a:p>
            <a:endParaRPr dirty="0"/>
          </a:p>
        </p:txBody>
      </p:sp>
      <p:sp>
        <p:nvSpPr>
          <p:cNvPr id="25" name="Freeform: Shape 24">
            <a:extLst>
              <a:ext uri="{FF2B5EF4-FFF2-40B4-BE49-F238E27FC236}">
                <a16:creationId xmlns:a16="http://schemas.microsoft.com/office/drawing/2014/main" id="{2C32E82C-02A1-489B-A918-C8AE5E157FD1}"/>
              </a:ext>
            </a:extLst>
          </p:cNvPr>
          <p:cNvSpPr/>
          <p:nvPr/>
        </p:nvSpPr>
        <p:spPr>
          <a:xfrm>
            <a:off x="10220261" y="3278505"/>
            <a:ext cx="407034" cy="407034"/>
          </a:xfrm>
          <a:custGeom>
            <a:avLst/>
            <a:gdLst>
              <a:gd name="connsiteX0" fmla="*/ 407035 w 407034"/>
              <a:gd name="connsiteY0" fmla="*/ 203517 h 407034"/>
              <a:gd name="connsiteX1" fmla="*/ 203517 w 407034"/>
              <a:gd name="connsiteY1" fmla="*/ 407035 h 407034"/>
              <a:gd name="connsiteX2" fmla="*/ -1 w 407034"/>
              <a:gd name="connsiteY2" fmla="*/ 203517 h 407034"/>
              <a:gd name="connsiteX3" fmla="*/ 203517 w 407034"/>
              <a:gd name="connsiteY3" fmla="*/ 0 h 407034"/>
              <a:gd name="connsiteX4" fmla="*/ 407035 w 407034"/>
              <a:gd name="connsiteY4" fmla="*/ 203517 h 407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034" h="407034">
                <a:moveTo>
                  <a:pt x="407035" y="203517"/>
                </a:moveTo>
                <a:cubicBezTo>
                  <a:pt x="407035" y="315917"/>
                  <a:pt x="315917" y="407035"/>
                  <a:pt x="203517" y="407035"/>
                </a:cubicBezTo>
                <a:cubicBezTo>
                  <a:pt x="91118" y="407035"/>
                  <a:pt x="-1" y="315917"/>
                  <a:pt x="-1" y="203517"/>
                </a:cubicBezTo>
                <a:cubicBezTo>
                  <a:pt x="-1" y="91118"/>
                  <a:pt x="91117" y="0"/>
                  <a:pt x="203517" y="0"/>
                </a:cubicBezTo>
                <a:cubicBezTo>
                  <a:pt x="315916" y="0"/>
                  <a:pt x="407035" y="91118"/>
                  <a:pt x="407035" y="203517"/>
                </a:cubicBezTo>
                <a:close/>
              </a:path>
            </a:pathLst>
          </a:custGeom>
          <a:solidFill>
            <a:srgbClr val="D7D7D7"/>
          </a:solidFill>
          <a:ln w="31750" cap="flat">
            <a:solidFill>
              <a:srgbClr val="D7D7D7"/>
            </a:solidFill>
            <a:prstDash val="solid"/>
            <a:miter/>
          </a:ln>
        </p:spPr>
        <p:txBody>
          <a:bodyPr rtlCol="0" anchor="ctr"/>
          <a:lstStyle/>
          <a:p>
            <a:endParaRPr dirty="0"/>
          </a:p>
        </p:txBody>
      </p:sp>
      <p:sp>
        <p:nvSpPr>
          <p:cNvPr id="26" name="Freeform: Shape 25">
            <a:extLst>
              <a:ext uri="{FF2B5EF4-FFF2-40B4-BE49-F238E27FC236}">
                <a16:creationId xmlns:a16="http://schemas.microsoft.com/office/drawing/2014/main" id="{8D94FE83-BB88-423B-AE3E-1CAB3D446C3D}"/>
              </a:ext>
            </a:extLst>
          </p:cNvPr>
          <p:cNvSpPr/>
          <p:nvPr/>
        </p:nvSpPr>
        <p:spPr>
          <a:xfrm>
            <a:off x="10030523" y="1580324"/>
            <a:ext cx="477773" cy="477774"/>
          </a:xfrm>
          <a:custGeom>
            <a:avLst/>
            <a:gdLst>
              <a:gd name="connsiteX0" fmla="*/ 477774 w 477773"/>
              <a:gd name="connsiteY0" fmla="*/ 238887 h 477774"/>
              <a:gd name="connsiteX1" fmla="*/ 238887 w 477773"/>
              <a:gd name="connsiteY1" fmla="*/ 477774 h 477774"/>
              <a:gd name="connsiteX2" fmla="*/ 0 w 477773"/>
              <a:gd name="connsiteY2" fmla="*/ 238887 h 477774"/>
              <a:gd name="connsiteX3" fmla="*/ 238887 w 477773"/>
              <a:gd name="connsiteY3" fmla="*/ 0 h 477774"/>
              <a:gd name="connsiteX4" fmla="*/ 477774 w 477773"/>
              <a:gd name="connsiteY4" fmla="*/ 238887 h 477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773" h="477774">
                <a:moveTo>
                  <a:pt x="477774" y="238887"/>
                </a:moveTo>
                <a:cubicBezTo>
                  <a:pt x="477774" y="370821"/>
                  <a:pt x="370821" y="477774"/>
                  <a:pt x="238887" y="477774"/>
                </a:cubicBezTo>
                <a:cubicBezTo>
                  <a:pt x="106953" y="477774"/>
                  <a:pt x="0" y="370821"/>
                  <a:pt x="0" y="238887"/>
                </a:cubicBezTo>
                <a:cubicBezTo>
                  <a:pt x="0" y="106953"/>
                  <a:pt x="106953" y="0"/>
                  <a:pt x="238887" y="0"/>
                </a:cubicBezTo>
                <a:cubicBezTo>
                  <a:pt x="370821" y="0"/>
                  <a:pt x="477774" y="106953"/>
                  <a:pt x="477774" y="238887"/>
                </a:cubicBezTo>
                <a:close/>
              </a:path>
            </a:pathLst>
          </a:custGeom>
          <a:noFill/>
          <a:ln w="31750" cap="flat">
            <a:solidFill>
              <a:srgbClr val="D7D7D7"/>
            </a:solidFill>
            <a:prstDash val="solid"/>
            <a:miter/>
          </a:ln>
        </p:spPr>
        <p:txBody>
          <a:bodyPr rtlCol="0" anchor="ctr"/>
          <a:lstStyle/>
          <a:p>
            <a:endParaRPr dirty="0"/>
          </a:p>
        </p:txBody>
      </p:sp>
      <p:sp>
        <p:nvSpPr>
          <p:cNvPr id="27" name="Freeform: Shape 26">
            <a:extLst>
              <a:ext uri="{FF2B5EF4-FFF2-40B4-BE49-F238E27FC236}">
                <a16:creationId xmlns:a16="http://schemas.microsoft.com/office/drawing/2014/main" id="{E3C2E7FE-6441-43BC-973D-47BA9427716D}"/>
              </a:ext>
            </a:extLst>
          </p:cNvPr>
          <p:cNvSpPr/>
          <p:nvPr/>
        </p:nvSpPr>
        <p:spPr>
          <a:xfrm>
            <a:off x="11429365" y="4394644"/>
            <a:ext cx="407796" cy="407797"/>
          </a:xfrm>
          <a:custGeom>
            <a:avLst/>
            <a:gdLst>
              <a:gd name="connsiteX0" fmla="*/ 407797 w 407796"/>
              <a:gd name="connsiteY0" fmla="*/ 203898 h 407797"/>
              <a:gd name="connsiteX1" fmla="*/ 203899 w 407796"/>
              <a:gd name="connsiteY1" fmla="*/ 407797 h 407797"/>
              <a:gd name="connsiteX2" fmla="*/ 0 w 407796"/>
              <a:gd name="connsiteY2" fmla="*/ 203898 h 407797"/>
              <a:gd name="connsiteX3" fmla="*/ 203899 w 407796"/>
              <a:gd name="connsiteY3" fmla="*/ 0 h 407797"/>
              <a:gd name="connsiteX4" fmla="*/ 407797 w 407796"/>
              <a:gd name="connsiteY4" fmla="*/ 203898 h 407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96" h="407797">
                <a:moveTo>
                  <a:pt x="407797" y="203898"/>
                </a:moveTo>
                <a:cubicBezTo>
                  <a:pt x="407797" y="316509"/>
                  <a:pt x="316509" y="407797"/>
                  <a:pt x="203899" y="407797"/>
                </a:cubicBezTo>
                <a:cubicBezTo>
                  <a:pt x="91288" y="407797"/>
                  <a:pt x="0" y="316508"/>
                  <a:pt x="0" y="203898"/>
                </a:cubicBezTo>
                <a:cubicBezTo>
                  <a:pt x="0" y="91288"/>
                  <a:pt x="91288" y="0"/>
                  <a:pt x="203899" y="0"/>
                </a:cubicBezTo>
                <a:cubicBezTo>
                  <a:pt x="316509" y="0"/>
                  <a:pt x="407797" y="91289"/>
                  <a:pt x="407797" y="203898"/>
                </a:cubicBezTo>
                <a:close/>
              </a:path>
            </a:pathLst>
          </a:custGeom>
          <a:noFill/>
          <a:ln w="31750" cap="flat">
            <a:solidFill>
              <a:srgbClr val="D7D7D7"/>
            </a:solidFill>
            <a:prstDash val="solid"/>
            <a:miter/>
          </a:ln>
        </p:spPr>
        <p:txBody>
          <a:bodyPr rtlCol="0" anchor="ctr"/>
          <a:lstStyle/>
          <a:p>
            <a:endParaRPr dirty="0"/>
          </a:p>
        </p:txBody>
      </p:sp>
      <p:sp>
        <p:nvSpPr>
          <p:cNvPr id="28" name="Freeform: Shape 27">
            <a:extLst>
              <a:ext uri="{FF2B5EF4-FFF2-40B4-BE49-F238E27FC236}">
                <a16:creationId xmlns:a16="http://schemas.microsoft.com/office/drawing/2014/main" id="{D6D24C48-5BD9-4B64-A00E-4530355B2286}"/>
              </a:ext>
            </a:extLst>
          </p:cNvPr>
          <p:cNvSpPr/>
          <p:nvPr/>
        </p:nvSpPr>
        <p:spPr>
          <a:xfrm>
            <a:off x="8570341" y="5325046"/>
            <a:ext cx="622680" cy="622680"/>
          </a:xfrm>
          <a:custGeom>
            <a:avLst/>
            <a:gdLst>
              <a:gd name="connsiteX0" fmla="*/ 622681 w 622680"/>
              <a:gd name="connsiteY0" fmla="*/ 311340 h 622680"/>
              <a:gd name="connsiteX1" fmla="*/ 311340 w 622680"/>
              <a:gd name="connsiteY1" fmla="*/ 622681 h 622680"/>
              <a:gd name="connsiteX2" fmla="*/ -1 w 622680"/>
              <a:gd name="connsiteY2" fmla="*/ 311340 h 622680"/>
              <a:gd name="connsiteX3" fmla="*/ 311340 w 622680"/>
              <a:gd name="connsiteY3" fmla="*/ 0 h 622680"/>
              <a:gd name="connsiteX4" fmla="*/ 622681 w 622680"/>
              <a:gd name="connsiteY4" fmla="*/ 311340 h 622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680" h="622680">
                <a:moveTo>
                  <a:pt x="622681" y="311340"/>
                </a:moveTo>
                <a:cubicBezTo>
                  <a:pt x="622681" y="483289"/>
                  <a:pt x="483289" y="622681"/>
                  <a:pt x="311340" y="622681"/>
                </a:cubicBezTo>
                <a:cubicBezTo>
                  <a:pt x="139392" y="622681"/>
                  <a:pt x="-1" y="483289"/>
                  <a:pt x="-1" y="311340"/>
                </a:cubicBezTo>
                <a:cubicBezTo>
                  <a:pt x="-1" y="139392"/>
                  <a:pt x="139392" y="0"/>
                  <a:pt x="311340" y="0"/>
                </a:cubicBezTo>
                <a:cubicBezTo>
                  <a:pt x="483289" y="0"/>
                  <a:pt x="622681" y="139392"/>
                  <a:pt x="622681" y="311340"/>
                </a:cubicBezTo>
                <a:close/>
              </a:path>
            </a:pathLst>
          </a:custGeom>
          <a:noFill/>
          <a:ln w="31750" cap="flat">
            <a:solidFill>
              <a:srgbClr val="D7D7D7"/>
            </a:solidFill>
            <a:prstDash val="solid"/>
            <a:miter/>
          </a:ln>
        </p:spPr>
        <p:txBody>
          <a:bodyPr rtlCol="0" anchor="ctr"/>
          <a:lstStyle/>
          <a:p>
            <a:endParaRPr dirty="0"/>
          </a:p>
        </p:txBody>
      </p:sp>
      <p:sp>
        <p:nvSpPr>
          <p:cNvPr id="29" name="Freeform: Shape 28">
            <a:extLst>
              <a:ext uri="{FF2B5EF4-FFF2-40B4-BE49-F238E27FC236}">
                <a16:creationId xmlns:a16="http://schemas.microsoft.com/office/drawing/2014/main" id="{1A568547-33CD-4C94-9090-2A3A2F8B8F30}"/>
              </a:ext>
            </a:extLst>
          </p:cNvPr>
          <p:cNvSpPr/>
          <p:nvPr/>
        </p:nvSpPr>
        <p:spPr>
          <a:xfrm>
            <a:off x="10378059" y="4617529"/>
            <a:ext cx="260476" cy="260476"/>
          </a:xfrm>
          <a:custGeom>
            <a:avLst/>
            <a:gdLst>
              <a:gd name="connsiteX0" fmla="*/ 260477 w 260476"/>
              <a:gd name="connsiteY0" fmla="*/ 130238 h 260476"/>
              <a:gd name="connsiteX1" fmla="*/ 130238 w 260476"/>
              <a:gd name="connsiteY1" fmla="*/ 260477 h 260476"/>
              <a:gd name="connsiteX2" fmla="*/ 0 w 260476"/>
              <a:gd name="connsiteY2" fmla="*/ 130238 h 260476"/>
              <a:gd name="connsiteX3" fmla="*/ 130238 w 260476"/>
              <a:gd name="connsiteY3" fmla="*/ 0 h 260476"/>
              <a:gd name="connsiteX4" fmla="*/ 260477 w 260476"/>
              <a:gd name="connsiteY4" fmla="*/ 130238 h 260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76" h="260476">
                <a:moveTo>
                  <a:pt x="260477" y="130238"/>
                </a:moveTo>
                <a:cubicBezTo>
                  <a:pt x="260477" y="202167"/>
                  <a:pt x="202167" y="260477"/>
                  <a:pt x="130238" y="260477"/>
                </a:cubicBezTo>
                <a:cubicBezTo>
                  <a:pt x="58309" y="260477"/>
                  <a:pt x="0" y="202167"/>
                  <a:pt x="0" y="130238"/>
                </a:cubicBezTo>
                <a:cubicBezTo>
                  <a:pt x="0" y="58310"/>
                  <a:pt x="58309" y="0"/>
                  <a:pt x="130238" y="0"/>
                </a:cubicBezTo>
                <a:cubicBezTo>
                  <a:pt x="202167" y="0"/>
                  <a:pt x="260477" y="58310"/>
                  <a:pt x="260477" y="130238"/>
                </a:cubicBezTo>
                <a:close/>
              </a:path>
            </a:pathLst>
          </a:custGeom>
          <a:noFill/>
          <a:ln w="31750" cap="flat">
            <a:solidFill>
              <a:srgbClr val="D7D7D7"/>
            </a:solidFill>
            <a:prstDash val="solid"/>
            <a:miter/>
          </a:ln>
        </p:spPr>
        <p:txBody>
          <a:bodyPr rtlCol="0" anchor="ctr"/>
          <a:lstStyle/>
          <a:p>
            <a:endParaRPr dirty="0"/>
          </a:p>
        </p:txBody>
      </p:sp>
      <p:sp>
        <p:nvSpPr>
          <p:cNvPr id="30" name="Freeform: Shape 29">
            <a:extLst>
              <a:ext uri="{FF2B5EF4-FFF2-40B4-BE49-F238E27FC236}">
                <a16:creationId xmlns:a16="http://schemas.microsoft.com/office/drawing/2014/main" id="{D8A29628-72E3-4E04-A91C-F1BD564BB313}"/>
              </a:ext>
            </a:extLst>
          </p:cNvPr>
          <p:cNvSpPr/>
          <p:nvPr/>
        </p:nvSpPr>
        <p:spPr>
          <a:xfrm>
            <a:off x="11017758" y="2615946"/>
            <a:ext cx="334517" cy="334517"/>
          </a:xfrm>
          <a:custGeom>
            <a:avLst/>
            <a:gdLst>
              <a:gd name="connsiteX0" fmla="*/ 334518 w 334517"/>
              <a:gd name="connsiteY0" fmla="*/ 167259 h 334517"/>
              <a:gd name="connsiteX1" fmla="*/ 167259 w 334517"/>
              <a:gd name="connsiteY1" fmla="*/ 334518 h 334517"/>
              <a:gd name="connsiteX2" fmla="*/ 0 w 334517"/>
              <a:gd name="connsiteY2" fmla="*/ 167259 h 334517"/>
              <a:gd name="connsiteX3" fmla="*/ 167259 w 334517"/>
              <a:gd name="connsiteY3" fmla="*/ 0 h 334517"/>
              <a:gd name="connsiteX4" fmla="*/ 334518 w 334517"/>
              <a:gd name="connsiteY4" fmla="*/ 167259 h 33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517" h="334517">
                <a:moveTo>
                  <a:pt x="334518" y="167259"/>
                </a:moveTo>
                <a:cubicBezTo>
                  <a:pt x="334518" y="259634"/>
                  <a:pt x="259633" y="334518"/>
                  <a:pt x="167259" y="334518"/>
                </a:cubicBezTo>
                <a:cubicBezTo>
                  <a:pt x="74884" y="334518"/>
                  <a:pt x="0" y="259634"/>
                  <a:pt x="0" y="167259"/>
                </a:cubicBezTo>
                <a:cubicBezTo>
                  <a:pt x="0" y="74884"/>
                  <a:pt x="74885" y="0"/>
                  <a:pt x="167259" y="0"/>
                </a:cubicBezTo>
                <a:cubicBezTo>
                  <a:pt x="259634" y="0"/>
                  <a:pt x="334518" y="74884"/>
                  <a:pt x="334518" y="167259"/>
                </a:cubicBezTo>
                <a:close/>
              </a:path>
            </a:pathLst>
          </a:custGeom>
          <a:noFill/>
          <a:ln w="31750" cap="flat">
            <a:solidFill>
              <a:srgbClr val="D7D7D7"/>
            </a:solidFill>
            <a:prstDash val="solid"/>
            <a:miter/>
          </a:ln>
        </p:spPr>
        <p:txBody>
          <a:bodyPr rtlCol="0" anchor="ctr"/>
          <a:lstStyle/>
          <a:p>
            <a:endParaRPr dirty="0"/>
          </a:p>
        </p:txBody>
      </p:sp>
      <p:sp>
        <p:nvSpPr>
          <p:cNvPr id="31" name="Freeform: Shape 30">
            <a:extLst>
              <a:ext uri="{FF2B5EF4-FFF2-40B4-BE49-F238E27FC236}">
                <a16:creationId xmlns:a16="http://schemas.microsoft.com/office/drawing/2014/main" id="{E7D78E4C-95FA-4C4B-B2B7-74390F105718}"/>
              </a:ext>
            </a:extLst>
          </p:cNvPr>
          <p:cNvSpPr/>
          <p:nvPr/>
        </p:nvSpPr>
        <p:spPr>
          <a:xfrm>
            <a:off x="10269410" y="2058098"/>
            <a:ext cx="792416" cy="1423923"/>
          </a:xfrm>
          <a:custGeom>
            <a:avLst/>
            <a:gdLst>
              <a:gd name="connsiteX0" fmla="*/ 0 w 792416"/>
              <a:gd name="connsiteY0" fmla="*/ 0 h 1423923"/>
              <a:gd name="connsiteX1" fmla="*/ 154369 w 792416"/>
              <a:gd name="connsiteY1" fmla="*/ 1423924 h 1423923"/>
              <a:gd name="connsiteX2" fmla="*/ 792417 w 792416"/>
              <a:gd name="connsiteY2" fmla="*/ 838200 h 1423923"/>
            </a:gdLst>
            <a:ahLst/>
            <a:cxnLst>
              <a:cxn ang="0">
                <a:pos x="connsiteX0" y="connsiteY0"/>
              </a:cxn>
              <a:cxn ang="0">
                <a:pos x="connsiteX1" y="connsiteY1"/>
              </a:cxn>
              <a:cxn ang="0">
                <a:pos x="connsiteX2" y="connsiteY2"/>
              </a:cxn>
            </a:cxnLst>
            <a:rect l="l" t="t" r="r" b="b"/>
            <a:pathLst>
              <a:path w="792416" h="1423923">
                <a:moveTo>
                  <a:pt x="0" y="0"/>
                </a:moveTo>
                <a:lnTo>
                  <a:pt x="154369" y="1423924"/>
                </a:lnTo>
                <a:lnTo>
                  <a:pt x="792417" y="838200"/>
                </a:lnTo>
              </a:path>
            </a:pathLst>
          </a:custGeom>
          <a:noFill/>
          <a:ln w="31750" cap="flat">
            <a:solidFill>
              <a:srgbClr val="D7D7D7"/>
            </a:solidFill>
            <a:prstDash val="solid"/>
            <a:miter/>
          </a:ln>
        </p:spPr>
        <p:txBody>
          <a:bodyPr rtlCol="0" anchor="ctr"/>
          <a:lstStyle/>
          <a:p>
            <a:endParaRPr dirty="0"/>
          </a:p>
        </p:txBody>
      </p:sp>
      <p:sp>
        <p:nvSpPr>
          <p:cNvPr id="32" name="Freeform: Shape 31">
            <a:extLst>
              <a:ext uri="{FF2B5EF4-FFF2-40B4-BE49-F238E27FC236}">
                <a16:creationId xmlns:a16="http://schemas.microsoft.com/office/drawing/2014/main" id="{0C7307E5-5219-463F-AEFE-934AE7D133AF}"/>
              </a:ext>
            </a:extLst>
          </p:cNvPr>
          <p:cNvSpPr/>
          <p:nvPr/>
        </p:nvSpPr>
        <p:spPr>
          <a:xfrm>
            <a:off x="9055798" y="3482022"/>
            <a:ext cx="2436431" cy="1896236"/>
          </a:xfrm>
          <a:custGeom>
            <a:avLst/>
            <a:gdLst>
              <a:gd name="connsiteX0" fmla="*/ 2436432 w 2436431"/>
              <a:gd name="connsiteY0" fmla="*/ 969201 h 1896236"/>
              <a:gd name="connsiteX1" fmla="*/ 1367981 w 2436431"/>
              <a:gd name="connsiteY1" fmla="*/ 0 h 1896236"/>
              <a:gd name="connsiteX2" fmla="*/ 0 w 2436431"/>
              <a:gd name="connsiteY2" fmla="*/ 1896237 h 1896236"/>
            </a:gdLst>
            <a:ahLst/>
            <a:cxnLst>
              <a:cxn ang="0">
                <a:pos x="connsiteX0" y="connsiteY0"/>
              </a:cxn>
              <a:cxn ang="0">
                <a:pos x="connsiteX1" y="connsiteY1"/>
              </a:cxn>
              <a:cxn ang="0">
                <a:pos x="connsiteX2" y="connsiteY2"/>
              </a:cxn>
            </a:cxnLst>
            <a:rect l="l" t="t" r="r" b="b"/>
            <a:pathLst>
              <a:path w="2436431" h="1896236">
                <a:moveTo>
                  <a:pt x="2436432" y="969201"/>
                </a:moveTo>
                <a:lnTo>
                  <a:pt x="1367981" y="0"/>
                </a:lnTo>
                <a:lnTo>
                  <a:pt x="0" y="1896237"/>
                </a:lnTo>
              </a:path>
            </a:pathLst>
          </a:custGeom>
          <a:noFill/>
          <a:ln w="31750" cap="flat">
            <a:solidFill>
              <a:srgbClr val="D7D7D7"/>
            </a:solidFill>
            <a:prstDash val="solid"/>
            <a:miter/>
          </a:ln>
        </p:spPr>
        <p:txBody>
          <a:bodyPr rtlCol="0" anchor="ctr"/>
          <a:lstStyle/>
          <a:p>
            <a:endParaRPr dirty="0"/>
          </a:p>
        </p:txBody>
      </p:sp>
      <p:sp>
        <p:nvSpPr>
          <p:cNvPr id="33" name="Freeform: Shape 32">
            <a:extLst>
              <a:ext uri="{FF2B5EF4-FFF2-40B4-BE49-F238E27FC236}">
                <a16:creationId xmlns:a16="http://schemas.microsoft.com/office/drawing/2014/main" id="{618BD54A-3DD5-4DBB-B409-1CCE95758B6A}"/>
              </a:ext>
            </a:extLst>
          </p:cNvPr>
          <p:cNvSpPr/>
          <p:nvPr/>
        </p:nvSpPr>
        <p:spPr>
          <a:xfrm>
            <a:off x="9276968" y="3193542"/>
            <a:ext cx="1231328" cy="1423987"/>
          </a:xfrm>
          <a:custGeom>
            <a:avLst/>
            <a:gdLst>
              <a:gd name="connsiteX0" fmla="*/ 0 w 1231328"/>
              <a:gd name="connsiteY0" fmla="*/ 0 h 1423987"/>
              <a:gd name="connsiteX1" fmla="*/ 1146811 w 1231328"/>
              <a:gd name="connsiteY1" fmla="*/ 288480 h 1423987"/>
              <a:gd name="connsiteX2" fmla="*/ 1231329 w 1231328"/>
              <a:gd name="connsiteY2" fmla="*/ 1423987 h 1423987"/>
            </a:gdLst>
            <a:ahLst/>
            <a:cxnLst>
              <a:cxn ang="0">
                <a:pos x="connsiteX0" y="connsiteY0"/>
              </a:cxn>
              <a:cxn ang="0">
                <a:pos x="connsiteX1" y="connsiteY1"/>
              </a:cxn>
              <a:cxn ang="0">
                <a:pos x="connsiteX2" y="connsiteY2"/>
              </a:cxn>
            </a:cxnLst>
            <a:rect l="l" t="t" r="r" b="b"/>
            <a:pathLst>
              <a:path w="1231328" h="1423987">
                <a:moveTo>
                  <a:pt x="0" y="0"/>
                </a:moveTo>
                <a:lnTo>
                  <a:pt x="1146811" y="288480"/>
                </a:lnTo>
                <a:lnTo>
                  <a:pt x="1231329" y="1423987"/>
                </a:lnTo>
              </a:path>
            </a:pathLst>
          </a:custGeom>
          <a:noFill/>
          <a:ln w="31750" cap="flat">
            <a:solidFill>
              <a:srgbClr val="D7D7D7"/>
            </a:solidFill>
            <a:prstDash val="solid"/>
            <a:miter/>
          </a:ln>
        </p:spPr>
        <p:txBody>
          <a:bodyPr rtlCol="0" anchor="ctr"/>
          <a:lstStyle/>
          <a:p>
            <a:endParaRPr dirty="0"/>
          </a:p>
        </p:txBody>
      </p:sp>
      <p:sp>
        <p:nvSpPr>
          <p:cNvPr id="34" name="Freeform: Shape 33">
            <a:extLst>
              <a:ext uri="{FF2B5EF4-FFF2-40B4-BE49-F238E27FC236}">
                <a16:creationId xmlns:a16="http://schemas.microsoft.com/office/drawing/2014/main" id="{637AB4FB-408E-4E64-936D-CD6C5468CB55}"/>
              </a:ext>
            </a:extLst>
          </p:cNvPr>
          <p:cNvSpPr/>
          <p:nvPr/>
        </p:nvSpPr>
        <p:spPr>
          <a:xfrm>
            <a:off x="10423779" y="3337623"/>
            <a:ext cx="1330896" cy="144399"/>
          </a:xfrm>
          <a:custGeom>
            <a:avLst/>
            <a:gdLst>
              <a:gd name="connsiteX0" fmla="*/ 0 w 1330896"/>
              <a:gd name="connsiteY0" fmla="*/ 144399 h 144399"/>
              <a:gd name="connsiteX1" fmla="*/ 1330897 w 1330896"/>
              <a:gd name="connsiteY1" fmla="*/ 0 h 144399"/>
            </a:gdLst>
            <a:ahLst/>
            <a:cxnLst>
              <a:cxn ang="0">
                <a:pos x="connsiteX0" y="connsiteY0"/>
              </a:cxn>
              <a:cxn ang="0">
                <a:pos x="connsiteX1" y="connsiteY1"/>
              </a:cxn>
            </a:cxnLst>
            <a:rect l="l" t="t" r="r" b="b"/>
            <a:pathLst>
              <a:path w="1330896" h="144399">
                <a:moveTo>
                  <a:pt x="0" y="144399"/>
                </a:moveTo>
                <a:lnTo>
                  <a:pt x="1330897" y="0"/>
                </a:lnTo>
              </a:path>
            </a:pathLst>
          </a:custGeom>
          <a:ln w="31750" cap="flat">
            <a:solidFill>
              <a:srgbClr val="D7D7D7"/>
            </a:solidFill>
            <a:prstDash val="solid"/>
            <a:miter/>
          </a:ln>
        </p:spPr>
        <p:txBody>
          <a:bodyPr rtlCol="0" anchor="ctr"/>
          <a:lstStyle/>
          <a:p>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609600" y="1524000"/>
            <a:ext cx="10972800" cy="4610100"/>
          </a:xfrm>
        </p:spPr>
        <p:txBody>
          <a:bodyPr anchor="t"/>
          <a:lstStyle>
            <a:lvl1pPr>
              <a:defRPr sz="2000" b="0" i="0"/>
            </a:lvl1pPr>
            <a:lvl2pPr>
              <a:defRPr sz="1800" b="0" i="0"/>
            </a:lvl2pPr>
            <a:lvl3pPr>
              <a:defRPr sz="1600" b="0" i="0"/>
            </a:lvl3pPr>
            <a:lvl4pPr>
              <a:defRPr sz="1400" b="0" i="0"/>
            </a:lvl4pPr>
            <a:lvl5pPr>
              <a:defRPr sz="1400" b="0" i="0"/>
            </a:lvl5pPr>
            <a:lvl6pPr>
              <a:defRPr sz="1400"/>
            </a:lvl6pPr>
            <a:lvl7pPr>
              <a:defRPr sz="1400"/>
            </a:lvl7pPr>
            <a:lvl8pPr>
              <a:defRPr sz="1400"/>
            </a:lvl8pPr>
            <a:lvl9pPr>
              <a:defRPr sz="14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3296574"/>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Content w Bkg Illustra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609600" y="1524000"/>
            <a:ext cx="10972800" cy="4610100"/>
          </a:xfrm>
        </p:spPr>
        <p:txBody>
          <a:bodyPr anchor="t"/>
          <a:lstStyle>
            <a:lvl1pPr>
              <a:defRPr sz="2000" b="0" i="0"/>
            </a:lvl1pPr>
            <a:lvl2pPr>
              <a:defRPr sz="1800" b="0" i="0"/>
            </a:lvl2pPr>
            <a:lvl3pPr>
              <a:defRPr sz="1600" b="0" i="0"/>
            </a:lvl3pPr>
            <a:lvl4pPr>
              <a:defRPr sz="1400" b="0" i="0"/>
            </a:lvl4pPr>
            <a:lvl5pPr>
              <a:defRPr sz="1400" b="0" i="0"/>
            </a:lvl5pPr>
            <a:lvl6pPr>
              <a:defRPr sz="1400"/>
            </a:lvl6pPr>
            <a:lvl7pPr>
              <a:defRPr sz="1400"/>
            </a:lvl7pPr>
            <a:lvl8pPr>
              <a:defRPr sz="1400"/>
            </a:lvl8pPr>
            <a:lvl9pPr>
              <a:defRPr sz="14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7" name="Freeform: Shape 16">
            <a:extLst>
              <a:ext uri="{FF2B5EF4-FFF2-40B4-BE49-F238E27FC236}">
                <a16:creationId xmlns:a16="http://schemas.microsoft.com/office/drawing/2014/main" id="{9C0FC91B-68AB-48C6-B864-6E9E19674766}"/>
              </a:ext>
            </a:extLst>
          </p:cNvPr>
          <p:cNvSpPr/>
          <p:nvPr/>
        </p:nvSpPr>
        <p:spPr>
          <a:xfrm>
            <a:off x="8331454" y="2617978"/>
            <a:ext cx="955548" cy="955548"/>
          </a:xfrm>
          <a:custGeom>
            <a:avLst/>
            <a:gdLst>
              <a:gd name="connsiteX0" fmla="*/ 955548 w 955548"/>
              <a:gd name="connsiteY0" fmla="*/ 477774 h 955548"/>
              <a:gd name="connsiteX1" fmla="*/ 477774 w 955548"/>
              <a:gd name="connsiteY1" fmla="*/ 955548 h 955548"/>
              <a:gd name="connsiteX2" fmla="*/ 0 w 955548"/>
              <a:gd name="connsiteY2" fmla="*/ 477774 h 955548"/>
              <a:gd name="connsiteX3" fmla="*/ 477774 w 955548"/>
              <a:gd name="connsiteY3" fmla="*/ 0 h 955548"/>
              <a:gd name="connsiteX4" fmla="*/ 955548 w 955548"/>
              <a:gd name="connsiteY4" fmla="*/ 477774 h 95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48" h="955548">
                <a:moveTo>
                  <a:pt x="955548" y="477774"/>
                </a:moveTo>
                <a:cubicBezTo>
                  <a:pt x="955548" y="741641"/>
                  <a:pt x="741642" y="955548"/>
                  <a:pt x="477774" y="955548"/>
                </a:cubicBezTo>
                <a:cubicBezTo>
                  <a:pt x="213907" y="955548"/>
                  <a:pt x="0" y="741641"/>
                  <a:pt x="0" y="477774"/>
                </a:cubicBezTo>
                <a:cubicBezTo>
                  <a:pt x="0" y="213907"/>
                  <a:pt x="213907" y="0"/>
                  <a:pt x="477774" y="0"/>
                </a:cubicBezTo>
                <a:cubicBezTo>
                  <a:pt x="741642" y="0"/>
                  <a:pt x="955548" y="213907"/>
                  <a:pt x="955548" y="477774"/>
                </a:cubicBezTo>
                <a:close/>
              </a:path>
            </a:pathLst>
          </a:custGeom>
          <a:noFill/>
          <a:ln w="31750" cap="flat">
            <a:solidFill>
              <a:srgbClr val="E6E6E6"/>
            </a:solidFill>
            <a:prstDash val="solid"/>
            <a:miter/>
          </a:ln>
        </p:spPr>
        <p:txBody>
          <a:bodyPr rtlCol="0" anchor="ctr"/>
          <a:lstStyle/>
          <a:p>
            <a:endParaRPr dirty="0"/>
          </a:p>
        </p:txBody>
      </p:sp>
      <p:sp>
        <p:nvSpPr>
          <p:cNvPr id="30" name="Freeform: Shape 29">
            <a:extLst>
              <a:ext uri="{FF2B5EF4-FFF2-40B4-BE49-F238E27FC236}">
                <a16:creationId xmlns:a16="http://schemas.microsoft.com/office/drawing/2014/main" id="{557D46F3-E3EF-449A-B833-7149B65E5003}"/>
              </a:ext>
            </a:extLst>
          </p:cNvPr>
          <p:cNvSpPr/>
          <p:nvPr/>
        </p:nvSpPr>
        <p:spPr>
          <a:xfrm>
            <a:off x="11754676" y="2923221"/>
            <a:ext cx="437324" cy="634492"/>
          </a:xfrm>
          <a:custGeom>
            <a:avLst/>
            <a:gdLst>
              <a:gd name="connsiteX0" fmla="*/ 317246 w 437324"/>
              <a:gd name="connsiteY0" fmla="*/ 0 h 634492"/>
              <a:gd name="connsiteX1" fmla="*/ 381182 w 437324"/>
              <a:gd name="connsiteY1" fmla="*/ 6445 h 634492"/>
              <a:gd name="connsiteX2" fmla="*/ 437324 w 437324"/>
              <a:gd name="connsiteY2" fmla="*/ 23873 h 634492"/>
              <a:gd name="connsiteX3" fmla="*/ 437324 w 437324"/>
              <a:gd name="connsiteY3" fmla="*/ 610619 h 634492"/>
              <a:gd name="connsiteX4" fmla="*/ 381182 w 437324"/>
              <a:gd name="connsiteY4" fmla="*/ 628047 h 634492"/>
              <a:gd name="connsiteX5" fmla="*/ 317246 w 437324"/>
              <a:gd name="connsiteY5" fmla="*/ 634492 h 634492"/>
              <a:gd name="connsiteX6" fmla="*/ 0 w 437324"/>
              <a:gd name="connsiteY6" fmla="*/ 317246 h 634492"/>
              <a:gd name="connsiteX7" fmla="*/ 317246 w 437324"/>
              <a:gd name="connsiteY7" fmla="*/ 0 h 6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324" h="634492">
                <a:moveTo>
                  <a:pt x="317246" y="0"/>
                </a:moveTo>
                <a:cubicBezTo>
                  <a:pt x="339147" y="0"/>
                  <a:pt x="360530" y="2219"/>
                  <a:pt x="381182" y="6445"/>
                </a:cubicBezTo>
                <a:lnTo>
                  <a:pt x="437324" y="23873"/>
                </a:lnTo>
                <a:lnTo>
                  <a:pt x="437324" y="610619"/>
                </a:lnTo>
                <a:lnTo>
                  <a:pt x="381182" y="628047"/>
                </a:lnTo>
                <a:cubicBezTo>
                  <a:pt x="360530" y="632273"/>
                  <a:pt x="339147" y="634492"/>
                  <a:pt x="317246" y="634492"/>
                </a:cubicBezTo>
                <a:cubicBezTo>
                  <a:pt x="142035" y="634492"/>
                  <a:pt x="0" y="492456"/>
                  <a:pt x="0" y="317246"/>
                </a:cubicBezTo>
                <a:cubicBezTo>
                  <a:pt x="0" y="142036"/>
                  <a:pt x="142035" y="0"/>
                  <a:pt x="317246" y="0"/>
                </a:cubicBezTo>
                <a:close/>
              </a:path>
            </a:pathLst>
          </a:custGeom>
          <a:noFill/>
          <a:ln w="31750" cap="flat">
            <a:solidFill>
              <a:srgbClr val="E6E6E6"/>
            </a:solidFill>
            <a:prstDash val="solid"/>
            <a:miter/>
          </a:ln>
        </p:spPr>
        <p:txBody>
          <a:bodyPr rtlCol="0" anchor="ctr"/>
          <a:lstStyle/>
          <a:p>
            <a:endParaRPr dirty="0"/>
          </a:p>
        </p:txBody>
      </p:sp>
      <p:sp>
        <p:nvSpPr>
          <p:cNvPr id="19" name="Freeform: Shape 18">
            <a:extLst>
              <a:ext uri="{FF2B5EF4-FFF2-40B4-BE49-F238E27FC236}">
                <a16:creationId xmlns:a16="http://schemas.microsoft.com/office/drawing/2014/main" id="{D87097AD-7BF7-41C4-ABDB-DD2B2F8D405D}"/>
              </a:ext>
            </a:extLst>
          </p:cNvPr>
          <p:cNvSpPr/>
          <p:nvPr/>
        </p:nvSpPr>
        <p:spPr>
          <a:xfrm>
            <a:off x="10220261" y="3278505"/>
            <a:ext cx="407034" cy="407034"/>
          </a:xfrm>
          <a:custGeom>
            <a:avLst/>
            <a:gdLst>
              <a:gd name="connsiteX0" fmla="*/ 407035 w 407034"/>
              <a:gd name="connsiteY0" fmla="*/ 203517 h 407034"/>
              <a:gd name="connsiteX1" fmla="*/ 203517 w 407034"/>
              <a:gd name="connsiteY1" fmla="*/ 407035 h 407034"/>
              <a:gd name="connsiteX2" fmla="*/ -1 w 407034"/>
              <a:gd name="connsiteY2" fmla="*/ 203517 h 407034"/>
              <a:gd name="connsiteX3" fmla="*/ 203517 w 407034"/>
              <a:gd name="connsiteY3" fmla="*/ 0 h 407034"/>
              <a:gd name="connsiteX4" fmla="*/ 407035 w 407034"/>
              <a:gd name="connsiteY4" fmla="*/ 203517 h 407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034" h="407034">
                <a:moveTo>
                  <a:pt x="407035" y="203517"/>
                </a:moveTo>
                <a:cubicBezTo>
                  <a:pt x="407035" y="315917"/>
                  <a:pt x="315917" y="407035"/>
                  <a:pt x="203517" y="407035"/>
                </a:cubicBezTo>
                <a:cubicBezTo>
                  <a:pt x="91118" y="407035"/>
                  <a:pt x="-1" y="315917"/>
                  <a:pt x="-1" y="203517"/>
                </a:cubicBezTo>
                <a:cubicBezTo>
                  <a:pt x="-1" y="91118"/>
                  <a:pt x="91117" y="0"/>
                  <a:pt x="203517" y="0"/>
                </a:cubicBezTo>
                <a:cubicBezTo>
                  <a:pt x="315916" y="0"/>
                  <a:pt x="407035" y="91118"/>
                  <a:pt x="407035" y="203517"/>
                </a:cubicBezTo>
                <a:close/>
              </a:path>
            </a:pathLst>
          </a:custGeom>
          <a:solidFill>
            <a:srgbClr val="E6E6E6"/>
          </a:solidFill>
          <a:ln w="31750" cap="flat">
            <a:solidFill>
              <a:srgbClr val="E6E6E6"/>
            </a:solidFill>
            <a:prstDash val="solid"/>
            <a:miter/>
          </a:ln>
        </p:spPr>
        <p:txBody>
          <a:bodyPr rtlCol="0" anchor="ctr"/>
          <a:lstStyle/>
          <a:p>
            <a:endParaRPr dirty="0"/>
          </a:p>
        </p:txBody>
      </p:sp>
      <p:sp>
        <p:nvSpPr>
          <p:cNvPr id="20" name="Freeform: Shape 19">
            <a:extLst>
              <a:ext uri="{FF2B5EF4-FFF2-40B4-BE49-F238E27FC236}">
                <a16:creationId xmlns:a16="http://schemas.microsoft.com/office/drawing/2014/main" id="{8B0B1B96-032C-406B-844C-92F48CF2F4A0}"/>
              </a:ext>
            </a:extLst>
          </p:cNvPr>
          <p:cNvSpPr/>
          <p:nvPr/>
        </p:nvSpPr>
        <p:spPr>
          <a:xfrm>
            <a:off x="10030523" y="1580324"/>
            <a:ext cx="477773" cy="477774"/>
          </a:xfrm>
          <a:custGeom>
            <a:avLst/>
            <a:gdLst>
              <a:gd name="connsiteX0" fmla="*/ 477774 w 477773"/>
              <a:gd name="connsiteY0" fmla="*/ 238887 h 477774"/>
              <a:gd name="connsiteX1" fmla="*/ 238887 w 477773"/>
              <a:gd name="connsiteY1" fmla="*/ 477774 h 477774"/>
              <a:gd name="connsiteX2" fmla="*/ 0 w 477773"/>
              <a:gd name="connsiteY2" fmla="*/ 238887 h 477774"/>
              <a:gd name="connsiteX3" fmla="*/ 238887 w 477773"/>
              <a:gd name="connsiteY3" fmla="*/ 0 h 477774"/>
              <a:gd name="connsiteX4" fmla="*/ 477774 w 477773"/>
              <a:gd name="connsiteY4" fmla="*/ 238887 h 477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773" h="477774">
                <a:moveTo>
                  <a:pt x="477774" y="238887"/>
                </a:moveTo>
                <a:cubicBezTo>
                  <a:pt x="477774" y="370821"/>
                  <a:pt x="370821" y="477774"/>
                  <a:pt x="238887" y="477774"/>
                </a:cubicBezTo>
                <a:cubicBezTo>
                  <a:pt x="106953" y="477774"/>
                  <a:pt x="0" y="370821"/>
                  <a:pt x="0" y="238887"/>
                </a:cubicBezTo>
                <a:cubicBezTo>
                  <a:pt x="0" y="106953"/>
                  <a:pt x="106953" y="0"/>
                  <a:pt x="238887" y="0"/>
                </a:cubicBezTo>
                <a:cubicBezTo>
                  <a:pt x="370821" y="0"/>
                  <a:pt x="477774" y="106953"/>
                  <a:pt x="477774" y="238887"/>
                </a:cubicBezTo>
                <a:close/>
              </a:path>
            </a:pathLst>
          </a:custGeom>
          <a:noFill/>
          <a:ln w="31750" cap="flat">
            <a:solidFill>
              <a:srgbClr val="E6E6E6"/>
            </a:solidFill>
            <a:prstDash val="solid"/>
            <a:miter/>
          </a:ln>
        </p:spPr>
        <p:txBody>
          <a:bodyPr rtlCol="0" anchor="ctr"/>
          <a:lstStyle/>
          <a:p>
            <a:endParaRPr dirty="0"/>
          </a:p>
        </p:txBody>
      </p:sp>
      <p:sp>
        <p:nvSpPr>
          <p:cNvPr id="21" name="Freeform: Shape 20">
            <a:extLst>
              <a:ext uri="{FF2B5EF4-FFF2-40B4-BE49-F238E27FC236}">
                <a16:creationId xmlns:a16="http://schemas.microsoft.com/office/drawing/2014/main" id="{2DAC12C2-2A98-4C90-9936-B8EFE252B517}"/>
              </a:ext>
            </a:extLst>
          </p:cNvPr>
          <p:cNvSpPr/>
          <p:nvPr/>
        </p:nvSpPr>
        <p:spPr>
          <a:xfrm>
            <a:off x="11429365" y="4394644"/>
            <a:ext cx="407796" cy="407797"/>
          </a:xfrm>
          <a:custGeom>
            <a:avLst/>
            <a:gdLst>
              <a:gd name="connsiteX0" fmla="*/ 407797 w 407796"/>
              <a:gd name="connsiteY0" fmla="*/ 203898 h 407797"/>
              <a:gd name="connsiteX1" fmla="*/ 203899 w 407796"/>
              <a:gd name="connsiteY1" fmla="*/ 407797 h 407797"/>
              <a:gd name="connsiteX2" fmla="*/ 0 w 407796"/>
              <a:gd name="connsiteY2" fmla="*/ 203898 h 407797"/>
              <a:gd name="connsiteX3" fmla="*/ 203899 w 407796"/>
              <a:gd name="connsiteY3" fmla="*/ 0 h 407797"/>
              <a:gd name="connsiteX4" fmla="*/ 407797 w 407796"/>
              <a:gd name="connsiteY4" fmla="*/ 203898 h 407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96" h="407797">
                <a:moveTo>
                  <a:pt x="407797" y="203898"/>
                </a:moveTo>
                <a:cubicBezTo>
                  <a:pt x="407797" y="316509"/>
                  <a:pt x="316509" y="407797"/>
                  <a:pt x="203899" y="407797"/>
                </a:cubicBezTo>
                <a:cubicBezTo>
                  <a:pt x="91288" y="407797"/>
                  <a:pt x="0" y="316508"/>
                  <a:pt x="0" y="203898"/>
                </a:cubicBezTo>
                <a:cubicBezTo>
                  <a:pt x="0" y="91288"/>
                  <a:pt x="91288" y="0"/>
                  <a:pt x="203899" y="0"/>
                </a:cubicBezTo>
                <a:cubicBezTo>
                  <a:pt x="316509" y="0"/>
                  <a:pt x="407797" y="91289"/>
                  <a:pt x="407797" y="203898"/>
                </a:cubicBezTo>
                <a:close/>
              </a:path>
            </a:pathLst>
          </a:custGeom>
          <a:noFill/>
          <a:ln w="31750" cap="flat">
            <a:solidFill>
              <a:srgbClr val="E6E6E6"/>
            </a:solidFill>
            <a:prstDash val="solid"/>
            <a:miter/>
          </a:ln>
        </p:spPr>
        <p:txBody>
          <a:bodyPr rtlCol="0" anchor="ctr"/>
          <a:lstStyle/>
          <a:p>
            <a:endParaRPr dirty="0"/>
          </a:p>
        </p:txBody>
      </p:sp>
      <p:sp>
        <p:nvSpPr>
          <p:cNvPr id="22" name="Freeform: Shape 21">
            <a:extLst>
              <a:ext uri="{FF2B5EF4-FFF2-40B4-BE49-F238E27FC236}">
                <a16:creationId xmlns:a16="http://schemas.microsoft.com/office/drawing/2014/main" id="{617FDDDA-E5AC-4F02-B7BB-8BDC3B499340}"/>
              </a:ext>
            </a:extLst>
          </p:cNvPr>
          <p:cNvSpPr/>
          <p:nvPr/>
        </p:nvSpPr>
        <p:spPr>
          <a:xfrm>
            <a:off x="8570341" y="5325046"/>
            <a:ext cx="622680" cy="622680"/>
          </a:xfrm>
          <a:custGeom>
            <a:avLst/>
            <a:gdLst>
              <a:gd name="connsiteX0" fmla="*/ 622681 w 622680"/>
              <a:gd name="connsiteY0" fmla="*/ 311340 h 622680"/>
              <a:gd name="connsiteX1" fmla="*/ 311340 w 622680"/>
              <a:gd name="connsiteY1" fmla="*/ 622681 h 622680"/>
              <a:gd name="connsiteX2" fmla="*/ -1 w 622680"/>
              <a:gd name="connsiteY2" fmla="*/ 311340 h 622680"/>
              <a:gd name="connsiteX3" fmla="*/ 311340 w 622680"/>
              <a:gd name="connsiteY3" fmla="*/ 0 h 622680"/>
              <a:gd name="connsiteX4" fmla="*/ 622681 w 622680"/>
              <a:gd name="connsiteY4" fmla="*/ 311340 h 622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680" h="622680">
                <a:moveTo>
                  <a:pt x="622681" y="311340"/>
                </a:moveTo>
                <a:cubicBezTo>
                  <a:pt x="622681" y="483289"/>
                  <a:pt x="483289" y="622681"/>
                  <a:pt x="311340" y="622681"/>
                </a:cubicBezTo>
                <a:cubicBezTo>
                  <a:pt x="139392" y="622681"/>
                  <a:pt x="-1" y="483289"/>
                  <a:pt x="-1" y="311340"/>
                </a:cubicBezTo>
                <a:cubicBezTo>
                  <a:pt x="-1" y="139392"/>
                  <a:pt x="139392" y="0"/>
                  <a:pt x="311340" y="0"/>
                </a:cubicBezTo>
                <a:cubicBezTo>
                  <a:pt x="483289" y="0"/>
                  <a:pt x="622681" y="139392"/>
                  <a:pt x="622681" y="311340"/>
                </a:cubicBezTo>
                <a:close/>
              </a:path>
            </a:pathLst>
          </a:custGeom>
          <a:noFill/>
          <a:ln w="31750" cap="flat">
            <a:solidFill>
              <a:srgbClr val="E6E6E6"/>
            </a:solidFill>
            <a:prstDash val="solid"/>
            <a:miter/>
          </a:ln>
        </p:spPr>
        <p:txBody>
          <a:bodyPr rtlCol="0" anchor="ctr"/>
          <a:lstStyle/>
          <a:p>
            <a:endParaRPr dirty="0"/>
          </a:p>
        </p:txBody>
      </p:sp>
      <p:sp>
        <p:nvSpPr>
          <p:cNvPr id="23" name="Freeform: Shape 22">
            <a:extLst>
              <a:ext uri="{FF2B5EF4-FFF2-40B4-BE49-F238E27FC236}">
                <a16:creationId xmlns:a16="http://schemas.microsoft.com/office/drawing/2014/main" id="{646B6143-6724-4245-8419-05DE35D842DF}"/>
              </a:ext>
            </a:extLst>
          </p:cNvPr>
          <p:cNvSpPr/>
          <p:nvPr/>
        </p:nvSpPr>
        <p:spPr>
          <a:xfrm>
            <a:off x="10378059" y="4617529"/>
            <a:ext cx="260476" cy="260476"/>
          </a:xfrm>
          <a:custGeom>
            <a:avLst/>
            <a:gdLst>
              <a:gd name="connsiteX0" fmla="*/ 260477 w 260476"/>
              <a:gd name="connsiteY0" fmla="*/ 130238 h 260476"/>
              <a:gd name="connsiteX1" fmla="*/ 130238 w 260476"/>
              <a:gd name="connsiteY1" fmla="*/ 260477 h 260476"/>
              <a:gd name="connsiteX2" fmla="*/ 0 w 260476"/>
              <a:gd name="connsiteY2" fmla="*/ 130238 h 260476"/>
              <a:gd name="connsiteX3" fmla="*/ 130238 w 260476"/>
              <a:gd name="connsiteY3" fmla="*/ 0 h 260476"/>
              <a:gd name="connsiteX4" fmla="*/ 260477 w 260476"/>
              <a:gd name="connsiteY4" fmla="*/ 130238 h 260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76" h="260476">
                <a:moveTo>
                  <a:pt x="260477" y="130238"/>
                </a:moveTo>
                <a:cubicBezTo>
                  <a:pt x="260477" y="202167"/>
                  <a:pt x="202167" y="260477"/>
                  <a:pt x="130238" y="260477"/>
                </a:cubicBezTo>
                <a:cubicBezTo>
                  <a:pt x="58309" y="260477"/>
                  <a:pt x="0" y="202167"/>
                  <a:pt x="0" y="130238"/>
                </a:cubicBezTo>
                <a:cubicBezTo>
                  <a:pt x="0" y="58310"/>
                  <a:pt x="58309" y="0"/>
                  <a:pt x="130238" y="0"/>
                </a:cubicBezTo>
                <a:cubicBezTo>
                  <a:pt x="202167" y="0"/>
                  <a:pt x="260477" y="58310"/>
                  <a:pt x="260477" y="130238"/>
                </a:cubicBezTo>
                <a:close/>
              </a:path>
            </a:pathLst>
          </a:custGeom>
          <a:noFill/>
          <a:ln w="31750" cap="flat">
            <a:solidFill>
              <a:srgbClr val="E6E6E6"/>
            </a:solidFill>
            <a:prstDash val="solid"/>
            <a:miter/>
          </a:ln>
        </p:spPr>
        <p:txBody>
          <a:bodyPr rtlCol="0" anchor="ctr"/>
          <a:lstStyle/>
          <a:p>
            <a:endParaRPr dirty="0"/>
          </a:p>
        </p:txBody>
      </p:sp>
      <p:sp>
        <p:nvSpPr>
          <p:cNvPr id="24" name="Freeform: Shape 23">
            <a:extLst>
              <a:ext uri="{FF2B5EF4-FFF2-40B4-BE49-F238E27FC236}">
                <a16:creationId xmlns:a16="http://schemas.microsoft.com/office/drawing/2014/main" id="{346ED0B6-D001-473F-A60D-6730A19ED87B}"/>
              </a:ext>
            </a:extLst>
          </p:cNvPr>
          <p:cNvSpPr/>
          <p:nvPr/>
        </p:nvSpPr>
        <p:spPr>
          <a:xfrm>
            <a:off x="11017758" y="2615946"/>
            <a:ext cx="334517" cy="334517"/>
          </a:xfrm>
          <a:custGeom>
            <a:avLst/>
            <a:gdLst>
              <a:gd name="connsiteX0" fmla="*/ 334518 w 334517"/>
              <a:gd name="connsiteY0" fmla="*/ 167259 h 334517"/>
              <a:gd name="connsiteX1" fmla="*/ 167259 w 334517"/>
              <a:gd name="connsiteY1" fmla="*/ 334518 h 334517"/>
              <a:gd name="connsiteX2" fmla="*/ 0 w 334517"/>
              <a:gd name="connsiteY2" fmla="*/ 167259 h 334517"/>
              <a:gd name="connsiteX3" fmla="*/ 167259 w 334517"/>
              <a:gd name="connsiteY3" fmla="*/ 0 h 334517"/>
              <a:gd name="connsiteX4" fmla="*/ 334518 w 334517"/>
              <a:gd name="connsiteY4" fmla="*/ 167259 h 33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517" h="334517">
                <a:moveTo>
                  <a:pt x="334518" y="167259"/>
                </a:moveTo>
                <a:cubicBezTo>
                  <a:pt x="334518" y="259634"/>
                  <a:pt x="259633" y="334518"/>
                  <a:pt x="167259" y="334518"/>
                </a:cubicBezTo>
                <a:cubicBezTo>
                  <a:pt x="74884" y="334518"/>
                  <a:pt x="0" y="259634"/>
                  <a:pt x="0" y="167259"/>
                </a:cubicBezTo>
                <a:cubicBezTo>
                  <a:pt x="0" y="74884"/>
                  <a:pt x="74885" y="0"/>
                  <a:pt x="167259" y="0"/>
                </a:cubicBezTo>
                <a:cubicBezTo>
                  <a:pt x="259634" y="0"/>
                  <a:pt x="334518" y="74884"/>
                  <a:pt x="334518" y="167259"/>
                </a:cubicBezTo>
                <a:close/>
              </a:path>
            </a:pathLst>
          </a:custGeom>
          <a:noFill/>
          <a:ln w="31750" cap="flat">
            <a:solidFill>
              <a:srgbClr val="E6E6E6"/>
            </a:solidFill>
            <a:prstDash val="solid"/>
            <a:miter/>
          </a:ln>
        </p:spPr>
        <p:txBody>
          <a:bodyPr rtlCol="0" anchor="ctr"/>
          <a:lstStyle/>
          <a:p>
            <a:endParaRPr dirty="0"/>
          </a:p>
        </p:txBody>
      </p:sp>
      <p:sp>
        <p:nvSpPr>
          <p:cNvPr id="25" name="Freeform: Shape 24">
            <a:extLst>
              <a:ext uri="{FF2B5EF4-FFF2-40B4-BE49-F238E27FC236}">
                <a16:creationId xmlns:a16="http://schemas.microsoft.com/office/drawing/2014/main" id="{7A3C2B67-F268-4BE3-9CBF-40C5ED4CDEA8}"/>
              </a:ext>
            </a:extLst>
          </p:cNvPr>
          <p:cNvSpPr/>
          <p:nvPr/>
        </p:nvSpPr>
        <p:spPr>
          <a:xfrm>
            <a:off x="10269410" y="2058098"/>
            <a:ext cx="792416" cy="1423923"/>
          </a:xfrm>
          <a:custGeom>
            <a:avLst/>
            <a:gdLst>
              <a:gd name="connsiteX0" fmla="*/ 0 w 792416"/>
              <a:gd name="connsiteY0" fmla="*/ 0 h 1423923"/>
              <a:gd name="connsiteX1" fmla="*/ 154369 w 792416"/>
              <a:gd name="connsiteY1" fmla="*/ 1423924 h 1423923"/>
              <a:gd name="connsiteX2" fmla="*/ 792417 w 792416"/>
              <a:gd name="connsiteY2" fmla="*/ 838200 h 1423923"/>
            </a:gdLst>
            <a:ahLst/>
            <a:cxnLst>
              <a:cxn ang="0">
                <a:pos x="connsiteX0" y="connsiteY0"/>
              </a:cxn>
              <a:cxn ang="0">
                <a:pos x="connsiteX1" y="connsiteY1"/>
              </a:cxn>
              <a:cxn ang="0">
                <a:pos x="connsiteX2" y="connsiteY2"/>
              </a:cxn>
            </a:cxnLst>
            <a:rect l="l" t="t" r="r" b="b"/>
            <a:pathLst>
              <a:path w="792416" h="1423923">
                <a:moveTo>
                  <a:pt x="0" y="0"/>
                </a:moveTo>
                <a:lnTo>
                  <a:pt x="154369" y="1423924"/>
                </a:lnTo>
                <a:lnTo>
                  <a:pt x="792417" y="838200"/>
                </a:lnTo>
              </a:path>
            </a:pathLst>
          </a:custGeom>
          <a:noFill/>
          <a:ln w="31750" cap="flat">
            <a:solidFill>
              <a:srgbClr val="E6E6E6"/>
            </a:solidFill>
            <a:prstDash val="solid"/>
            <a:miter/>
          </a:ln>
        </p:spPr>
        <p:txBody>
          <a:bodyPr rtlCol="0" anchor="ctr"/>
          <a:lstStyle/>
          <a:p>
            <a:endParaRPr dirty="0"/>
          </a:p>
        </p:txBody>
      </p:sp>
      <p:sp>
        <p:nvSpPr>
          <p:cNvPr id="26" name="Freeform: Shape 25">
            <a:extLst>
              <a:ext uri="{FF2B5EF4-FFF2-40B4-BE49-F238E27FC236}">
                <a16:creationId xmlns:a16="http://schemas.microsoft.com/office/drawing/2014/main" id="{E535D3D4-C4C9-4967-AC42-B6F4C22ACA30}"/>
              </a:ext>
            </a:extLst>
          </p:cNvPr>
          <p:cNvSpPr/>
          <p:nvPr/>
        </p:nvSpPr>
        <p:spPr>
          <a:xfrm>
            <a:off x="9055798" y="3482022"/>
            <a:ext cx="2436431" cy="1896236"/>
          </a:xfrm>
          <a:custGeom>
            <a:avLst/>
            <a:gdLst>
              <a:gd name="connsiteX0" fmla="*/ 2436432 w 2436431"/>
              <a:gd name="connsiteY0" fmla="*/ 969201 h 1896236"/>
              <a:gd name="connsiteX1" fmla="*/ 1367981 w 2436431"/>
              <a:gd name="connsiteY1" fmla="*/ 0 h 1896236"/>
              <a:gd name="connsiteX2" fmla="*/ 0 w 2436431"/>
              <a:gd name="connsiteY2" fmla="*/ 1896237 h 1896236"/>
            </a:gdLst>
            <a:ahLst/>
            <a:cxnLst>
              <a:cxn ang="0">
                <a:pos x="connsiteX0" y="connsiteY0"/>
              </a:cxn>
              <a:cxn ang="0">
                <a:pos x="connsiteX1" y="connsiteY1"/>
              </a:cxn>
              <a:cxn ang="0">
                <a:pos x="connsiteX2" y="connsiteY2"/>
              </a:cxn>
            </a:cxnLst>
            <a:rect l="l" t="t" r="r" b="b"/>
            <a:pathLst>
              <a:path w="2436431" h="1896236">
                <a:moveTo>
                  <a:pt x="2436432" y="969201"/>
                </a:moveTo>
                <a:lnTo>
                  <a:pt x="1367981" y="0"/>
                </a:lnTo>
                <a:lnTo>
                  <a:pt x="0" y="1896237"/>
                </a:lnTo>
              </a:path>
            </a:pathLst>
          </a:custGeom>
          <a:noFill/>
          <a:ln w="31750" cap="flat">
            <a:solidFill>
              <a:srgbClr val="E6E6E6"/>
            </a:solidFill>
            <a:prstDash val="solid"/>
            <a:miter/>
          </a:ln>
        </p:spPr>
        <p:txBody>
          <a:bodyPr rtlCol="0" anchor="ctr"/>
          <a:lstStyle/>
          <a:p>
            <a:endParaRPr dirty="0"/>
          </a:p>
        </p:txBody>
      </p:sp>
      <p:sp>
        <p:nvSpPr>
          <p:cNvPr id="27" name="Freeform: Shape 26">
            <a:extLst>
              <a:ext uri="{FF2B5EF4-FFF2-40B4-BE49-F238E27FC236}">
                <a16:creationId xmlns:a16="http://schemas.microsoft.com/office/drawing/2014/main" id="{B1A2F4F4-8109-4893-BCF7-9DABAC6FB42A}"/>
              </a:ext>
            </a:extLst>
          </p:cNvPr>
          <p:cNvSpPr/>
          <p:nvPr/>
        </p:nvSpPr>
        <p:spPr>
          <a:xfrm>
            <a:off x="9276968" y="3193542"/>
            <a:ext cx="1231328" cy="1423987"/>
          </a:xfrm>
          <a:custGeom>
            <a:avLst/>
            <a:gdLst>
              <a:gd name="connsiteX0" fmla="*/ 0 w 1231328"/>
              <a:gd name="connsiteY0" fmla="*/ 0 h 1423987"/>
              <a:gd name="connsiteX1" fmla="*/ 1146811 w 1231328"/>
              <a:gd name="connsiteY1" fmla="*/ 288480 h 1423987"/>
              <a:gd name="connsiteX2" fmla="*/ 1231329 w 1231328"/>
              <a:gd name="connsiteY2" fmla="*/ 1423987 h 1423987"/>
            </a:gdLst>
            <a:ahLst/>
            <a:cxnLst>
              <a:cxn ang="0">
                <a:pos x="connsiteX0" y="connsiteY0"/>
              </a:cxn>
              <a:cxn ang="0">
                <a:pos x="connsiteX1" y="connsiteY1"/>
              </a:cxn>
              <a:cxn ang="0">
                <a:pos x="connsiteX2" y="connsiteY2"/>
              </a:cxn>
            </a:cxnLst>
            <a:rect l="l" t="t" r="r" b="b"/>
            <a:pathLst>
              <a:path w="1231328" h="1423987">
                <a:moveTo>
                  <a:pt x="0" y="0"/>
                </a:moveTo>
                <a:lnTo>
                  <a:pt x="1146811" y="288480"/>
                </a:lnTo>
                <a:lnTo>
                  <a:pt x="1231329" y="1423987"/>
                </a:lnTo>
              </a:path>
            </a:pathLst>
          </a:custGeom>
          <a:noFill/>
          <a:ln w="31750" cap="flat">
            <a:solidFill>
              <a:srgbClr val="E6E6E6"/>
            </a:solidFill>
            <a:prstDash val="solid"/>
            <a:miter/>
          </a:ln>
        </p:spPr>
        <p:txBody>
          <a:bodyPr rtlCol="0" anchor="ctr"/>
          <a:lstStyle/>
          <a:p>
            <a:endParaRPr dirty="0"/>
          </a:p>
        </p:txBody>
      </p:sp>
      <p:sp>
        <p:nvSpPr>
          <p:cNvPr id="28" name="Freeform: Shape 27">
            <a:extLst>
              <a:ext uri="{FF2B5EF4-FFF2-40B4-BE49-F238E27FC236}">
                <a16:creationId xmlns:a16="http://schemas.microsoft.com/office/drawing/2014/main" id="{2BE2CDEE-C6B6-422E-9CBB-4F0F1A6EAD49}"/>
              </a:ext>
            </a:extLst>
          </p:cNvPr>
          <p:cNvSpPr/>
          <p:nvPr/>
        </p:nvSpPr>
        <p:spPr>
          <a:xfrm>
            <a:off x="10423779" y="3337623"/>
            <a:ext cx="1330896" cy="144399"/>
          </a:xfrm>
          <a:custGeom>
            <a:avLst/>
            <a:gdLst>
              <a:gd name="connsiteX0" fmla="*/ 0 w 1330896"/>
              <a:gd name="connsiteY0" fmla="*/ 144399 h 144399"/>
              <a:gd name="connsiteX1" fmla="*/ 1330897 w 1330896"/>
              <a:gd name="connsiteY1" fmla="*/ 0 h 144399"/>
            </a:gdLst>
            <a:ahLst/>
            <a:cxnLst>
              <a:cxn ang="0">
                <a:pos x="connsiteX0" y="connsiteY0"/>
              </a:cxn>
              <a:cxn ang="0">
                <a:pos x="connsiteX1" y="connsiteY1"/>
              </a:cxn>
            </a:cxnLst>
            <a:rect l="l" t="t" r="r" b="b"/>
            <a:pathLst>
              <a:path w="1330896" h="144399">
                <a:moveTo>
                  <a:pt x="0" y="144399"/>
                </a:moveTo>
                <a:lnTo>
                  <a:pt x="1330897" y="0"/>
                </a:lnTo>
              </a:path>
            </a:pathLst>
          </a:custGeom>
          <a:ln w="31750" cap="flat">
            <a:solidFill>
              <a:srgbClr val="E6E6E6"/>
            </a:solidFill>
            <a:prstDash val="solid"/>
            <a:miter/>
          </a:ln>
        </p:spPr>
        <p:txBody>
          <a:bodyPr rtlCol="0" anchor="ctr"/>
          <a:lstStyle/>
          <a:p>
            <a:endParaRPr dirty="0"/>
          </a:p>
        </p:txBody>
      </p:sp>
    </p:spTree>
    <p:extLst>
      <p:ext uri="{BB962C8B-B14F-4D97-AF65-F5344CB8AC3E}">
        <p14:creationId xmlns:p14="http://schemas.microsoft.com/office/powerpoint/2010/main" val="453755094"/>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Outlined Content w Bkg Illustration">
    <p:spTree>
      <p:nvGrpSpPr>
        <p:cNvPr id="1" name=""/>
        <p:cNvGrpSpPr/>
        <p:nvPr/>
      </p:nvGrpSpPr>
      <p:grpSpPr>
        <a:xfrm>
          <a:off x="0" y="0"/>
          <a:ext cx="0" cy="0"/>
          <a:chOff x="0" y="0"/>
          <a:chExt cx="0" cy="0"/>
        </a:xfrm>
      </p:grpSpPr>
      <p:sp>
        <p:nvSpPr>
          <p:cNvPr id="11" name="Rectangle 10"/>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13" name="Freeform: Shape 12">
            <a:extLst>
              <a:ext uri="{FF2B5EF4-FFF2-40B4-BE49-F238E27FC236}">
                <a16:creationId xmlns:a16="http://schemas.microsoft.com/office/drawing/2014/main" id="{4CEB8113-69F7-4A00-A3B5-07F69F9C26F4}"/>
              </a:ext>
            </a:extLst>
          </p:cNvPr>
          <p:cNvSpPr/>
          <p:nvPr/>
        </p:nvSpPr>
        <p:spPr>
          <a:xfrm>
            <a:off x="8331454" y="2617978"/>
            <a:ext cx="955548" cy="955548"/>
          </a:xfrm>
          <a:custGeom>
            <a:avLst/>
            <a:gdLst>
              <a:gd name="connsiteX0" fmla="*/ 955548 w 955548"/>
              <a:gd name="connsiteY0" fmla="*/ 477774 h 955548"/>
              <a:gd name="connsiteX1" fmla="*/ 477774 w 955548"/>
              <a:gd name="connsiteY1" fmla="*/ 955548 h 955548"/>
              <a:gd name="connsiteX2" fmla="*/ 0 w 955548"/>
              <a:gd name="connsiteY2" fmla="*/ 477774 h 955548"/>
              <a:gd name="connsiteX3" fmla="*/ 477774 w 955548"/>
              <a:gd name="connsiteY3" fmla="*/ 0 h 955548"/>
              <a:gd name="connsiteX4" fmla="*/ 955548 w 955548"/>
              <a:gd name="connsiteY4" fmla="*/ 477774 h 95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48" h="955548">
                <a:moveTo>
                  <a:pt x="955548" y="477774"/>
                </a:moveTo>
                <a:cubicBezTo>
                  <a:pt x="955548" y="741641"/>
                  <a:pt x="741642" y="955548"/>
                  <a:pt x="477774" y="955548"/>
                </a:cubicBezTo>
                <a:cubicBezTo>
                  <a:pt x="213907" y="955548"/>
                  <a:pt x="0" y="741641"/>
                  <a:pt x="0" y="477774"/>
                </a:cubicBezTo>
                <a:cubicBezTo>
                  <a:pt x="0" y="213907"/>
                  <a:pt x="213907" y="0"/>
                  <a:pt x="477774" y="0"/>
                </a:cubicBezTo>
                <a:cubicBezTo>
                  <a:pt x="741642" y="0"/>
                  <a:pt x="955548" y="213907"/>
                  <a:pt x="955548" y="477774"/>
                </a:cubicBezTo>
                <a:close/>
              </a:path>
            </a:pathLst>
          </a:custGeom>
          <a:noFill/>
          <a:ln w="31750" cap="flat">
            <a:solidFill>
              <a:srgbClr val="D7D7D7"/>
            </a:solidFill>
            <a:prstDash val="solid"/>
            <a:miter/>
          </a:ln>
        </p:spPr>
        <p:txBody>
          <a:bodyPr rtlCol="0" anchor="ctr"/>
          <a:lstStyle/>
          <a:p>
            <a:endParaRPr dirty="0"/>
          </a:p>
        </p:txBody>
      </p:sp>
      <p:sp>
        <p:nvSpPr>
          <p:cNvPr id="25" name="Freeform: Shape 24">
            <a:extLst>
              <a:ext uri="{FF2B5EF4-FFF2-40B4-BE49-F238E27FC236}">
                <a16:creationId xmlns:a16="http://schemas.microsoft.com/office/drawing/2014/main" id="{4396CA78-EA41-4B55-A3F0-780B9CC09FE0}"/>
              </a:ext>
            </a:extLst>
          </p:cNvPr>
          <p:cNvSpPr/>
          <p:nvPr/>
        </p:nvSpPr>
        <p:spPr>
          <a:xfrm>
            <a:off x="11754676" y="2923221"/>
            <a:ext cx="437324" cy="634492"/>
          </a:xfrm>
          <a:custGeom>
            <a:avLst/>
            <a:gdLst>
              <a:gd name="connsiteX0" fmla="*/ 317246 w 437324"/>
              <a:gd name="connsiteY0" fmla="*/ 0 h 634492"/>
              <a:gd name="connsiteX1" fmla="*/ 381182 w 437324"/>
              <a:gd name="connsiteY1" fmla="*/ 6445 h 634492"/>
              <a:gd name="connsiteX2" fmla="*/ 437324 w 437324"/>
              <a:gd name="connsiteY2" fmla="*/ 23873 h 634492"/>
              <a:gd name="connsiteX3" fmla="*/ 437324 w 437324"/>
              <a:gd name="connsiteY3" fmla="*/ 610619 h 634492"/>
              <a:gd name="connsiteX4" fmla="*/ 381182 w 437324"/>
              <a:gd name="connsiteY4" fmla="*/ 628047 h 634492"/>
              <a:gd name="connsiteX5" fmla="*/ 317246 w 437324"/>
              <a:gd name="connsiteY5" fmla="*/ 634492 h 634492"/>
              <a:gd name="connsiteX6" fmla="*/ 0 w 437324"/>
              <a:gd name="connsiteY6" fmla="*/ 317246 h 634492"/>
              <a:gd name="connsiteX7" fmla="*/ 317246 w 437324"/>
              <a:gd name="connsiteY7" fmla="*/ 0 h 6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324" h="634492">
                <a:moveTo>
                  <a:pt x="317246" y="0"/>
                </a:moveTo>
                <a:cubicBezTo>
                  <a:pt x="339147" y="0"/>
                  <a:pt x="360530" y="2219"/>
                  <a:pt x="381182" y="6445"/>
                </a:cubicBezTo>
                <a:lnTo>
                  <a:pt x="437324" y="23873"/>
                </a:lnTo>
                <a:lnTo>
                  <a:pt x="437324" y="610619"/>
                </a:lnTo>
                <a:lnTo>
                  <a:pt x="381182" y="628047"/>
                </a:lnTo>
                <a:cubicBezTo>
                  <a:pt x="360530" y="632273"/>
                  <a:pt x="339147" y="634492"/>
                  <a:pt x="317246" y="634492"/>
                </a:cubicBezTo>
                <a:cubicBezTo>
                  <a:pt x="142035" y="634492"/>
                  <a:pt x="0" y="492456"/>
                  <a:pt x="0" y="317246"/>
                </a:cubicBezTo>
                <a:cubicBezTo>
                  <a:pt x="0" y="142036"/>
                  <a:pt x="142035" y="0"/>
                  <a:pt x="317246" y="0"/>
                </a:cubicBezTo>
                <a:close/>
              </a:path>
            </a:pathLst>
          </a:custGeom>
          <a:noFill/>
          <a:ln w="31750" cap="flat">
            <a:solidFill>
              <a:srgbClr val="D7D7D7"/>
            </a:solidFill>
            <a:prstDash val="solid"/>
            <a:miter/>
          </a:ln>
        </p:spPr>
        <p:txBody>
          <a:bodyPr rtlCol="0" anchor="ctr"/>
          <a:lstStyle/>
          <a:p>
            <a:endParaRPr dirty="0"/>
          </a:p>
        </p:txBody>
      </p:sp>
      <p:sp>
        <p:nvSpPr>
          <p:cNvPr id="15" name="Freeform: Shape 14">
            <a:extLst>
              <a:ext uri="{FF2B5EF4-FFF2-40B4-BE49-F238E27FC236}">
                <a16:creationId xmlns:a16="http://schemas.microsoft.com/office/drawing/2014/main" id="{BCCDBB23-5E0B-478F-9FA5-4E5BA2A40506}"/>
              </a:ext>
            </a:extLst>
          </p:cNvPr>
          <p:cNvSpPr/>
          <p:nvPr/>
        </p:nvSpPr>
        <p:spPr>
          <a:xfrm>
            <a:off x="10220261" y="3278505"/>
            <a:ext cx="407034" cy="407034"/>
          </a:xfrm>
          <a:custGeom>
            <a:avLst/>
            <a:gdLst>
              <a:gd name="connsiteX0" fmla="*/ 407035 w 407034"/>
              <a:gd name="connsiteY0" fmla="*/ 203517 h 407034"/>
              <a:gd name="connsiteX1" fmla="*/ 203517 w 407034"/>
              <a:gd name="connsiteY1" fmla="*/ 407035 h 407034"/>
              <a:gd name="connsiteX2" fmla="*/ -1 w 407034"/>
              <a:gd name="connsiteY2" fmla="*/ 203517 h 407034"/>
              <a:gd name="connsiteX3" fmla="*/ 203517 w 407034"/>
              <a:gd name="connsiteY3" fmla="*/ 0 h 407034"/>
              <a:gd name="connsiteX4" fmla="*/ 407035 w 407034"/>
              <a:gd name="connsiteY4" fmla="*/ 203517 h 407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034" h="407034">
                <a:moveTo>
                  <a:pt x="407035" y="203517"/>
                </a:moveTo>
                <a:cubicBezTo>
                  <a:pt x="407035" y="315917"/>
                  <a:pt x="315917" y="407035"/>
                  <a:pt x="203517" y="407035"/>
                </a:cubicBezTo>
                <a:cubicBezTo>
                  <a:pt x="91118" y="407035"/>
                  <a:pt x="-1" y="315917"/>
                  <a:pt x="-1" y="203517"/>
                </a:cubicBezTo>
                <a:cubicBezTo>
                  <a:pt x="-1" y="91118"/>
                  <a:pt x="91117" y="0"/>
                  <a:pt x="203517" y="0"/>
                </a:cubicBezTo>
                <a:cubicBezTo>
                  <a:pt x="315916" y="0"/>
                  <a:pt x="407035" y="91118"/>
                  <a:pt x="407035" y="203517"/>
                </a:cubicBezTo>
                <a:close/>
              </a:path>
            </a:pathLst>
          </a:custGeom>
          <a:solidFill>
            <a:srgbClr val="D7D7D7"/>
          </a:solidFill>
          <a:ln w="31750" cap="flat">
            <a:solidFill>
              <a:srgbClr val="D7D7D7"/>
            </a:solidFill>
            <a:prstDash val="solid"/>
            <a:miter/>
          </a:ln>
        </p:spPr>
        <p:txBody>
          <a:bodyPr rtlCol="0" anchor="ctr"/>
          <a:lstStyle/>
          <a:p>
            <a:endParaRPr dirty="0"/>
          </a:p>
        </p:txBody>
      </p:sp>
      <p:sp>
        <p:nvSpPr>
          <p:cNvPr id="16" name="Freeform: Shape 15">
            <a:extLst>
              <a:ext uri="{FF2B5EF4-FFF2-40B4-BE49-F238E27FC236}">
                <a16:creationId xmlns:a16="http://schemas.microsoft.com/office/drawing/2014/main" id="{5FEB6194-2F59-437C-BD6B-AEACFEBA2377}"/>
              </a:ext>
            </a:extLst>
          </p:cNvPr>
          <p:cNvSpPr/>
          <p:nvPr/>
        </p:nvSpPr>
        <p:spPr>
          <a:xfrm>
            <a:off x="10030523" y="1580324"/>
            <a:ext cx="477773" cy="477774"/>
          </a:xfrm>
          <a:custGeom>
            <a:avLst/>
            <a:gdLst>
              <a:gd name="connsiteX0" fmla="*/ 477774 w 477773"/>
              <a:gd name="connsiteY0" fmla="*/ 238887 h 477774"/>
              <a:gd name="connsiteX1" fmla="*/ 238887 w 477773"/>
              <a:gd name="connsiteY1" fmla="*/ 477774 h 477774"/>
              <a:gd name="connsiteX2" fmla="*/ 0 w 477773"/>
              <a:gd name="connsiteY2" fmla="*/ 238887 h 477774"/>
              <a:gd name="connsiteX3" fmla="*/ 238887 w 477773"/>
              <a:gd name="connsiteY3" fmla="*/ 0 h 477774"/>
              <a:gd name="connsiteX4" fmla="*/ 477774 w 477773"/>
              <a:gd name="connsiteY4" fmla="*/ 238887 h 477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773" h="477774">
                <a:moveTo>
                  <a:pt x="477774" y="238887"/>
                </a:moveTo>
                <a:cubicBezTo>
                  <a:pt x="477774" y="370821"/>
                  <a:pt x="370821" y="477774"/>
                  <a:pt x="238887" y="477774"/>
                </a:cubicBezTo>
                <a:cubicBezTo>
                  <a:pt x="106953" y="477774"/>
                  <a:pt x="0" y="370821"/>
                  <a:pt x="0" y="238887"/>
                </a:cubicBezTo>
                <a:cubicBezTo>
                  <a:pt x="0" y="106953"/>
                  <a:pt x="106953" y="0"/>
                  <a:pt x="238887" y="0"/>
                </a:cubicBezTo>
                <a:cubicBezTo>
                  <a:pt x="370821" y="0"/>
                  <a:pt x="477774" y="106953"/>
                  <a:pt x="477774" y="238887"/>
                </a:cubicBezTo>
                <a:close/>
              </a:path>
            </a:pathLst>
          </a:custGeom>
          <a:noFill/>
          <a:ln w="31750" cap="flat">
            <a:solidFill>
              <a:srgbClr val="D7D7D7"/>
            </a:solidFill>
            <a:prstDash val="solid"/>
            <a:miter/>
          </a:ln>
        </p:spPr>
        <p:txBody>
          <a:bodyPr rtlCol="0" anchor="ctr"/>
          <a:lstStyle/>
          <a:p>
            <a:endParaRPr dirty="0"/>
          </a:p>
        </p:txBody>
      </p:sp>
      <p:sp>
        <p:nvSpPr>
          <p:cNvPr id="17" name="Freeform: Shape 16">
            <a:extLst>
              <a:ext uri="{FF2B5EF4-FFF2-40B4-BE49-F238E27FC236}">
                <a16:creationId xmlns:a16="http://schemas.microsoft.com/office/drawing/2014/main" id="{A9B55E62-4313-4A43-80DA-C6325226032D}"/>
              </a:ext>
            </a:extLst>
          </p:cNvPr>
          <p:cNvSpPr/>
          <p:nvPr/>
        </p:nvSpPr>
        <p:spPr>
          <a:xfrm>
            <a:off x="11429365" y="4394644"/>
            <a:ext cx="407796" cy="407797"/>
          </a:xfrm>
          <a:custGeom>
            <a:avLst/>
            <a:gdLst>
              <a:gd name="connsiteX0" fmla="*/ 407797 w 407796"/>
              <a:gd name="connsiteY0" fmla="*/ 203898 h 407797"/>
              <a:gd name="connsiteX1" fmla="*/ 203899 w 407796"/>
              <a:gd name="connsiteY1" fmla="*/ 407797 h 407797"/>
              <a:gd name="connsiteX2" fmla="*/ 0 w 407796"/>
              <a:gd name="connsiteY2" fmla="*/ 203898 h 407797"/>
              <a:gd name="connsiteX3" fmla="*/ 203899 w 407796"/>
              <a:gd name="connsiteY3" fmla="*/ 0 h 407797"/>
              <a:gd name="connsiteX4" fmla="*/ 407797 w 407796"/>
              <a:gd name="connsiteY4" fmla="*/ 203898 h 407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96" h="407797">
                <a:moveTo>
                  <a:pt x="407797" y="203898"/>
                </a:moveTo>
                <a:cubicBezTo>
                  <a:pt x="407797" y="316509"/>
                  <a:pt x="316509" y="407797"/>
                  <a:pt x="203899" y="407797"/>
                </a:cubicBezTo>
                <a:cubicBezTo>
                  <a:pt x="91288" y="407797"/>
                  <a:pt x="0" y="316508"/>
                  <a:pt x="0" y="203898"/>
                </a:cubicBezTo>
                <a:cubicBezTo>
                  <a:pt x="0" y="91288"/>
                  <a:pt x="91288" y="0"/>
                  <a:pt x="203899" y="0"/>
                </a:cubicBezTo>
                <a:cubicBezTo>
                  <a:pt x="316509" y="0"/>
                  <a:pt x="407797" y="91289"/>
                  <a:pt x="407797" y="203898"/>
                </a:cubicBezTo>
                <a:close/>
              </a:path>
            </a:pathLst>
          </a:custGeom>
          <a:noFill/>
          <a:ln w="31750" cap="flat">
            <a:solidFill>
              <a:srgbClr val="D7D7D7"/>
            </a:solidFill>
            <a:prstDash val="solid"/>
            <a:miter/>
          </a:ln>
        </p:spPr>
        <p:txBody>
          <a:bodyPr rtlCol="0" anchor="ctr"/>
          <a:lstStyle/>
          <a:p>
            <a:endParaRPr dirty="0"/>
          </a:p>
        </p:txBody>
      </p:sp>
      <p:sp>
        <p:nvSpPr>
          <p:cNvPr id="18" name="Freeform: Shape 17">
            <a:extLst>
              <a:ext uri="{FF2B5EF4-FFF2-40B4-BE49-F238E27FC236}">
                <a16:creationId xmlns:a16="http://schemas.microsoft.com/office/drawing/2014/main" id="{CE3BDE3F-09B6-415A-B769-765FFE63F942}"/>
              </a:ext>
            </a:extLst>
          </p:cNvPr>
          <p:cNvSpPr/>
          <p:nvPr/>
        </p:nvSpPr>
        <p:spPr>
          <a:xfrm>
            <a:off x="8570341" y="5325046"/>
            <a:ext cx="622680" cy="622680"/>
          </a:xfrm>
          <a:custGeom>
            <a:avLst/>
            <a:gdLst>
              <a:gd name="connsiteX0" fmla="*/ 622681 w 622680"/>
              <a:gd name="connsiteY0" fmla="*/ 311340 h 622680"/>
              <a:gd name="connsiteX1" fmla="*/ 311340 w 622680"/>
              <a:gd name="connsiteY1" fmla="*/ 622681 h 622680"/>
              <a:gd name="connsiteX2" fmla="*/ -1 w 622680"/>
              <a:gd name="connsiteY2" fmla="*/ 311340 h 622680"/>
              <a:gd name="connsiteX3" fmla="*/ 311340 w 622680"/>
              <a:gd name="connsiteY3" fmla="*/ 0 h 622680"/>
              <a:gd name="connsiteX4" fmla="*/ 622681 w 622680"/>
              <a:gd name="connsiteY4" fmla="*/ 311340 h 622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680" h="622680">
                <a:moveTo>
                  <a:pt x="622681" y="311340"/>
                </a:moveTo>
                <a:cubicBezTo>
                  <a:pt x="622681" y="483289"/>
                  <a:pt x="483289" y="622681"/>
                  <a:pt x="311340" y="622681"/>
                </a:cubicBezTo>
                <a:cubicBezTo>
                  <a:pt x="139392" y="622681"/>
                  <a:pt x="-1" y="483289"/>
                  <a:pt x="-1" y="311340"/>
                </a:cubicBezTo>
                <a:cubicBezTo>
                  <a:pt x="-1" y="139392"/>
                  <a:pt x="139392" y="0"/>
                  <a:pt x="311340" y="0"/>
                </a:cubicBezTo>
                <a:cubicBezTo>
                  <a:pt x="483289" y="0"/>
                  <a:pt x="622681" y="139392"/>
                  <a:pt x="622681" y="311340"/>
                </a:cubicBezTo>
                <a:close/>
              </a:path>
            </a:pathLst>
          </a:custGeom>
          <a:noFill/>
          <a:ln w="31750" cap="flat">
            <a:solidFill>
              <a:srgbClr val="D7D7D7"/>
            </a:solidFill>
            <a:prstDash val="solid"/>
            <a:miter/>
          </a:ln>
        </p:spPr>
        <p:txBody>
          <a:bodyPr rtlCol="0" anchor="ctr"/>
          <a:lstStyle/>
          <a:p>
            <a:endParaRPr dirty="0"/>
          </a:p>
        </p:txBody>
      </p:sp>
      <p:sp>
        <p:nvSpPr>
          <p:cNvPr id="19" name="Freeform: Shape 18">
            <a:extLst>
              <a:ext uri="{FF2B5EF4-FFF2-40B4-BE49-F238E27FC236}">
                <a16:creationId xmlns:a16="http://schemas.microsoft.com/office/drawing/2014/main" id="{40CD8450-EAF4-430B-84BD-A9063B42AB8F}"/>
              </a:ext>
            </a:extLst>
          </p:cNvPr>
          <p:cNvSpPr/>
          <p:nvPr/>
        </p:nvSpPr>
        <p:spPr>
          <a:xfrm>
            <a:off x="10378059" y="4617529"/>
            <a:ext cx="260476" cy="260476"/>
          </a:xfrm>
          <a:custGeom>
            <a:avLst/>
            <a:gdLst>
              <a:gd name="connsiteX0" fmla="*/ 260477 w 260476"/>
              <a:gd name="connsiteY0" fmla="*/ 130238 h 260476"/>
              <a:gd name="connsiteX1" fmla="*/ 130238 w 260476"/>
              <a:gd name="connsiteY1" fmla="*/ 260477 h 260476"/>
              <a:gd name="connsiteX2" fmla="*/ 0 w 260476"/>
              <a:gd name="connsiteY2" fmla="*/ 130238 h 260476"/>
              <a:gd name="connsiteX3" fmla="*/ 130238 w 260476"/>
              <a:gd name="connsiteY3" fmla="*/ 0 h 260476"/>
              <a:gd name="connsiteX4" fmla="*/ 260477 w 260476"/>
              <a:gd name="connsiteY4" fmla="*/ 130238 h 260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76" h="260476">
                <a:moveTo>
                  <a:pt x="260477" y="130238"/>
                </a:moveTo>
                <a:cubicBezTo>
                  <a:pt x="260477" y="202167"/>
                  <a:pt x="202167" y="260477"/>
                  <a:pt x="130238" y="260477"/>
                </a:cubicBezTo>
                <a:cubicBezTo>
                  <a:pt x="58309" y="260477"/>
                  <a:pt x="0" y="202167"/>
                  <a:pt x="0" y="130238"/>
                </a:cubicBezTo>
                <a:cubicBezTo>
                  <a:pt x="0" y="58310"/>
                  <a:pt x="58309" y="0"/>
                  <a:pt x="130238" y="0"/>
                </a:cubicBezTo>
                <a:cubicBezTo>
                  <a:pt x="202167" y="0"/>
                  <a:pt x="260477" y="58310"/>
                  <a:pt x="260477" y="130238"/>
                </a:cubicBezTo>
                <a:close/>
              </a:path>
            </a:pathLst>
          </a:custGeom>
          <a:noFill/>
          <a:ln w="31750" cap="flat">
            <a:solidFill>
              <a:srgbClr val="D7D7D7"/>
            </a:solidFill>
            <a:prstDash val="solid"/>
            <a:miter/>
          </a:ln>
        </p:spPr>
        <p:txBody>
          <a:bodyPr rtlCol="0" anchor="ctr"/>
          <a:lstStyle/>
          <a:p>
            <a:endParaRPr dirty="0"/>
          </a:p>
        </p:txBody>
      </p:sp>
      <p:sp>
        <p:nvSpPr>
          <p:cNvPr id="20" name="Freeform: Shape 19">
            <a:extLst>
              <a:ext uri="{FF2B5EF4-FFF2-40B4-BE49-F238E27FC236}">
                <a16:creationId xmlns:a16="http://schemas.microsoft.com/office/drawing/2014/main" id="{B42A0D2B-D92B-4265-8F1A-967E58FE0F51}"/>
              </a:ext>
            </a:extLst>
          </p:cNvPr>
          <p:cNvSpPr/>
          <p:nvPr/>
        </p:nvSpPr>
        <p:spPr>
          <a:xfrm>
            <a:off x="11017758" y="2615946"/>
            <a:ext cx="334517" cy="334517"/>
          </a:xfrm>
          <a:custGeom>
            <a:avLst/>
            <a:gdLst>
              <a:gd name="connsiteX0" fmla="*/ 334518 w 334517"/>
              <a:gd name="connsiteY0" fmla="*/ 167259 h 334517"/>
              <a:gd name="connsiteX1" fmla="*/ 167259 w 334517"/>
              <a:gd name="connsiteY1" fmla="*/ 334518 h 334517"/>
              <a:gd name="connsiteX2" fmla="*/ 0 w 334517"/>
              <a:gd name="connsiteY2" fmla="*/ 167259 h 334517"/>
              <a:gd name="connsiteX3" fmla="*/ 167259 w 334517"/>
              <a:gd name="connsiteY3" fmla="*/ 0 h 334517"/>
              <a:gd name="connsiteX4" fmla="*/ 334518 w 334517"/>
              <a:gd name="connsiteY4" fmla="*/ 167259 h 33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517" h="334517">
                <a:moveTo>
                  <a:pt x="334518" y="167259"/>
                </a:moveTo>
                <a:cubicBezTo>
                  <a:pt x="334518" y="259634"/>
                  <a:pt x="259633" y="334518"/>
                  <a:pt x="167259" y="334518"/>
                </a:cubicBezTo>
                <a:cubicBezTo>
                  <a:pt x="74884" y="334518"/>
                  <a:pt x="0" y="259634"/>
                  <a:pt x="0" y="167259"/>
                </a:cubicBezTo>
                <a:cubicBezTo>
                  <a:pt x="0" y="74884"/>
                  <a:pt x="74885" y="0"/>
                  <a:pt x="167259" y="0"/>
                </a:cubicBezTo>
                <a:cubicBezTo>
                  <a:pt x="259634" y="0"/>
                  <a:pt x="334518" y="74884"/>
                  <a:pt x="334518" y="167259"/>
                </a:cubicBezTo>
                <a:close/>
              </a:path>
            </a:pathLst>
          </a:custGeom>
          <a:noFill/>
          <a:ln w="31750" cap="flat">
            <a:solidFill>
              <a:srgbClr val="D7D7D7"/>
            </a:solidFill>
            <a:prstDash val="solid"/>
            <a:miter/>
          </a:ln>
        </p:spPr>
        <p:txBody>
          <a:bodyPr rtlCol="0" anchor="ctr"/>
          <a:lstStyle/>
          <a:p>
            <a:endParaRPr dirty="0"/>
          </a:p>
        </p:txBody>
      </p:sp>
      <p:sp>
        <p:nvSpPr>
          <p:cNvPr id="21" name="Freeform: Shape 20">
            <a:extLst>
              <a:ext uri="{FF2B5EF4-FFF2-40B4-BE49-F238E27FC236}">
                <a16:creationId xmlns:a16="http://schemas.microsoft.com/office/drawing/2014/main" id="{A866DCEE-0282-4B15-8189-3AB593543335}"/>
              </a:ext>
            </a:extLst>
          </p:cNvPr>
          <p:cNvSpPr/>
          <p:nvPr/>
        </p:nvSpPr>
        <p:spPr>
          <a:xfrm>
            <a:off x="10269410" y="2058098"/>
            <a:ext cx="792416" cy="1423923"/>
          </a:xfrm>
          <a:custGeom>
            <a:avLst/>
            <a:gdLst>
              <a:gd name="connsiteX0" fmla="*/ 0 w 792416"/>
              <a:gd name="connsiteY0" fmla="*/ 0 h 1423923"/>
              <a:gd name="connsiteX1" fmla="*/ 154369 w 792416"/>
              <a:gd name="connsiteY1" fmla="*/ 1423924 h 1423923"/>
              <a:gd name="connsiteX2" fmla="*/ 792417 w 792416"/>
              <a:gd name="connsiteY2" fmla="*/ 838200 h 1423923"/>
            </a:gdLst>
            <a:ahLst/>
            <a:cxnLst>
              <a:cxn ang="0">
                <a:pos x="connsiteX0" y="connsiteY0"/>
              </a:cxn>
              <a:cxn ang="0">
                <a:pos x="connsiteX1" y="connsiteY1"/>
              </a:cxn>
              <a:cxn ang="0">
                <a:pos x="connsiteX2" y="connsiteY2"/>
              </a:cxn>
            </a:cxnLst>
            <a:rect l="l" t="t" r="r" b="b"/>
            <a:pathLst>
              <a:path w="792416" h="1423923">
                <a:moveTo>
                  <a:pt x="0" y="0"/>
                </a:moveTo>
                <a:lnTo>
                  <a:pt x="154369" y="1423924"/>
                </a:lnTo>
                <a:lnTo>
                  <a:pt x="792417" y="838200"/>
                </a:lnTo>
              </a:path>
            </a:pathLst>
          </a:custGeom>
          <a:noFill/>
          <a:ln w="31750" cap="flat">
            <a:solidFill>
              <a:srgbClr val="D7D7D7"/>
            </a:solidFill>
            <a:prstDash val="solid"/>
            <a:miter/>
          </a:ln>
        </p:spPr>
        <p:txBody>
          <a:bodyPr rtlCol="0" anchor="ctr"/>
          <a:lstStyle/>
          <a:p>
            <a:endParaRPr dirty="0"/>
          </a:p>
        </p:txBody>
      </p:sp>
      <p:sp>
        <p:nvSpPr>
          <p:cNvPr id="22" name="Freeform: Shape 21">
            <a:extLst>
              <a:ext uri="{FF2B5EF4-FFF2-40B4-BE49-F238E27FC236}">
                <a16:creationId xmlns:a16="http://schemas.microsoft.com/office/drawing/2014/main" id="{51A60209-A25B-4BBB-954C-B07419858DB4}"/>
              </a:ext>
            </a:extLst>
          </p:cNvPr>
          <p:cNvSpPr/>
          <p:nvPr/>
        </p:nvSpPr>
        <p:spPr>
          <a:xfrm>
            <a:off x="9055798" y="3482022"/>
            <a:ext cx="2436431" cy="1896236"/>
          </a:xfrm>
          <a:custGeom>
            <a:avLst/>
            <a:gdLst>
              <a:gd name="connsiteX0" fmla="*/ 2436432 w 2436431"/>
              <a:gd name="connsiteY0" fmla="*/ 969201 h 1896236"/>
              <a:gd name="connsiteX1" fmla="*/ 1367981 w 2436431"/>
              <a:gd name="connsiteY1" fmla="*/ 0 h 1896236"/>
              <a:gd name="connsiteX2" fmla="*/ 0 w 2436431"/>
              <a:gd name="connsiteY2" fmla="*/ 1896237 h 1896236"/>
            </a:gdLst>
            <a:ahLst/>
            <a:cxnLst>
              <a:cxn ang="0">
                <a:pos x="connsiteX0" y="connsiteY0"/>
              </a:cxn>
              <a:cxn ang="0">
                <a:pos x="connsiteX1" y="connsiteY1"/>
              </a:cxn>
              <a:cxn ang="0">
                <a:pos x="connsiteX2" y="connsiteY2"/>
              </a:cxn>
            </a:cxnLst>
            <a:rect l="l" t="t" r="r" b="b"/>
            <a:pathLst>
              <a:path w="2436431" h="1896236">
                <a:moveTo>
                  <a:pt x="2436432" y="969201"/>
                </a:moveTo>
                <a:lnTo>
                  <a:pt x="1367981" y="0"/>
                </a:lnTo>
                <a:lnTo>
                  <a:pt x="0" y="1896237"/>
                </a:lnTo>
              </a:path>
            </a:pathLst>
          </a:custGeom>
          <a:noFill/>
          <a:ln w="31750" cap="flat">
            <a:solidFill>
              <a:srgbClr val="D7D7D7"/>
            </a:solidFill>
            <a:prstDash val="solid"/>
            <a:miter/>
          </a:ln>
        </p:spPr>
        <p:txBody>
          <a:bodyPr rtlCol="0" anchor="ctr"/>
          <a:lstStyle/>
          <a:p>
            <a:endParaRPr dirty="0"/>
          </a:p>
        </p:txBody>
      </p:sp>
      <p:sp>
        <p:nvSpPr>
          <p:cNvPr id="23" name="Freeform: Shape 22">
            <a:extLst>
              <a:ext uri="{FF2B5EF4-FFF2-40B4-BE49-F238E27FC236}">
                <a16:creationId xmlns:a16="http://schemas.microsoft.com/office/drawing/2014/main" id="{C945BC4F-5B92-45AD-A226-2834DCD705DF}"/>
              </a:ext>
            </a:extLst>
          </p:cNvPr>
          <p:cNvSpPr/>
          <p:nvPr/>
        </p:nvSpPr>
        <p:spPr>
          <a:xfrm>
            <a:off x="9276968" y="3193542"/>
            <a:ext cx="1231328" cy="1423987"/>
          </a:xfrm>
          <a:custGeom>
            <a:avLst/>
            <a:gdLst>
              <a:gd name="connsiteX0" fmla="*/ 0 w 1231328"/>
              <a:gd name="connsiteY0" fmla="*/ 0 h 1423987"/>
              <a:gd name="connsiteX1" fmla="*/ 1146811 w 1231328"/>
              <a:gd name="connsiteY1" fmla="*/ 288480 h 1423987"/>
              <a:gd name="connsiteX2" fmla="*/ 1231329 w 1231328"/>
              <a:gd name="connsiteY2" fmla="*/ 1423987 h 1423987"/>
            </a:gdLst>
            <a:ahLst/>
            <a:cxnLst>
              <a:cxn ang="0">
                <a:pos x="connsiteX0" y="connsiteY0"/>
              </a:cxn>
              <a:cxn ang="0">
                <a:pos x="connsiteX1" y="connsiteY1"/>
              </a:cxn>
              <a:cxn ang="0">
                <a:pos x="connsiteX2" y="connsiteY2"/>
              </a:cxn>
            </a:cxnLst>
            <a:rect l="l" t="t" r="r" b="b"/>
            <a:pathLst>
              <a:path w="1231328" h="1423987">
                <a:moveTo>
                  <a:pt x="0" y="0"/>
                </a:moveTo>
                <a:lnTo>
                  <a:pt x="1146811" y="288480"/>
                </a:lnTo>
                <a:lnTo>
                  <a:pt x="1231329" y="1423987"/>
                </a:lnTo>
              </a:path>
            </a:pathLst>
          </a:custGeom>
          <a:noFill/>
          <a:ln w="31750" cap="flat">
            <a:solidFill>
              <a:srgbClr val="D7D7D7"/>
            </a:solidFill>
            <a:prstDash val="solid"/>
            <a:miter/>
          </a:ln>
        </p:spPr>
        <p:txBody>
          <a:bodyPr rtlCol="0" anchor="ctr"/>
          <a:lstStyle/>
          <a:p>
            <a:endParaRPr dirty="0"/>
          </a:p>
        </p:txBody>
      </p:sp>
      <p:sp>
        <p:nvSpPr>
          <p:cNvPr id="24" name="Freeform: Shape 23">
            <a:extLst>
              <a:ext uri="{FF2B5EF4-FFF2-40B4-BE49-F238E27FC236}">
                <a16:creationId xmlns:a16="http://schemas.microsoft.com/office/drawing/2014/main" id="{34FD279F-C0E1-47E4-873B-A10F8ED0736F}"/>
              </a:ext>
            </a:extLst>
          </p:cNvPr>
          <p:cNvSpPr/>
          <p:nvPr/>
        </p:nvSpPr>
        <p:spPr>
          <a:xfrm>
            <a:off x="10423779" y="3337623"/>
            <a:ext cx="1330896" cy="144399"/>
          </a:xfrm>
          <a:custGeom>
            <a:avLst/>
            <a:gdLst>
              <a:gd name="connsiteX0" fmla="*/ 0 w 1330896"/>
              <a:gd name="connsiteY0" fmla="*/ 144399 h 144399"/>
              <a:gd name="connsiteX1" fmla="*/ 1330897 w 1330896"/>
              <a:gd name="connsiteY1" fmla="*/ 0 h 144399"/>
            </a:gdLst>
            <a:ahLst/>
            <a:cxnLst>
              <a:cxn ang="0">
                <a:pos x="connsiteX0" y="connsiteY0"/>
              </a:cxn>
              <a:cxn ang="0">
                <a:pos x="connsiteX1" y="connsiteY1"/>
              </a:cxn>
            </a:cxnLst>
            <a:rect l="l" t="t" r="r" b="b"/>
            <a:pathLst>
              <a:path w="1330896" h="144399">
                <a:moveTo>
                  <a:pt x="0" y="144399"/>
                </a:moveTo>
                <a:lnTo>
                  <a:pt x="1330897" y="0"/>
                </a:lnTo>
              </a:path>
            </a:pathLst>
          </a:custGeom>
          <a:ln w="31750" cap="flat">
            <a:solidFill>
              <a:srgbClr val="D7D7D7"/>
            </a:solidFill>
            <a:prstDash val="solid"/>
            <a:miter/>
          </a:ln>
        </p:spPr>
        <p:txBody>
          <a:bodyPr rtlCol="0" anchor="ctr"/>
          <a:lstStyle/>
          <a:p>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idx="1" hasCustomPrompt="1"/>
          </p:nvPr>
        </p:nvSpPr>
        <p:spPr>
          <a:xfrm>
            <a:off x="355601" y="1524000"/>
            <a:ext cx="8297080" cy="4406618"/>
          </a:xfrm>
          <a:solidFill>
            <a:srgbClr val="FFFFFF">
              <a:alpha val="65000"/>
            </a:srgbClr>
          </a:solidFill>
          <a:ln w="12700">
            <a:solidFill>
              <a:srgbClr val="FF6600"/>
            </a:solidFill>
          </a:ln>
        </p:spPr>
        <p:txBody>
          <a:bodyPr rIns="228600" anchor="ctr"/>
          <a:lstStyle>
            <a:lvl1pPr marL="365760">
              <a:defRPr sz="2400" b="0" i="0"/>
            </a:lvl1pPr>
            <a:lvl2pPr marL="685800">
              <a:defRPr sz="2000" b="0" i="0"/>
            </a:lvl2pPr>
            <a:lvl3pPr marL="1005840">
              <a:defRPr sz="1800" b="0" i="0"/>
            </a:lvl3pPr>
            <a:lvl4pPr marL="1325880">
              <a:defRPr sz="1600" b="0" i="0"/>
            </a:lvl4pPr>
            <a:lvl5pPr marL="1645920">
              <a:defRPr sz="1600" b="0" i="0"/>
            </a:lvl5pPr>
            <a:lvl6pPr marL="1645920">
              <a:defRPr sz="1600"/>
            </a:lvl6pPr>
            <a:lvl7pPr marL="1645920">
              <a:defRPr sz="1600"/>
            </a:lvl7pPr>
            <a:lvl8pPr marL="1645920">
              <a:defRPr sz="1600"/>
            </a:lvl8pPr>
            <a:lvl9pPr marL="1645920">
              <a:defRPr sz="16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848816481"/>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har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Chart Layouts</a:t>
            </a:r>
          </a:p>
        </p:txBody>
      </p:sp>
    </p:spTree>
    <p:extLst>
      <p:ext uri="{BB962C8B-B14F-4D97-AF65-F5344CB8AC3E}">
        <p14:creationId xmlns:p14="http://schemas.microsoft.com/office/powerpoint/2010/main" val="2697832847"/>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hart w Header">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609600" y="1396790"/>
            <a:ext cx="10972800" cy="406400"/>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5" name="Media Placeholder 2"/>
          <p:cNvSpPr>
            <a:spLocks noGrp="1"/>
          </p:cNvSpPr>
          <p:nvPr>
            <p:ph type="media" sz="quarter" idx="31" hasCustomPrompt="1"/>
          </p:nvPr>
        </p:nvSpPr>
        <p:spPr>
          <a:xfrm>
            <a:off x="612648" y="1803190"/>
            <a:ext cx="10972800" cy="9144"/>
          </a:xfrm>
          <a:prstGeom prst="rect">
            <a:avLst/>
          </a:prstGeom>
          <a:solidFill>
            <a:schemeClr val="tx2"/>
          </a:solidFill>
        </p:spPr>
        <p:txBody>
          <a:bodyPr/>
          <a:lstStyle>
            <a:lvl1pPr marL="0" indent="0">
              <a:buNone/>
              <a:defRPr b="0" i="0"/>
            </a:lvl1pPr>
          </a:lstStyle>
          <a:p>
            <a:r>
              <a:rPr dirty="0"/>
              <a:t> </a:t>
            </a:r>
          </a:p>
        </p:txBody>
      </p:sp>
      <p:sp>
        <p:nvSpPr>
          <p:cNvPr id="4" name="Content Placeholder 3"/>
          <p:cNvSpPr>
            <a:spLocks noGrp="1"/>
          </p:cNvSpPr>
          <p:nvPr>
            <p:ph sz="quarter" idx="32" hasCustomPrompt="1"/>
          </p:nvPr>
        </p:nvSpPr>
        <p:spPr>
          <a:xfrm>
            <a:off x="609600" y="1948924"/>
            <a:ext cx="10972800" cy="4185176"/>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0"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1044524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hart or Table w Text">
    <p:spTree>
      <p:nvGrpSpPr>
        <p:cNvPr id="1" name=""/>
        <p:cNvGrpSpPr/>
        <p:nvPr/>
      </p:nvGrpSpPr>
      <p:grpSpPr>
        <a:xfrm>
          <a:off x="0" y="0"/>
          <a:ext cx="0" cy="0"/>
          <a:chOff x="0" y="0"/>
          <a:chExt cx="0" cy="0"/>
        </a:xfrm>
      </p:grpSpPr>
      <p:sp>
        <p:nvSpPr>
          <p:cNvPr id="13" name="Rectangle 12"/>
          <p:cNvSpPr/>
          <p:nvPr/>
        </p:nvSpPr>
        <p:spPr>
          <a:xfrm>
            <a:off x="1" y="1130021"/>
            <a:ext cx="7632192"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503852" y="1393326"/>
            <a:ext cx="6827520" cy="406400"/>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rPr dirty="0"/>
              <a:t>Chart Header (16 </a:t>
            </a:r>
            <a:r>
              <a:rPr dirty="0" err="1"/>
              <a:t>pt</a:t>
            </a:r>
            <a:r>
              <a:rPr dirty="0"/>
              <a:t>)</a:t>
            </a:r>
          </a:p>
        </p:txBody>
      </p:sp>
      <p:sp>
        <p:nvSpPr>
          <p:cNvPr id="25" name="Media Placeholder 2"/>
          <p:cNvSpPr>
            <a:spLocks noGrp="1"/>
          </p:cNvSpPr>
          <p:nvPr>
            <p:ph type="media" sz="quarter" idx="31" hasCustomPrompt="1"/>
          </p:nvPr>
        </p:nvSpPr>
        <p:spPr>
          <a:xfrm>
            <a:off x="503852" y="1799726"/>
            <a:ext cx="6827520" cy="9144"/>
          </a:xfrm>
          <a:prstGeom prst="rect">
            <a:avLst/>
          </a:prstGeom>
          <a:solidFill>
            <a:schemeClr val="tx2"/>
          </a:solidFill>
        </p:spPr>
        <p:txBody>
          <a:bodyPr/>
          <a:lstStyle>
            <a:lvl1pPr marL="0" indent="0">
              <a:buNone/>
              <a:defRPr b="0" i="0"/>
            </a:lvl1pPr>
          </a:lstStyle>
          <a:p>
            <a:r>
              <a:rPr dirty="0"/>
              <a:t> </a:t>
            </a:r>
          </a:p>
        </p:txBody>
      </p:sp>
      <p:sp>
        <p:nvSpPr>
          <p:cNvPr id="5" name="Content Placeholder 4"/>
          <p:cNvSpPr>
            <a:spLocks noGrp="1"/>
          </p:cNvSpPr>
          <p:nvPr>
            <p:ph sz="quarter" idx="32" hasCustomPrompt="1"/>
          </p:nvPr>
        </p:nvSpPr>
        <p:spPr>
          <a:xfrm>
            <a:off x="503852" y="1856232"/>
            <a:ext cx="6827520" cy="4299926"/>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7" name="Text Placeholder 4"/>
          <p:cNvSpPr>
            <a:spLocks noGrp="1"/>
          </p:cNvSpPr>
          <p:nvPr>
            <p:ph type="body" sz="quarter" idx="33" hasCustomPrompt="1"/>
          </p:nvPr>
        </p:nvSpPr>
        <p:spPr>
          <a:xfrm>
            <a:off x="8145128" y="1856232"/>
            <a:ext cx="3538873" cy="4299926"/>
          </a:xfrm>
        </p:spPr>
        <p:txBody>
          <a:bodyPr/>
          <a:lstStyle>
            <a:lvl1pPr marL="0" indent="0">
              <a:buFont typeface="Arial" panose="020B0604020202020204" pitchFamily="34" charset="0"/>
              <a:buChar char="​"/>
              <a:defRPr b="0" i="0"/>
            </a:lvl1pPr>
            <a:lvl2pPr marL="228600">
              <a:defRPr b="0" i="0"/>
            </a:lvl2pPr>
            <a:lvl3pPr marL="548640" indent="-228600">
              <a:defRPr b="0" i="0"/>
            </a:lvl3pPr>
            <a:lvl4pPr marL="868680">
              <a:defRPr b="0" i="0"/>
            </a:lvl4pPr>
            <a:lvl5pPr marL="1188720">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4295944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 by Side Chart and Text">
    <p:spTree>
      <p:nvGrpSpPr>
        <p:cNvPr id="1" name=""/>
        <p:cNvGrpSpPr/>
        <p:nvPr/>
      </p:nvGrpSpPr>
      <p:grpSpPr>
        <a:xfrm>
          <a:off x="0" y="0"/>
          <a:ext cx="0" cy="0"/>
          <a:chOff x="0" y="0"/>
          <a:chExt cx="0" cy="0"/>
        </a:xfrm>
      </p:grpSpPr>
      <p:sp>
        <p:nvSpPr>
          <p:cNvPr id="24" name="Rectangle 23"/>
          <p:cNvSpPr/>
          <p:nvPr/>
        </p:nvSpPr>
        <p:spPr>
          <a:xfrm>
            <a:off x="1" y="1130021"/>
            <a:ext cx="6110855"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500980" y="1385515"/>
            <a:ext cx="5096256" cy="402336"/>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5" name="Media Placeholder 2"/>
          <p:cNvSpPr>
            <a:spLocks noGrp="1"/>
          </p:cNvSpPr>
          <p:nvPr>
            <p:ph type="media" sz="quarter" idx="31" hasCustomPrompt="1"/>
          </p:nvPr>
        </p:nvSpPr>
        <p:spPr>
          <a:xfrm>
            <a:off x="500980" y="1801368"/>
            <a:ext cx="5096256" cy="9144"/>
          </a:xfrm>
          <a:prstGeom prst="rect">
            <a:avLst/>
          </a:prstGeom>
          <a:solidFill>
            <a:schemeClr val="tx2"/>
          </a:solidFill>
        </p:spPr>
        <p:txBody>
          <a:bodyPr/>
          <a:lstStyle>
            <a:lvl1pPr marL="0" indent="0">
              <a:buNone/>
              <a:defRPr b="0" i="0"/>
            </a:lvl1pPr>
          </a:lstStyle>
          <a:p>
            <a:r>
              <a:rPr dirty="0"/>
              <a:t> </a:t>
            </a:r>
          </a:p>
        </p:txBody>
      </p:sp>
      <p:sp>
        <p:nvSpPr>
          <p:cNvPr id="4" name="Content Placeholder 3"/>
          <p:cNvSpPr>
            <a:spLocks noGrp="1"/>
          </p:cNvSpPr>
          <p:nvPr>
            <p:ph sz="quarter" idx="32" hasCustomPrompt="1"/>
          </p:nvPr>
        </p:nvSpPr>
        <p:spPr>
          <a:xfrm>
            <a:off x="498765" y="1854288"/>
            <a:ext cx="5098473" cy="4279812"/>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3" hasCustomPrompt="1"/>
          </p:nvPr>
        </p:nvSpPr>
        <p:spPr>
          <a:xfrm>
            <a:off x="6587744" y="1854288"/>
            <a:ext cx="5096256" cy="4279810"/>
          </a:xfrm>
        </p:spPr>
        <p:txBody>
          <a:bodyPr/>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2370953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de by Side Charts on Gray Bkg">
    <p:spTree>
      <p:nvGrpSpPr>
        <p:cNvPr id="1" name=""/>
        <p:cNvGrpSpPr/>
        <p:nvPr/>
      </p:nvGrpSpPr>
      <p:grpSpPr>
        <a:xfrm>
          <a:off x="0" y="0"/>
          <a:ext cx="0" cy="0"/>
          <a:chOff x="0" y="0"/>
          <a:chExt cx="0" cy="0"/>
        </a:xfrm>
      </p:grpSpPr>
      <p:sp>
        <p:nvSpPr>
          <p:cNvPr id="33" name="Rectangle 32"/>
          <p:cNvSpPr/>
          <p:nvPr/>
        </p:nvSpPr>
        <p:spPr>
          <a:xfrm>
            <a:off x="6096000" y="1130021"/>
            <a:ext cx="6096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4" name="Rectangle 23"/>
          <p:cNvSpPr/>
          <p:nvPr/>
        </p:nvSpPr>
        <p:spPr>
          <a:xfrm>
            <a:off x="0" y="1130021"/>
            <a:ext cx="6096000" cy="5194579"/>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500980" y="1385515"/>
            <a:ext cx="5096256" cy="402336"/>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5" name="Media Placeholder 2"/>
          <p:cNvSpPr>
            <a:spLocks noGrp="1"/>
          </p:cNvSpPr>
          <p:nvPr>
            <p:ph type="media" sz="quarter" idx="31" hasCustomPrompt="1"/>
          </p:nvPr>
        </p:nvSpPr>
        <p:spPr>
          <a:xfrm>
            <a:off x="500980" y="1801368"/>
            <a:ext cx="5096256" cy="9144"/>
          </a:xfrm>
          <a:prstGeom prst="rect">
            <a:avLst/>
          </a:prstGeom>
          <a:solidFill>
            <a:schemeClr val="tx2"/>
          </a:solidFill>
        </p:spPr>
        <p:txBody>
          <a:bodyPr/>
          <a:lstStyle>
            <a:lvl1pPr marL="0" indent="0">
              <a:buNone/>
              <a:defRPr b="0" i="0"/>
            </a:lvl1pPr>
          </a:lstStyle>
          <a:p>
            <a:r>
              <a:rPr dirty="0"/>
              <a:t> </a:t>
            </a:r>
          </a:p>
        </p:txBody>
      </p:sp>
      <p:sp>
        <p:nvSpPr>
          <p:cNvPr id="10" name="Content Placeholder 9"/>
          <p:cNvSpPr>
            <a:spLocks noGrp="1"/>
          </p:cNvSpPr>
          <p:nvPr>
            <p:ph sz="quarter" idx="18" hasCustomPrompt="1"/>
          </p:nvPr>
        </p:nvSpPr>
        <p:spPr>
          <a:xfrm>
            <a:off x="498765" y="1854288"/>
            <a:ext cx="5098473" cy="4279813"/>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23" name="Text Placeholder 13"/>
          <p:cNvSpPr>
            <a:spLocks noGrp="1"/>
          </p:cNvSpPr>
          <p:nvPr>
            <p:ph type="body" sz="quarter" idx="19" hasCustomPrompt="1"/>
          </p:nvPr>
        </p:nvSpPr>
        <p:spPr>
          <a:xfrm>
            <a:off x="6587744" y="1385515"/>
            <a:ext cx="5096256" cy="402336"/>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6" name="Media Placeholder 2"/>
          <p:cNvSpPr>
            <a:spLocks noGrp="1"/>
          </p:cNvSpPr>
          <p:nvPr>
            <p:ph type="media" sz="quarter" idx="32" hasCustomPrompt="1"/>
          </p:nvPr>
        </p:nvSpPr>
        <p:spPr>
          <a:xfrm>
            <a:off x="6587744" y="1801368"/>
            <a:ext cx="5096256" cy="9144"/>
          </a:xfrm>
          <a:prstGeom prst="rect">
            <a:avLst/>
          </a:prstGeom>
          <a:solidFill>
            <a:schemeClr val="tx2"/>
          </a:solidFill>
        </p:spPr>
        <p:txBody>
          <a:bodyPr/>
          <a:lstStyle>
            <a:lvl1pPr marL="0" indent="0">
              <a:buNone/>
              <a:defRPr b="0" i="0"/>
            </a:lvl1pPr>
          </a:lstStyle>
          <a:p>
            <a:r>
              <a:rPr dirty="0"/>
              <a:t> </a:t>
            </a:r>
          </a:p>
        </p:txBody>
      </p:sp>
      <p:sp>
        <p:nvSpPr>
          <p:cNvPr id="4" name="Content Placeholder 3"/>
          <p:cNvSpPr>
            <a:spLocks noGrp="1"/>
          </p:cNvSpPr>
          <p:nvPr>
            <p:ph sz="quarter" idx="17" hasCustomPrompt="1"/>
          </p:nvPr>
        </p:nvSpPr>
        <p:spPr>
          <a:xfrm>
            <a:off x="6587744" y="1854288"/>
            <a:ext cx="5096256" cy="4279812"/>
          </a:xfrm>
        </p:spPr>
        <p:txBody>
          <a:bodyPr>
            <a:normAutofit/>
          </a:bodyPr>
          <a:lstStyle>
            <a:lvl1pPr>
              <a:defRPr sz="2000" b="0" i="0"/>
            </a:lvl1pPr>
            <a:lvl2pPr>
              <a:defRPr sz="1800" b="0" i="0"/>
            </a:lvl2pPr>
            <a:lvl3pPr>
              <a:defRPr sz="1600" b="0" i="0"/>
            </a:lvl3pPr>
            <a:lvl4pPr>
              <a:defRPr sz="1400" b="0" i="0"/>
            </a:lvl4pPr>
            <a:lvl5pPr>
              <a:defRPr sz="1400"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39402643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 Illustration Bkg">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pic>
        <p:nvPicPr>
          <p:cNvPr id="12" name="Picture 11"/>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l="36016" t="-1189" r="-2466" b="1189"/>
          <a:stretch/>
        </p:blipFill>
        <p:spPr>
          <a:xfrm>
            <a:off x="7673" y="1725837"/>
            <a:ext cx="4155554" cy="4598762"/>
          </a:xfrm>
          <a:prstGeom prst="rect">
            <a:avLst/>
          </a:prstGeom>
        </p:spPr>
      </p:pic>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3395133" y="1385515"/>
            <a:ext cx="8288867" cy="402336"/>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5" name="Media Placeholder 2"/>
          <p:cNvSpPr>
            <a:spLocks noGrp="1"/>
          </p:cNvSpPr>
          <p:nvPr>
            <p:ph type="media" sz="quarter" idx="31" hasCustomPrompt="1"/>
          </p:nvPr>
        </p:nvSpPr>
        <p:spPr>
          <a:xfrm>
            <a:off x="3393440" y="1801368"/>
            <a:ext cx="8290560" cy="9144"/>
          </a:xfrm>
          <a:prstGeom prst="rect">
            <a:avLst/>
          </a:prstGeom>
          <a:solidFill>
            <a:schemeClr val="tx2"/>
          </a:solidFill>
        </p:spPr>
        <p:txBody>
          <a:bodyPr/>
          <a:lstStyle>
            <a:lvl1pPr marL="0" indent="0">
              <a:buNone/>
              <a:defRPr b="0" i="0"/>
            </a:lvl1pPr>
          </a:lstStyle>
          <a:p>
            <a:r>
              <a:rPr dirty="0"/>
              <a:t> </a:t>
            </a:r>
          </a:p>
        </p:txBody>
      </p:sp>
      <p:sp>
        <p:nvSpPr>
          <p:cNvPr id="5" name="Content Placeholder 4"/>
          <p:cNvSpPr>
            <a:spLocks noGrp="1"/>
          </p:cNvSpPr>
          <p:nvPr>
            <p:ph sz="quarter" idx="32" hasCustomPrompt="1"/>
          </p:nvPr>
        </p:nvSpPr>
        <p:spPr>
          <a:xfrm>
            <a:off x="3395133" y="1834176"/>
            <a:ext cx="8288867" cy="4299925"/>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1"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5458937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 Chart Columns w Text">
    <p:spTree>
      <p:nvGrpSpPr>
        <p:cNvPr id="1" name=""/>
        <p:cNvGrpSpPr/>
        <p:nvPr/>
      </p:nvGrpSpPr>
      <p:grpSpPr>
        <a:xfrm>
          <a:off x="0" y="0"/>
          <a:ext cx="0" cy="0"/>
          <a:chOff x="0" y="0"/>
          <a:chExt cx="0" cy="0"/>
        </a:xfrm>
      </p:grpSpPr>
      <p:sp>
        <p:nvSpPr>
          <p:cNvPr id="13" name="Rectangle 12"/>
          <p:cNvSpPr/>
          <p:nvPr/>
        </p:nvSpPr>
        <p:spPr>
          <a:xfrm>
            <a:off x="1" y="1130021"/>
            <a:ext cx="7990627"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4" name="Rectangle 23"/>
          <p:cNvSpPr/>
          <p:nvPr/>
        </p:nvSpPr>
        <p:spPr>
          <a:xfrm>
            <a:off x="1" y="1130021"/>
            <a:ext cx="4186787" cy="5194579"/>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3" name="Title 2"/>
          <p:cNvSpPr>
            <a:spLocks noGrp="1"/>
          </p:cNvSpPr>
          <p:nvPr>
            <p:ph type="title"/>
          </p:nvPr>
        </p:nvSpPr>
        <p:spPr/>
        <p:txBody>
          <a:bodyPr/>
          <a:lstStyle>
            <a:lvl1pPr>
              <a:defRPr b="0" i="0"/>
            </a:lvl1pPr>
          </a:lstStyle>
          <a:p>
            <a:r>
              <a:rPr lang="en-US"/>
              <a:t>Click to edit Master title style</a:t>
            </a:r>
            <a:endParaRPr/>
          </a:p>
        </p:txBody>
      </p:sp>
      <p:sp>
        <p:nvSpPr>
          <p:cNvPr id="19" name="Text Placeholder 13"/>
          <p:cNvSpPr>
            <a:spLocks noGrp="1"/>
          </p:cNvSpPr>
          <p:nvPr>
            <p:ph type="body" sz="quarter" idx="14" hasCustomPrompt="1"/>
          </p:nvPr>
        </p:nvSpPr>
        <p:spPr>
          <a:xfrm>
            <a:off x="503852" y="1393326"/>
            <a:ext cx="3535680" cy="406400"/>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25" name="Media Placeholder 2"/>
          <p:cNvSpPr>
            <a:spLocks noGrp="1"/>
          </p:cNvSpPr>
          <p:nvPr>
            <p:ph type="media" sz="quarter" idx="31" hasCustomPrompt="1"/>
          </p:nvPr>
        </p:nvSpPr>
        <p:spPr>
          <a:xfrm>
            <a:off x="503852" y="1799726"/>
            <a:ext cx="3535680" cy="9144"/>
          </a:xfrm>
          <a:prstGeom prst="rect">
            <a:avLst/>
          </a:prstGeom>
          <a:solidFill>
            <a:schemeClr val="tx2"/>
          </a:solidFill>
        </p:spPr>
        <p:txBody>
          <a:bodyPr/>
          <a:lstStyle>
            <a:lvl1pPr marL="0" indent="0">
              <a:buNone/>
              <a:defRPr b="0" i="0"/>
            </a:lvl1pPr>
          </a:lstStyle>
          <a:p>
            <a:r>
              <a:rPr dirty="0"/>
              <a:t> </a:t>
            </a:r>
          </a:p>
        </p:txBody>
      </p:sp>
      <p:sp>
        <p:nvSpPr>
          <p:cNvPr id="4" name="Content Placeholder 3"/>
          <p:cNvSpPr>
            <a:spLocks noGrp="1"/>
          </p:cNvSpPr>
          <p:nvPr>
            <p:ph sz="quarter" idx="32" hasCustomPrompt="1"/>
          </p:nvPr>
        </p:nvSpPr>
        <p:spPr>
          <a:xfrm>
            <a:off x="503852" y="1856232"/>
            <a:ext cx="3535680" cy="4274422"/>
          </a:xfrm>
        </p:spPr>
        <p:txBody>
          <a:bodyPr>
            <a:normAutofit/>
          </a:bodyPr>
          <a:lstStyle>
            <a:lvl1pPr>
              <a:defRPr sz="2000" b="0" i="0"/>
            </a:lvl1pPr>
            <a:lvl2pPr>
              <a:defRPr sz="1800" b="0" i="0"/>
            </a:lvl2pPr>
            <a:lvl3pPr>
              <a:defRPr sz="1600" b="0" i="0"/>
            </a:lvl3pPr>
            <a:lvl4pPr>
              <a:defRPr sz="1200"/>
            </a:lvl4pPr>
            <a:lvl5pPr>
              <a:defRPr sz="1200"/>
            </a:lvl5pPr>
            <a:lvl6pPr>
              <a:defRPr sz="1200"/>
            </a:lvl6pPr>
            <a:lvl7pPr>
              <a:defRPr sz="1200"/>
            </a:lvl7pPr>
            <a:lvl8pPr>
              <a:defRPr sz="1200"/>
            </a:lvl8pPr>
            <a:lvl9pPr>
              <a:defRPr sz="1200"/>
            </a:lvl9pPr>
          </a:lstStyle>
          <a:p>
            <a:pPr lvl="0"/>
            <a:r>
              <a:t>Click to add text or choose an icon below to insert other content</a:t>
            </a:r>
          </a:p>
          <a:p>
            <a:pPr lvl="1"/>
            <a:r>
              <a:t>Second level</a:t>
            </a:r>
          </a:p>
          <a:p>
            <a:pPr lvl="2"/>
            <a:r>
              <a:t>Third level</a:t>
            </a:r>
          </a:p>
        </p:txBody>
      </p:sp>
      <p:sp>
        <p:nvSpPr>
          <p:cNvPr id="14" name="Text Placeholder 13"/>
          <p:cNvSpPr>
            <a:spLocks noGrp="1"/>
          </p:cNvSpPr>
          <p:nvPr>
            <p:ph type="body" sz="quarter" idx="33" hasCustomPrompt="1"/>
          </p:nvPr>
        </p:nvSpPr>
        <p:spPr>
          <a:xfrm>
            <a:off x="4321548" y="1393326"/>
            <a:ext cx="3535680" cy="406400"/>
          </a:xfrm>
        </p:spPr>
        <p:txBody>
          <a:bodyPr anchor="ctr">
            <a:noAutofit/>
          </a:bodyPr>
          <a:lstStyle>
            <a:lvl1pPr marL="0" indent="0" algn="ctr">
              <a:lnSpc>
                <a:spcPct val="100000"/>
              </a:lnSpc>
              <a:spcBef>
                <a:spcPts val="0"/>
              </a:spcBef>
              <a:buNone/>
              <a:defRPr sz="1600" b="0" i="0"/>
            </a:lvl1pPr>
            <a:lvl2pPr marL="0" indent="0" algn="ctr">
              <a:lnSpc>
                <a:spcPct val="100000"/>
              </a:lnSpc>
              <a:spcBef>
                <a:spcPts val="0"/>
              </a:spcBef>
              <a:buNone/>
              <a:defRPr sz="1600"/>
            </a:lvl2pPr>
            <a:lvl3pPr marL="0" indent="0" algn="ctr">
              <a:lnSpc>
                <a:spcPct val="100000"/>
              </a:lnSpc>
              <a:spcBef>
                <a:spcPts val="0"/>
              </a:spcBef>
              <a:buNone/>
              <a:defRPr sz="1600"/>
            </a:lvl3pPr>
            <a:lvl4pPr marL="0" indent="0" algn="ctr">
              <a:lnSpc>
                <a:spcPct val="100000"/>
              </a:lnSpc>
              <a:spcBef>
                <a:spcPts val="0"/>
              </a:spcBef>
              <a:buNone/>
              <a:defRPr sz="1600"/>
            </a:lvl4pPr>
            <a:lvl5pPr marL="0" indent="0" algn="ctr">
              <a:lnSpc>
                <a:spcPct val="100000"/>
              </a:lnSpc>
              <a:spcBef>
                <a:spcPts val="0"/>
              </a:spcBef>
              <a:buNone/>
              <a:defRPr sz="1600"/>
            </a:lvl5pPr>
            <a:lvl6pPr marL="0" indent="0" algn="ctr">
              <a:lnSpc>
                <a:spcPct val="100000"/>
              </a:lnSpc>
              <a:spcBef>
                <a:spcPts val="0"/>
              </a:spcBef>
              <a:buNone/>
              <a:defRPr sz="1600"/>
            </a:lvl6pPr>
            <a:lvl7pPr marL="0" indent="0" algn="ctr">
              <a:lnSpc>
                <a:spcPct val="100000"/>
              </a:lnSpc>
              <a:spcBef>
                <a:spcPts val="0"/>
              </a:spcBef>
              <a:buNone/>
              <a:defRPr sz="1600"/>
            </a:lvl7pPr>
            <a:lvl8pPr marL="0" indent="0" algn="ctr">
              <a:lnSpc>
                <a:spcPct val="100000"/>
              </a:lnSpc>
              <a:spcBef>
                <a:spcPts val="0"/>
              </a:spcBef>
              <a:buNone/>
              <a:defRPr sz="1600"/>
            </a:lvl8pPr>
            <a:lvl9pPr marL="0" indent="0" algn="ctr">
              <a:lnSpc>
                <a:spcPct val="100000"/>
              </a:lnSpc>
              <a:spcBef>
                <a:spcPts val="0"/>
              </a:spcBef>
              <a:buNone/>
              <a:defRPr sz="1600"/>
            </a:lvl9pPr>
          </a:lstStyle>
          <a:p>
            <a:pPr lvl="0"/>
            <a:r>
              <a:t>Chart Header (16 pt)</a:t>
            </a:r>
          </a:p>
        </p:txBody>
      </p:sp>
      <p:sp>
        <p:nvSpPr>
          <p:cNvPr id="15" name="Media Placeholder 2"/>
          <p:cNvSpPr>
            <a:spLocks noGrp="1"/>
          </p:cNvSpPr>
          <p:nvPr>
            <p:ph type="media" sz="quarter" idx="34" hasCustomPrompt="1"/>
          </p:nvPr>
        </p:nvSpPr>
        <p:spPr>
          <a:xfrm>
            <a:off x="4321548" y="1799726"/>
            <a:ext cx="3535680" cy="9144"/>
          </a:xfrm>
          <a:prstGeom prst="rect">
            <a:avLst/>
          </a:prstGeom>
          <a:solidFill>
            <a:schemeClr val="tx2"/>
          </a:solidFill>
        </p:spPr>
        <p:txBody>
          <a:bodyPr/>
          <a:lstStyle>
            <a:lvl1pPr marL="0" indent="0">
              <a:buNone/>
              <a:defRPr b="0" i="0"/>
            </a:lvl1pPr>
          </a:lstStyle>
          <a:p>
            <a:r>
              <a:rPr dirty="0"/>
              <a:t> </a:t>
            </a:r>
          </a:p>
        </p:txBody>
      </p:sp>
      <p:sp>
        <p:nvSpPr>
          <p:cNvPr id="16" name="Content Placeholder 3"/>
          <p:cNvSpPr>
            <a:spLocks noGrp="1"/>
          </p:cNvSpPr>
          <p:nvPr>
            <p:ph sz="quarter" idx="35" hasCustomPrompt="1"/>
          </p:nvPr>
        </p:nvSpPr>
        <p:spPr>
          <a:xfrm>
            <a:off x="4321548" y="1856232"/>
            <a:ext cx="3535680" cy="4274421"/>
          </a:xfrm>
        </p:spPr>
        <p:txBody>
          <a:bodyPr>
            <a:normAutofit/>
          </a:bodyPr>
          <a:lstStyle>
            <a:lvl1pPr>
              <a:defRPr sz="2000" b="0" i="0"/>
            </a:lvl1pPr>
            <a:lvl2pPr>
              <a:defRPr sz="1800" b="0" i="0"/>
            </a:lvl2pPr>
            <a:lvl3pPr>
              <a:defRPr sz="1600" b="0" i="0"/>
            </a:lvl3pPr>
            <a:lvl4pPr>
              <a:defRPr sz="1200"/>
            </a:lvl4pPr>
            <a:lvl5pPr>
              <a:defRPr sz="1200"/>
            </a:lvl5pPr>
            <a:lvl6pPr>
              <a:defRPr sz="1200"/>
            </a:lvl6pPr>
            <a:lvl7pPr>
              <a:defRPr sz="1200"/>
            </a:lvl7pPr>
            <a:lvl8pPr>
              <a:defRPr sz="1200"/>
            </a:lvl8pPr>
            <a:lvl9pPr>
              <a:defRPr sz="1200"/>
            </a:lvl9pPr>
          </a:lstStyle>
          <a:p>
            <a:pPr lvl="0"/>
            <a:r>
              <a:t>Click to add text or choose an icon below to insert other content</a:t>
            </a:r>
          </a:p>
          <a:p>
            <a:pPr lvl="1"/>
            <a:r>
              <a:t>Second level</a:t>
            </a:r>
          </a:p>
          <a:p>
            <a:pPr lvl="2"/>
            <a:r>
              <a:t>Third level</a:t>
            </a:r>
          </a:p>
        </p:txBody>
      </p:sp>
      <p:sp>
        <p:nvSpPr>
          <p:cNvPr id="18" name="Text Placeholder 4"/>
          <p:cNvSpPr>
            <a:spLocks noGrp="1"/>
          </p:cNvSpPr>
          <p:nvPr>
            <p:ph type="body" sz="quarter" idx="36" hasCustomPrompt="1"/>
          </p:nvPr>
        </p:nvSpPr>
        <p:spPr>
          <a:xfrm>
            <a:off x="8145128" y="1856232"/>
            <a:ext cx="3538873" cy="4277868"/>
          </a:xfrm>
        </p:spPr>
        <p:txBody>
          <a:bodyPr/>
          <a:lstStyle>
            <a:lvl1pPr marL="0" indent="0">
              <a:buFont typeface="Arial" panose="020B0604020202020204" pitchFamily="34" charset="0"/>
              <a:buChar char="​"/>
              <a:defRPr b="0" i="0"/>
            </a:lvl1pPr>
            <a:lvl2pPr marL="228600">
              <a:defRPr b="0" i="0"/>
            </a:lvl2pPr>
            <a:lvl3pPr marL="548640" indent="-228600">
              <a:defRPr b="0" i="0"/>
            </a:lvl3pPr>
            <a:lvl4pPr marL="868680">
              <a:defRPr b="0" i="0"/>
            </a:lvl4pPr>
            <a:lvl5pPr marL="1188720">
              <a:defRPr b="0" i="0"/>
            </a:lvl5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
        <p:nvSpPr>
          <p:cNvPr id="17" name="Text Placeholder 7"/>
          <p:cNvSpPr>
            <a:spLocks noGrp="1"/>
          </p:cNvSpPr>
          <p:nvPr>
            <p:ph type="body" sz="quarter" idx="13" hasCustomPrompt="1"/>
          </p:nvPr>
        </p:nvSpPr>
        <p:spPr>
          <a:xfrm>
            <a:off x="550069" y="6333336"/>
            <a:ext cx="9634062" cy="239650"/>
          </a:xfrm>
        </p:spPr>
        <p:txBody>
          <a:bodyPr lIns="91440" rIns="91440" anchor="b">
            <a:normAutofit/>
          </a:bodyPr>
          <a:lstStyle>
            <a:lvl1pPr marL="0" indent="0">
              <a:lnSpc>
                <a:spcPct val="90000"/>
              </a:lnSpc>
              <a:spcBef>
                <a:spcPts val="0"/>
              </a:spcBef>
              <a:buNone/>
              <a:defRPr sz="600" b="0" i="0">
                <a:solidFill>
                  <a:srgbClr val="797979"/>
                </a:solidFill>
              </a:defRPr>
            </a:lvl1pPr>
            <a:lvl2pPr marL="0" indent="0">
              <a:spcBef>
                <a:spcPts val="0"/>
              </a:spcBef>
              <a:buNone/>
              <a:defRPr sz="600">
                <a:solidFill>
                  <a:srgbClr val="797979"/>
                </a:solidFill>
              </a:defRPr>
            </a:lvl2pPr>
            <a:lvl3pPr marL="0" indent="0">
              <a:spcBef>
                <a:spcPts val="0"/>
              </a:spcBef>
              <a:buNone/>
              <a:defRPr sz="600">
                <a:solidFill>
                  <a:srgbClr val="797979"/>
                </a:solidFill>
              </a:defRPr>
            </a:lvl3pPr>
            <a:lvl4pPr marL="0" indent="0">
              <a:spcBef>
                <a:spcPts val="0"/>
              </a:spcBef>
              <a:buNone/>
              <a:defRPr sz="600">
                <a:solidFill>
                  <a:srgbClr val="797979"/>
                </a:solidFill>
              </a:defRPr>
            </a:lvl4pPr>
            <a:lvl5pPr marL="0" indent="0">
              <a:spcBef>
                <a:spcPts val="0"/>
              </a:spcBef>
              <a:buNone/>
              <a:defRPr sz="600">
                <a:solidFill>
                  <a:srgbClr val="797979"/>
                </a:solidFill>
              </a:defRPr>
            </a:lvl5pPr>
            <a:lvl6pPr marL="0" indent="0">
              <a:spcBef>
                <a:spcPts val="0"/>
              </a:spcBef>
              <a:buNone/>
              <a:defRPr sz="600">
                <a:solidFill>
                  <a:srgbClr val="797979"/>
                </a:solidFill>
              </a:defRPr>
            </a:lvl6pPr>
            <a:lvl7pPr marL="0" indent="0">
              <a:spcBef>
                <a:spcPts val="0"/>
              </a:spcBef>
              <a:buNone/>
              <a:defRPr sz="600">
                <a:solidFill>
                  <a:srgbClr val="797979"/>
                </a:solidFill>
              </a:defRPr>
            </a:lvl7pPr>
            <a:lvl8pPr marL="0" indent="0">
              <a:spcBef>
                <a:spcPts val="0"/>
              </a:spcBef>
              <a:buNone/>
              <a:defRPr sz="600">
                <a:solidFill>
                  <a:srgbClr val="797979"/>
                </a:solidFill>
              </a:defRPr>
            </a:lvl8pPr>
            <a:lvl9pPr marL="0" indent="0">
              <a:spcBef>
                <a:spcPts val="0"/>
              </a:spcBef>
              <a:buNone/>
              <a:defRPr sz="600">
                <a:solidFill>
                  <a:srgbClr val="797979"/>
                </a:solidFill>
              </a:defRPr>
            </a:lvl9pPr>
          </a:lstStyle>
          <a:p>
            <a:pPr lvl="0"/>
            <a:r>
              <a:t>*Footnote/source info goes here. </a:t>
            </a:r>
          </a:p>
        </p:txBody>
      </p:sp>
    </p:spTree>
    <p:extLst>
      <p:ext uri="{BB962C8B-B14F-4D97-AF65-F5344CB8AC3E}">
        <p14:creationId xmlns:p14="http://schemas.microsoft.com/office/powerpoint/2010/main" val="1392656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oxed Text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Boxed Text Layouts</a:t>
            </a:r>
          </a:p>
        </p:txBody>
      </p:sp>
    </p:spTree>
    <p:extLst>
      <p:ext uri="{BB962C8B-B14F-4D97-AF65-F5344CB8AC3E}">
        <p14:creationId xmlns:p14="http://schemas.microsoft.com/office/powerpoint/2010/main" val="2275512727"/>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2 Graphics">
    <p:spTree>
      <p:nvGrpSpPr>
        <p:cNvPr id="1" name=""/>
        <p:cNvGrpSpPr/>
        <p:nvPr/>
      </p:nvGrpSpPr>
      <p:grpSpPr>
        <a:xfrm>
          <a:off x="0" y="0"/>
          <a:ext cx="0" cy="0"/>
          <a:chOff x="0" y="0"/>
          <a:chExt cx="0" cy="0"/>
        </a:xfrm>
      </p:grpSpPr>
      <p:sp>
        <p:nvSpPr>
          <p:cNvPr id="13" name="Rectangle 12"/>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30" name="Rectangle 29"/>
          <p:cNvSpPr/>
          <p:nvPr/>
        </p:nvSpPr>
        <p:spPr>
          <a:xfrm>
            <a:off x="590284" y="1388176"/>
            <a:ext cx="5213351" cy="474592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6" name="Rectangle 5"/>
          <p:cNvSpPr/>
          <p:nvPr/>
        </p:nvSpPr>
        <p:spPr>
          <a:xfrm>
            <a:off x="6392441" y="1380680"/>
            <a:ext cx="5213351" cy="47534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9" name="Content Placeholder 8"/>
          <p:cNvSpPr>
            <a:spLocks noGrp="1"/>
          </p:cNvSpPr>
          <p:nvPr>
            <p:ph sz="quarter" idx="13" hasCustomPrompt="1"/>
          </p:nvPr>
        </p:nvSpPr>
        <p:spPr>
          <a:xfrm>
            <a:off x="726810" y="1524000"/>
            <a:ext cx="4940300" cy="4474274"/>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5" name="Content Placeholder 8"/>
          <p:cNvSpPr>
            <a:spLocks noGrp="1"/>
          </p:cNvSpPr>
          <p:nvPr>
            <p:ph sz="quarter" idx="14" hasCustomPrompt="1"/>
          </p:nvPr>
        </p:nvSpPr>
        <p:spPr>
          <a:xfrm>
            <a:off x="6540501" y="1526237"/>
            <a:ext cx="4940300" cy="4474274"/>
          </a:xfrm>
        </p:spPr>
        <p:txBody>
          <a:bodyPr/>
          <a:lstStyle>
            <a:lvl1pPr>
              <a:defRPr b="0" i="0"/>
            </a:lvl1pPr>
            <a:lvl2pPr>
              <a:defRPr b="0" i="0"/>
            </a:lvl2pPr>
            <a:lvl3pPr>
              <a:defRPr b="0" i="0"/>
            </a:lvl3pPr>
            <a:lvl4pPr>
              <a:defRPr b="0" i="0"/>
            </a:lvl4pPr>
            <a:lvl5pPr>
              <a:defRPr b="0" i="0"/>
            </a:lvl5pPr>
          </a:lstStyle>
          <a:p>
            <a:pPr lvl="0"/>
            <a:r>
              <a:t>Click to add text or choose an icon below to insert other content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969756715"/>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4 Text Boxes">
    <p:spTree>
      <p:nvGrpSpPr>
        <p:cNvPr id="1" name=""/>
        <p:cNvGrpSpPr/>
        <p:nvPr/>
      </p:nvGrpSpPr>
      <p:grpSpPr>
        <a:xfrm>
          <a:off x="0" y="0"/>
          <a:ext cx="0" cy="0"/>
          <a:chOff x="0" y="0"/>
          <a:chExt cx="0" cy="0"/>
        </a:xfrm>
      </p:grpSpPr>
      <p:sp>
        <p:nvSpPr>
          <p:cNvPr id="9" name="Rectangle 8"/>
          <p:cNvSpPr/>
          <p:nvPr/>
        </p:nvSpPr>
        <p:spPr>
          <a:xfrm>
            <a:off x="1692225" y="1828800"/>
            <a:ext cx="3793446" cy="3619500"/>
          </a:xfrm>
          <a:prstGeom prst="rect">
            <a:avLst/>
          </a:prstGeom>
          <a:solidFill>
            <a:srgbClr val="FFFFFF"/>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10" name="Rectangle 9"/>
          <p:cNvSpPr/>
          <p:nvPr/>
        </p:nvSpPr>
        <p:spPr>
          <a:xfrm>
            <a:off x="6715330" y="1828800"/>
            <a:ext cx="3793446" cy="3619500"/>
          </a:xfrm>
          <a:prstGeom prst="rect">
            <a:avLst/>
          </a:prstGeom>
          <a:solidFill>
            <a:srgbClr val="FFFFFF"/>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2264421" y="2056792"/>
            <a:ext cx="2649054" cy="1239466"/>
          </a:xfrm>
        </p:spPr>
        <p:txBody>
          <a:bodyPr anchor="ctr">
            <a:noAutofit/>
          </a:bodyPr>
          <a:lstStyle>
            <a:lvl1pPr marL="0" indent="0" algn="ctr">
              <a:lnSpc>
                <a:spcPct val="100000"/>
              </a:lnSpc>
              <a:spcBef>
                <a:spcPts val="0"/>
              </a:spcBef>
              <a:buNone/>
              <a:defRPr sz="1800" b="0" i="0"/>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rPr dirty="0"/>
              <a:t>Click to add text</a:t>
            </a:r>
          </a:p>
        </p:txBody>
      </p:sp>
      <p:sp>
        <p:nvSpPr>
          <p:cNvPr id="35" name="Media Placeholder 2"/>
          <p:cNvSpPr>
            <a:spLocks noGrp="1"/>
          </p:cNvSpPr>
          <p:nvPr>
            <p:ph type="media" sz="quarter" idx="31" hasCustomPrompt="1"/>
          </p:nvPr>
        </p:nvSpPr>
        <p:spPr>
          <a:xfrm>
            <a:off x="2264421" y="3611118"/>
            <a:ext cx="2649054" cy="9144"/>
          </a:xfrm>
          <a:prstGeom prst="rect">
            <a:avLst/>
          </a:prstGeom>
          <a:solidFill>
            <a:srgbClr val="FF6600"/>
          </a:solidFill>
        </p:spPr>
        <p:txBody>
          <a:bodyPr/>
          <a:lstStyle>
            <a:lvl1pPr marL="0" indent="0">
              <a:buNone/>
              <a:defRPr b="0" i="0"/>
            </a:lvl1pPr>
          </a:lstStyle>
          <a:p>
            <a:r>
              <a:rPr dirty="0"/>
              <a:t> </a:t>
            </a:r>
          </a:p>
        </p:txBody>
      </p:sp>
      <p:sp>
        <p:nvSpPr>
          <p:cNvPr id="39" name="Text Placeholder 13"/>
          <p:cNvSpPr>
            <a:spLocks noGrp="1"/>
          </p:cNvSpPr>
          <p:nvPr>
            <p:ph type="body" sz="quarter" idx="35" hasCustomPrompt="1"/>
          </p:nvPr>
        </p:nvSpPr>
        <p:spPr>
          <a:xfrm>
            <a:off x="2264421" y="3980842"/>
            <a:ext cx="2649054" cy="1239466"/>
          </a:xfrm>
        </p:spPr>
        <p:txBody>
          <a:bodyPr anchor="ctr">
            <a:noAutofit/>
          </a:bodyPr>
          <a:lstStyle>
            <a:lvl1pPr marL="0" indent="0" algn="ctr">
              <a:lnSpc>
                <a:spcPct val="100000"/>
              </a:lnSpc>
              <a:spcBef>
                <a:spcPts val="0"/>
              </a:spcBef>
              <a:buNone/>
              <a:defRPr sz="1800" b="0" i="0"/>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40" name="Text Placeholder 13"/>
          <p:cNvSpPr>
            <a:spLocks noGrp="1"/>
          </p:cNvSpPr>
          <p:nvPr>
            <p:ph type="body" sz="quarter" idx="36" hasCustomPrompt="1"/>
          </p:nvPr>
        </p:nvSpPr>
        <p:spPr>
          <a:xfrm>
            <a:off x="7287525" y="2056792"/>
            <a:ext cx="2649054" cy="1239466"/>
          </a:xfrm>
        </p:spPr>
        <p:txBody>
          <a:bodyPr anchor="ctr">
            <a:noAutofit/>
          </a:bodyPr>
          <a:lstStyle>
            <a:lvl1pPr marL="0" indent="0" algn="ctr">
              <a:lnSpc>
                <a:spcPct val="100000"/>
              </a:lnSpc>
              <a:spcBef>
                <a:spcPts val="0"/>
              </a:spcBef>
              <a:buNone/>
              <a:defRPr sz="1800" b="0" i="0"/>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38" name="Media Placeholder 2"/>
          <p:cNvSpPr>
            <a:spLocks noGrp="1"/>
          </p:cNvSpPr>
          <p:nvPr>
            <p:ph type="media" sz="quarter" idx="34" hasCustomPrompt="1"/>
          </p:nvPr>
        </p:nvSpPr>
        <p:spPr>
          <a:xfrm>
            <a:off x="7287526" y="3611118"/>
            <a:ext cx="2649054" cy="9144"/>
          </a:xfrm>
          <a:prstGeom prst="rect">
            <a:avLst/>
          </a:prstGeom>
          <a:solidFill>
            <a:srgbClr val="FF6600"/>
          </a:solidFill>
        </p:spPr>
        <p:txBody>
          <a:bodyPr/>
          <a:lstStyle>
            <a:lvl1pPr marL="0" indent="0">
              <a:buNone/>
              <a:defRPr b="0" i="0"/>
            </a:lvl1pPr>
          </a:lstStyle>
          <a:p>
            <a:r>
              <a:rPr dirty="0"/>
              <a:t> </a:t>
            </a:r>
          </a:p>
        </p:txBody>
      </p:sp>
      <p:sp>
        <p:nvSpPr>
          <p:cNvPr id="41" name="Text Placeholder 13"/>
          <p:cNvSpPr>
            <a:spLocks noGrp="1"/>
          </p:cNvSpPr>
          <p:nvPr>
            <p:ph type="body" sz="quarter" idx="37" hasCustomPrompt="1"/>
          </p:nvPr>
        </p:nvSpPr>
        <p:spPr>
          <a:xfrm>
            <a:off x="7287525" y="3980842"/>
            <a:ext cx="2649054" cy="1239466"/>
          </a:xfrm>
        </p:spPr>
        <p:txBody>
          <a:bodyPr anchor="ctr">
            <a:noAutofit/>
          </a:bodyPr>
          <a:lstStyle>
            <a:lvl1pPr marL="0" indent="0" algn="ctr">
              <a:lnSpc>
                <a:spcPct val="100000"/>
              </a:lnSpc>
              <a:spcBef>
                <a:spcPts val="0"/>
              </a:spcBef>
              <a:buNone/>
              <a:defRPr sz="1800" b="0" i="0"/>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2575061614"/>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2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74A9FBB-76DB-4F80-915D-6F321B85EC5D}"/>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497770" y="1986228"/>
            <a:ext cx="5375194"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 name="Text Placeholder 7"/>
          <p:cNvSpPr>
            <a:spLocks noGrp="1"/>
          </p:cNvSpPr>
          <p:nvPr>
            <p:ph type="body" sz="quarter" idx="49" hasCustomPrompt="1"/>
          </p:nvPr>
        </p:nvSpPr>
        <p:spPr>
          <a:xfrm>
            <a:off x="497770"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31" name="Text Placeholder 13"/>
          <p:cNvSpPr>
            <a:spLocks noGrp="1"/>
          </p:cNvSpPr>
          <p:nvPr>
            <p:ph type="body" sz="quarter" idx="48" hasCustomPrompt="1"/>
          </p:nvPr>
        </p:nvSpPr>
        <p:spPr>
          <a:xfrm>
            <a:off x="6351373" y="1986228"/>
            <a:ext cx="5375194"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5" name="Text Placeholder 7"/>
          <p:cNvSpPr>
            <a:spLocks noGrp="1"/>
          </p:cNvSpPr>
          <p:nvPr>
            <p:ph type="body" sz="quarter" idx="50" hasCustomPrompt="1"/>
          </p:nvPr>
        </p:nvSpPr>
        <p:spPr>
          <a:xfrm>
            <a:off x="6351373"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715611071"/>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635E1FE-0BE3-4491-ABDE-9729AAEE37AB}"/>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496510" y="1986228"/>
            <a:ext cx="3435136"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6" name="Text Placeholder 7"/>
          <p:cNvSpPr>
            <a:spLocks noGrp="1"/>
          </p:cNvSpPr>
          <p:nvPr>
            <p:ph type="body" sz="quarter" idx="50" hasCustomPrompt="1"/>
          </p:nvPr>
        </p:nvSpPr>
        <p:spPr>
          <a:xfrm>
            <a:off x="49651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2" name="Text Placeholder 13"/>
          <p:cNvSpPr>
            <a:spLocks noGrp="1"/>
          </p:cNvSpPr>
          <p:nvPr>
            <p:ph type="body" sz="quarter" idx="53" hasCustomPrompt="1"/>
          </p:nvPr>
        </p:nvSpPr>
        <p:spPr>
          <a:xfrm>
            <a:off x="4389120" y="1986228"/>
            <a:ext cx="3435136"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9" name="Text Placeholder 7"/>
          <p:cNvSpPr>
            <a:spLocks noGrp="1"/>
          </p:cNvSpPr>
          <p:nvPr>
            <p:ph type="body" sz="quarter" idx="51" hasCustomPrompt="1"/>
          </p:nvPr>
        </p:nvSpPr>
        <p:spPr>
          <a:xfrm>
            <a:off x="438912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290874" y="1986228"/>
            <a:ext cx="3435136"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40" name="Text Placeholder 7"/>
          <p:cNvSpPr>
            <a:spLocks noGrp="1"/>
          </p:cNvSpPr>
          <p:nvPr>
            <p:ph type="body" sz="quarter" idx="52" hasCustomPrompt="1"/>
          </p:nvPr>
        </p:nvSpPr>
        <p:spPr>
          <a:xfrm>
            <a:off x="8290874"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933351779"/>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4 Interlocking Text Column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06130-1F7C-4610-B6F8-CFAD474A07CF}"/>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500624" y="1986228"/>
            <a:ext cx="2515660"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3" name="Text Placeholder 7"/>
          <p:cNvSpPr>
            <a:spLocks noGrp="1"/>
          </p:cNvSpPr>
          <p:nvPr>
            <p:ph type="body" sz="quarter" idx="50" hasCustomPrompt="1"/>
          </p:nvPr>
        </p:nvSpPr>
        <p:spPr bwMode="white">
          <a:xfrm>
            <a:off x="500624"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5" name="Text Placeholder 13"/>
          <p:cNvSpPr>
            <a:spLocks noGrp="1"/>
          </p:cNvSpPr>
          <p:nvPr>
            <p:ph type="body" sz="quarter" idx="54" hasCustomPrompt="1"/>
          </p:nvPr>
        </p:nvSpPr>
        <p:spPr>
          <a:xfrm>
            <a:off x="3404366" y="1986228"/>
            <a:ext cx="2515660"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8" name="Text Placeholder 7"/>
          <p:cNvSpPr>
            <a:spLocks noGrp="1"/>
          </p:cNvSpPr>
          <p:nvPr>
            <p:ph type="body" sz="quarter" idx="57" hasCustomPrompt="1"/>
          </p:nvPr>
        </p:nvSpPr>
        <p:spPr bwMode="white">
          <a:xfrm>
            <a:off x="3404366"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308108" y="1986228"/>
            <a:ext cx="2515660"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9" name="Text Placeholder 7"/>
          <p:cNvSpPr>
            <a:spLocks noGrp="1"/>
          </p:cNvSpPr>
          <p:nvPr>
            <p:ph type="body" sz="quarter" idx="58" hasCustomPrompt="1"/>
          </p:nvPr>
        </p:nvSpPr>
        <p:spPr bwMode="white">
          <a:xfrm>
            <a:off x="6308108"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211851" y="1986228"/>
            <a:ext cx="2515660" cy="698004"/>
          </a:xfrm>
          <a:solidFill>
            <a:srgbClr val="FF6600"/>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0" name="Text Placeholder 7"/>
          <p:cNvSpPr>
            <a:spLocks noGrp="1"/>
          </p:cNvSpPr>
          <p:nvPr>
            <p:ph type="body" sz="quarter" idx="59" hasCustomPrompt="1"/>
          </p:nvPr>
        </p:nvSpPr>
        <p:spPr bwMode="white">
          <a:xfrm>
            <a:off x="9211851"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408060944"/>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 Interlocking Text Columns 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6C28F8-3413-4BC4-8E6C-B449C39B74C1}"/>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497770" y="1986228"/>
            <a:ext cx="5375194"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 name="Text Placeholder 7"/>
          <p:cNvSpPr>
            <a:spLocks noGrp="1"/>
          </p:cNvSpPr>
          <p:nvPr>
            <p:ph type="body" sz="quarter" idx="49" hasCustomPrompt="1"/>
          </p:nvPr>
        </p:nvSpPr>
        <p:spPr>
          <a:xfrm>
            <a:off x="497770"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31" name="Text Placeholder 13"/>
          <p:cNvSpPr>
            <a:spLocks noGrp="1"/>
          </p:cNvSpPr>
          <p:nvPr>
            <p:ph type="body" sz="quarter" idx="48" hasCustomPrompt="1"/>
          </p:nvPr>
        </p:nvSpPr>
        <p:spPr>
          <a:xfrm>
            <a:off x="6351373" y="1986228"/>
            <a:ext cx="5375194"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5" name="Text Placeholder 7"/>
          <p:cNvSpPr>
            <a:spLocks noGrp="1"/>
          </p:cNvSpPr>
          <p:nvPr>
            <p:ph type="body" sz="quarter" idx="50" hasCustomPrompt="1"/>
          </p:nvPr>
        </p:nvSpPr>
        <p:spPr>
          <a:xfrm>
            <a:off x="6351373"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212525530"/>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Interlocking Text Columns 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C45BF8-9D82-4AFC-83A0-56456B98A21F}"/>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496510" y="1986228"/>
            <a:ext cx="3435136"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6" name="Text Placeholder 7"/>
          <p:cNvSpPr>
            <a:spLocks noGrp="1"/>
          </p:cNvSpPr>
          <p:nvPr>
            <p:ph type="body" sz="quarter" idx="50" hasCustomPrompt="1"/>
          </p:nvPr>
        </p:nvSpPr>
        <p:spPr>
          <a:xfrm>
            <a:off x="49651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2" name="Text Placeholder 13"/>
          <p:cNvSpPr>
            <a:spLocks noGrp="1"/>
          </p:cNvSpPr>
          <p:nvPr>
            <p:ph type="body" sz="quarter" idx="53" hasCustomPrompt="1"/>
          </p:nvPr>
        </p:nvSpPr>
        <p:spPr>
          <a:xfrm>
            <a:off x="4389120" y="1986228"/>
            <a:ext cx="3435136"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9" name="Text Placeholder 7"/>
          <p:cNvSpPr>
            <a:spLocks noGrp="1"/>
          </p:cNvSpPr>
          <p:nvPr>
            <p:ph type="body" sz="quarter" idx="51" hasCustomPrompt="1"/>
          </p:nvPr>
        </p:nvSpPr>
        <p:spPr>
          <a:xfrm>
            <a:off x="438912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290874" y="1986228"/>
            <a:ext cx="3435136"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40" name="Text Placeholder 7"/>
          <p:cNvSpPr>
            <a:spLocks noGrp="1"/>
          </p:cNvSpPr>
          <p:nvPr>
            <p:ph type="body" sz="quarter" idx="52" hasCustomPrompt="1"/>
          </p:nvPr>
        </p:nvSpPr>
        <p:spPr>
          <a:xfrm>
            <a:off x="8290874"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169732941"/>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 Interlocking Text Columns 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8B34A1-5372-4619-A121-3E9F3EF67E6F}"/>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500624" y="1986228"/>
            <a:ext cx="2515660"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3" name="Text Placeholder 7"/>
          <p:cNvSpPr>
            <a:spLocks noGrp="1"/>
          </p:cNvSpPr>
          <p:nvPr>
            <p:ph type="body" sz="quarter" idx="50" hasCustomPrompt="1"/>
          </p:nvPr>
        </p:nvSpPr>
        <p:spPr bwMode="white">
          <a:xfrm>
            <a:off x="500624"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5" name="Text Placeholder 13"/>
          <p:cNvSpPr>
            <a:spLocks noGrp="1"/>
          </p:cNvSpPr>
          <p:nvPr>
            <p:ph type="body" sz="quarter" idx="54" hasCustomPrompt="1"/>
          </p:nvPr>
        </p:nvSpPr>
        <p:spPr>
          <a:xfrm>
            <a:off x="3404366" y="1986228"/>
            <a:ext cx="2515660"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8" name="Text Placeholder 7"/>
          <p:cNvSpPr>
            <a:spLocks noGrp="1"/>
          </p:cNvSpPr>
          <p:nvPr>
            <p:ph type="body" sz="quarter" idx="57" hasCustomPrompt="1"/>
          </p:nvPr>
        </p:nvSpPr>
        <p:spPr bwMode="white">
          <a:xfrm>
            <a:off x="3404366"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308108" y="1986228"/>
            <a:ext cx="2515660"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9" name="Text Placeholder 7"/>
          <p:cNvSpPr>
            <a:spLocks noGrp="1"/>
          </p:cNvSpPr>
          <p:nvPr>
            <p:ph type="body" sz="quarter" idx="58" hasCustomPrompt="1"/>
          </p:nvPr>
        </p:nvSpPr>
        <p:spPr bwMode="white">
          <a:xfrm>
            <a:off x="6308108"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211851" y="1986228"/>
            <a:ext cx="2515660" cy="698004"/>
          </a:xfrm>
          <a:solidFill>
            <a:srgbClr val="6699CC"/>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0" name="Text Placeholder 7"/>
          <p:cNvSpPr>
            <a:spLocks noGrp="1"/>
          </p:cNvSpPr>
          <p:nvPr>
            <p:ph type="body" sz="quarter" idx="59" hasCustomPrompt="1"/>
          </p:nvPr>
        </p:nvSpPr>
        <p:spPr bwMode="white">
          <a:xfrm>
            <a:off x="9211851"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2131454471"/>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2 Interlocking Text Columns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36233B-5264-4323-B495-1D4042772F73}"/>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0" name="Text Placeholder 13"/>
          <p:cNvSpPr>
            <a:spLocks noGrp="1"/>
          </p:cNvSpPr>
          <p:nvPr>
            <p:ph type="body" sz="quarter" idx="14" hasCustomPrompt="1"/>
          </p:nvPr>
        </p:nvSpPr>
        <p:spPr>
          <a:xfrm>
            <a:off x="497770" y="1986228"/>
            <a:ext cx="5375194"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 name="Text Placeholder 7"/>
          <p:cNvSpPr>
            <a:spLocks noGrp="1"/>
          </p:cNvSpPr>
          <p:nvPr>
            <p:ph type="body" sz="quarter" idx="49" hasCustomPrompt="1"/>
          </p:nvPr>
        </p:nvSpPr>
        <p:spPr>
          <a:xfrm>
            <a:off x="497770"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31" name="Text Placeholder 13"/>
          <p:cNvSpPr>
            <a:spLocks noGrp="1"/>
          </p:cNvSpPr>
          <p:nvPr>
            <p:ph type="body" sz="quarter" idx="48" hasCustomPrompt="1"/>
          </p:nvPr>
        </p:nvSpPr>
        <p:spPr>
          <a:xfrm>
            <a:off x="6351373" y="1986228"/>
            <a:ext cx="5375194"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5" name="Text Placeholder 7"/>
          <p:cNvSpPr>
            <a:spLocks noGrp="1"/>
          </p:cNvSpPr>
          <p:nvPr>
            <p:ph type="body" sz="quarter" idx="50" hasCustomPrompt="1"/>
          </p:nvPr>
        </p:nvSpPr>
        <p:spPr>
          <a:xfrm>
            <a:off x="6351373" y="2695868"/>
            <a:ext cx="5375194"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77912326"/>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3 Interlocking Text Columns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8F0AF50-334D-4D26-B4BE-02AC9CA5B20D}"/>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1" name="Text Placeholder 13"/>
          <p:cNvSpPr>
            <a:spLocks noGrp="1"/>
          </p:cNvSpPr>
          <p:nvPr>
            <p:ph type="body" sz="quarter" idx="14" hasCustomPrompt="1"/>
          </p:nvPr>
        </p:nvSpPr>
        <p:spPr>
          <a:xfrm>
            <a:off x="496510" y="1986228"/>
            <a:ext cx="3435136"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6" name="Text Placeholder 7"/>
          <p:cNvSpPr>
            <a:spLocks noGrp="1"/>
          </p:cNvSpPr>
          <p:nvPr>
            <p:ph type="body" sz="quarter" idx="50" hasCustomPrompt="1"/>
          </p:nvPr>
        </p:nvSpPr>
        <p:spPr>
          <a:xfrm>
            <a:off x="49651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2" name="Text Placeholder 13"/>
          <p:cNvSpPr>
            <a:spLocks noGrp="1"/>
          </p:cNvSpPr>
          <p:nvPr>
            <p:ph type="body" sz="quarter" idx="53" hasCustomPrompt="1"/>
          </p:nvPr>
        </p:nvSpPr>
        <p:spPr>
          <a:xfrm>
            <a:off x="4389120" y="1986228"/>
            <a:ext cx="3435136"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39" name="Text Placeholder 7"/>
          <p:cNvSpPr>
            <a:spLocks noGrp="1"/>
          </p:cNvSpPr>
          <p:nvPr>
            <p:ph type="body" sz="quarter" idx="51" hasCustomPrompt="1"/>
          </p:nvPr>
        </p:nvSpPr>
        <p:spPr>
          <a:xfrm>
            <a:off x="4389120"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
        <p:nvSpPr>
          <p:cNvPr id="44" name="Text Placeholder 13"/>
          <p:cNvSpPr>
            <a:spLocks noGrp="1"/>
          </p:cNvSpPr>
          <p:nvPr>
            <p:ph type="body" sz="quarter" idx="54" hasCustomPrompt="1"/>
          </p:nvPr>
        </p:nvSpPr>
        <p:spPr>
          <a:xfrm>
            <a:off x="8290874" y="1986228"/>
            <a:ext cx="3435136"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40" name="Text Placeholder 7"/>
          <p:cNvSpPr>
            <a:spLocks noGrp="1"/>
          </p:cNvSpPr>
          <p:nvPr>
            <p:ph type="body" sz="quarter" idx="52" hasCustomPrompt="1"/>
          </p:nvPr>
        </p:nvSpPr>
        <p:spPr>
          <a:xfrm>
            <a:off x="8290874" y="2695868"/>
            <a:ext cx="3435136"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b="0" i="0">
                <a:solidFill>
                  <a:srgbClr val="000000"/>
                </a:solidFill>
              </a:defRPr>
            </a:lvl4pPr>
            <a:lvl5pPr marL="1463040" indent="-182880">
              <a:defRPr sz="1100" b="0" i="0">
                <a:solidFill>
                  <a:srgbClr val="000000"/>
                </a:solidFill>
              </a:defRPr>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021653494"/>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 Interlocking Text Columns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5D80BD-AD9D-4A68-9C75-A83E1234EE68}"/>
              </a:ext>
            </a:extLst>
          </p:cNvPr>
          <p:cNvSpPr/>
          <p:nvPr/>
        </p:nvSpPr>
        <p:spPr>
          <a:xfrm>
            <a:off x="0" y="1133856"/>
            <a:ext cx="12192000" cy="5193792"/>
          </a:xfrm>
          <a:prstGeom prst="rect">
            <a:avLst/>
          </a:prstGeom>
          <a:gradFill>
            <a:gsLst>
              <a:gs pos="13000">
                <a:schemeClr val="bg1">
                  <a:lumMod val="75000"/>
                  <a:alpha val="50000"/>
                </a:schemeClr>
              </a:gs>
              <a:gs pos="45000">
                <a:schemeClr val="bg1">
                  <a:lumMod val="95000"/>
                </a:schemeClr>
              </a:gs>
              <a:gs pos="100000">
                <a:schemeClr val="bg1">
                  <a:lumMod val="85000"/>
                  <a:alpha val="55000"/>
                </a:schemeClr>
              </a:gs>
            </a:gsLst>
            <a:lin ang="2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28600" tIns="182880" rIns="182880" rtlCol="0" anchor="t" anchorCtr="0"/>
          <a:lstStyle/>
          <a:p>
            <a:pPr>
              <a:lnSpc>
                <a:spcPct val="90000"/>
              </a:lnSpc>
            </a:pPr>
            <a:endParaRPr sz="2000" dirty="0">
              <a:solidFill>
                <a:schemeClr val="tx1"/>
              </a:solidFill>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45" name="Text Placeholder 13"/>
          <p:cNvSpPr>
            <a:spLocks noGrp="1"/>
          </p:cNvSpPr>
          <p:nvPr>
            <p:ph type="body" sz="quarter" idx="53" hasCustomPrompt="1"/>
          </p:nvPr>
        </p:nvSpPr>
        <p:spPr>
          <a:xfrm>
            <a:off x="500624" y="1986228"/>
            <a:ext cx="2515660"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3" name="Text Placeholder 7"/>
          <p:cNvSpPr>
            <a:spLocks noGrp="1"/>
          </p:cNvSpPr>
          <p:nvPr>
            <p:ph type="body" sz="quarter" idx="50" hasCustomPrompt="1"/>
          </p:nvPr>
        </p:nvSpPr>
        <p:spPr bwMode="white">
          <a:xfrm>
            <a:off x="500624"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5" name="Text Placeholder 13"/>
          <p:cNvSpPr>
            <a:spLocks noGrp="1"/>
          </p:cNvSpPr>
          <p:nvPr>
            <p:ph type="body" sz="quarter" idx="54" hasCustomPrompt="1"/>
          </p:nvPr>
        </p:nvSpPr>
        <p:spPr>
          <a:xfrm>
            <a:off x="3404366" y="1986228"/>
            <a:ext cx="2515660"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8" name="Text Placeholder 7"/>
          <p:cNvSpPr>
            <a:spLocks noGrp="1"/>
          </p:cNvSpPr>
          <p:nvPr>
            <p:ph type="body" sz="quarter" idx="57" hasCustomPrompt="1"/>
          </p:nvPr>
        </p:nvSpPr>
        <p:spPr bwMode="white">
          <a:xfrm>
            <a:off x="3404366"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76" name="Text Placeholder 13"/>
          <p:cNvSpPr>
            <a:spLocks noGrp="1"/>
          </p:cNvSpPr>
          <p:nvPr>
            <p:ph type="body" sz="quarter" idx="55" hasCustomPrompt="1"/>
          </p:nvPr>
        </p:nvSpPr>
        <p:spPr>
          <a:xfrm>
            <a:off x="6308108" y="1986228"/>
            <a:ext cx="2515660"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79" name="Text Placeholder 7"/>
          <p:cNvSpPr>
            <a:spLocks noGrp="1"/>
          </p:cNvSpPr>
          <p:nvPr>
            <p:ph type="body" sz="quarter" idx="58" hasCustomPrompt="1"/>
          </p:nvPr>
        </p:nvSpPr>
        <p:spPr bwMode="white">
          <a:xfrm>
            <a:off x="6308108"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
        <p:nvSpPr>
          <p:cNvPr id="81" name="Text Placeholder 13"/>
          <p:cNvSpPr>
            <a:spLocks noGrp="1"/>
          </p:cNvSpPr>
          <p:nvPr>
            <p:ph type="body" sz="quarter" idx="60" hasCustomPrompt="1"/>
          </p:nvPr>
        </p:nvSpPr>
        <p:spPr>
          <a:xfrm>
            <a:off x="9211851" y="1986228"/>
            <a:ext cx="2515660" cy="698004"/>
          </a:xfrm>
          <a:solidFill>
            <a:srgbClr val="666666"/>
          </a:solidFill>
        </p:spPr>
        <p:txBody>
          <a:bodyPr lIns="182880" tIns="91440" rIns="182880" bIns="91440" anchor="ctr">
            <a:noAutofit/>
          </a:bodyPr>
          <a:lstStyle>
            <a:lvl1pPr marL="0" indent="0">
              <a:lnSpc>
                <a:spcPct val="100000"/>
              </a:lnSpc>
              <a:spcBef>
                <a:spcPts val="0"/>
              </a:spcBef>
              <a:buNone/>
              <a:defRPr sz="1800" b="0" i="0">
                <a:solidFill>
                  <a:srgbClr val="FFFFFF"/>
                </a:solidFill>
                <a:latin typeface="+mj-lt"/>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Header Text</a:t>
            </a:r>
          </a:p>
        </p:txBody>
      </p:sp>
      <p:sp>
        <p:nvSpPr>
          <p:cNvPr id="80" name="Text Placeholder 7"/>
          <p:cNvSpPr>
            <a:spLocks noGrp="1"/>
          </p:cNvSpPr>
          <p:nvPr>
            <p:ph type="body" sz="quarter" idx="59" hasCustomPrompt="1"/>
          </p:nvPr>
        </p:nvSpPr>
        <p:spPr bwMode="white">
          <a:xfrm>
            <a:off x="9211851" y="2695868"/>
            <a:ext cx="2515660" cy="2847282"/>
          </a:xfrm>
          <a:solidFill>
            <a:srgbClr val="FFFFFF"/>
          </a:solidFill>
          <a:ln>
            <a:noFill/>
          </a:ln>
        </p:spPr>
        <p:txBody>
          <a:bodyPr lIns="228600" tIns="274320" rIns="228600" anchor="t" anchorCtr="0">
            <a:noAutofit/>
          </a:bodyPr>
          <a:lstStyle>
            <a:lvl1pPr marL="182880" indent="-182880">
              <a:defRPr sz="1600" b="0" i="0">
                <a:solidFill>
                  <a:srgbClr val="000000"/>
                </a:solidFill>
              </a:defRPr>
            </a:lvl1pPr>
            <a:lvl2pPr marL="463550" indent="-228600">
              <a:defRPr sz="1400" b="0" i="0">
                <a:solidFill>
                  <a:srgbClr val="000000"/>
                </a:solidFill>
              </a:defRPr>
            </a:lvl2pPr>
            <a:lvl3pPr marL="682625" indent="-182563">
              <a:defRPr sz="1200" b="0" i="0">
                <a:solidFill>
                  <a:srgbClr val="000000"/>
                </a:solidFill>
              </a:defRPr>
            </a:lvl3pPr>
            <a:lvl4pPr marL="1143000" indent="-182880">
              <a:defRPr sz="1100"/>
            </a:lvl4pPr>
            <a:lvl5pPr marL="1463040" indent="-182880">
              <a:defRPr sz="1100"/>
            </a:lvl5pPr>
          </a:lstStyle>
          <a:p>
            <a:pPr lvl="0"/>
            <a:r>
              <a:t>Click to add text</a:t>
            </a:r>
          </a:p>
          <a:p>
            <a:pPr lvl="1"/>
            <a:r>
              <a:t>Second level</a:t>
            </a:r>
          </a:p>
          <a:p>
            <a:pPr lvl="2"/>
            <a:r>
              <a:t>Third level</a:t>
            </a:r>
          </a:p>
        </p:txBody>
      </p:sp>
    </p:spTree>
    <p:extLst>
      <p:ext uri="{BB962C8B-B14F-4D97-AF65-F5344CB8AC3E}">
        <p14:creationId xmlns:p14="http://schemas.microsoft.com/office/powerpoint/2010/main" val="3095215892"/>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Boxes w Filled Text Box">
    <p:spTree>
      <p:nvGrpSpPr>
        <p:cNvPr id="1" name=""/>
        <p:cNvGrpSpPr/>
        <p:nvPr/>
      </p:nvGrpSpPr>
      <p:grpSpPr>
        <a:xfrm>
          <a:off x="0" y="0"/>
          <a:ext cx="0" cy="0"/>
          <a:chOff x="0" y="0"/>
          <a:chExt cx="0" cy="0"/>
        </a:xfrm>
      </p:grpSpPr>
      <p:sp>
        <p:nvSpPr>
          <p:cNvPr id="16" name="Rectangle 15"/>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711200" y="1418944"/>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1" name="Content Placeholder 10"/>
          <p:cNvSpPr>
            <a:spLocks noGrp="1"/>
          </p:cNvSpPr>
          <p:nvPr>
            <p:ph sz="quarter" idx="13" hasCustomPrompt="1"/>
          </p:nvPr>
        </p:nvSpPr>
        <p:spPr>
          <a:xfrm>
            <a:off x="711200" y="1930994"/>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13"/>
          <p:cNvSpPr>
            <a:spLocks noGrp="1"/>
          </p:cNvSpPr>
          <p:nvPr>
            <p:ph type="body" sz="quarter" idx="16" hasCustomPrompt="1"/>
          </p:nvPr>
        </p:nvSpPr>
        <p:spPr>
          <a:xfrm>
            <a:off x="711200" y="3773257"/>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3" name="Content Placeholder 10"/>
          <p:cNvSpPr>
            <a:spLocks noGrp="1"/>
          </p:cNvSpPr>
          <p:nvPr>
            <p:ph sz="quarter" idx="15" hasCustomPrompt="1"/>
          </p:nvPr>
        </p:nvSpPr>
        <p:spPr>
          <a:xfrm>
            <a:off x="711200" y="4285307"/>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8" name="Text Placeholder 4"/>
          <p:cNvSpPr>
            <a:spLocks noGrp="1"/>
          </p:cNvSpPr>
          <p:nvPr>
            <p:ph type="body" sz="quarter" idx="33" hasCustomPrompt="1"/>
          </p:nvPr>
        </p:nvSpPr>
        <p:spPr>
          <a:xfrm>
            <a:off x="7911253" y="1116559"/>
            <a:ext cx="4280747" cy="5208041"/>
          </a:xfrm>
          <a:solidFill>
            <a:schemeClr val="accent1"/>
          </a:solidFill>
          <a:ln>
            <a:noFill/>
          </a:ln>
        </p:spPr>
        <p:txBody>
          <a:bodyPr lIns="155448" tIns="457200" rIns="320040" bIns="457200">
            <a:noAutofit/>
          </a:bodyPr>
          <a:lstStyle>
            <a:lvl1pPr marL="0" indent="0">
              <a:buFont typeface="Arial" panose="020B0604020202020204" pitchFamily="34" charset="0"/>
              <a:buChar char="​"/>
              <a:defRPr sz="1800" b="0" i="0">
                <a:solidFill>
                  <a:schemeClr val="bg1"/>
                </a:solidFill>
              </a:defRPr>
            </a:lvl1pPr>
            <a:lvl2pPr marL="228600">
              <a:buClr>
                <a:schemeClr val="bg1"/>
              </a:buClr>
              <a:defRPr sz="1600" b="0" i="0">
                <a:solidFill>
                  <a:schemeClr val="bg1"/>
                </a:solidFill>
              </a:defRPr>
            </a:lvl2pPr>
            <a:lvl3pPr marL="548640" indent="-228600">
              <a:buClr>
                <a:schemeClr val="bg1"/>
              </a:buClr>
              <a:defRPr sz="1400" b="0" i="0">
                <a:solidFill>
                  <a:schemeClr val="bg1"/>
                </a:solidFill>
              </a:defRPr>
            </a:lvl3pPr>
            <a:lvl4pPr marL="868680">
              <a:buClr>
                <a:schemeClr val="bg1"/>
              </a:buClr>
              <a:defRPr sz="1200" b="0" i="0">
                <a:solidFill>
                  <a:schemeClr val="bg1"/>
                </a:solidFill>
              </a:defRPr>
            </a:lvl4pPr>
            <a:lvl5pPr marL="1188720">
              <a:buClr>
                <a:schemeClr val="bg1"/>
              </a:buClr>
              <a:defRPr sz="1200" b="0" i="0">
                <a:solidFill>
                  <a:schemeClr val="bg1"/>
                </a:solidFill>
              </a:defRPr>
            </a:lvl5pPr>
            <a:lvl6pPr>
              <a:buClr>
                <a:schemeClr val="bg1"/>
              </a:buClr>
              <a:defRPr sz="1100">
                <a:solidFill>
                  <a:schemeClr val="bg1"/>
                </a:solidFill>
              </a:defRPr>
            </a:lvl6pPr>
            <a:lvl7pPr>
              <a:buClr>
                <a:schemeClr val="bg1"/>
              </a:buClr>
              <a:defRPr sz="1100">
                <a:solidFill>
                  <a:schemeClr val="bg1"/>
                </a:solidFill>
              </a:defRPr>
            </a:lvl7pPr>
            <a:lvl8pPr>
              <a:buClr>
                <a:schemeClr val="bg1"/>
              </a:buClr>
              <a:defRPr sz="1100">
                <a:solidFill>
                  <a:schemeClr val="bg1"/>
                </a:solidFill>
              </a:defRPr>
            </a:lvl8pPr>
            <a:lvl9pPr>
              <a:buClr>
                <a:schemeClr val="bg1"/>
              </a:buClr>
              <a:defRPr sz="1100">
                <a:solidFill>
                  <a:schemeClr val="bg1"/>
                </a:solidFill>
              </a:defRPr>
            </a:lvl9pPr>
          </a:lstStyle>
          <a:p>
            <a:pPr lvl="0"/>
            <a:r>
              <a:rPr dirty="0"/>
              <a:t>Click to add text</a:t>
            </a:r>
          </a:p>
          <a:p>
            <a:pPr lvl="1"/>
            <a:r>
              <a:rPr dirty="0"/>
              <a:t>Second level</a:t>
            </a:r>
          </a:p>
          <a:p>
            <a:pPr lvl="2"/>
            <a:r>
              <a:rPr dirty="0"/>
              <a:t>Third level</a:t>
            </a:r>
          </a:p>
          <a:p>
            <a:pPr lvl="3"/>
            <a:r>
              <a:rPr dirty="0"/>
              <a:t>Fourth level</a:t>
            </a:r>
          </a:p>
          <a:p>
            <a:pPr lvl="4"/>
            <a:r>
              <a:rPr dirty="0"/>
              <a:t>Fifth level</a:t>
            </a:r>
          </a:p>
        </p:txBody>
      </p:sp>
    </p:spTree>
    <p:extLst>
      <p:ext uri="{BB962C8B-B14F-4D97-AF65-F5344CB8AC3E}">
        <p14:creationId xmlns:p14="http://schemas.microsoft.com/office/powerpoint/2010/main" val="377407697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3 Text Callout Boxes 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6C44A4-3491-438B-8741-0A7F7EC58004}"/>
              </a:ext>
            </a:extLst>
          </p:cNvPr>
          <p:cNvSpPr/>
          <p:nvPr/>
        </p:nvSpPr>
        <p:spPr>
          <a:xfrm>
            <a:off x="4957552" y="1611086"/>
            <a:ext cx="6878307" cy="226698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0" name="Rectangle 9">
            <a:extLst>
              <a:ext uri="{FF2B5EF4-FFF2-40B4-BE49-F238E27FC236}">
                <a16:creationId xmlns:a16="http://schemas.microsoft.com/office/drawing/2014/main" id="{AE627503-80B1-4306-978C-7E364D29779D}"/>
              </a:ext>
            </a:extLst>
          </p:cNvPr>
          <p:cNvSpPr/>
          <p:nvPr/>
        </p:nvSpPr>
        <p:spPr>
          <a:xfrm>
            <a:off x="4957552" y="3954201"/>
            <a:ext cx="6878309" cy="2266988"/>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8" name="Rectangle 7">
            <a:extLst>
              <a:ext uri="{FF2B5EF4-FFF2-40B4-BE49-F238E27FC236}">
                <a16:creationId xmlns:a16="http://schemas.microsoft.com/office/drawing/2014/main" id="{137E147F-8FE8-4CA8-A3BD-BB9BD439C933}"/>
              </a:ext>
            </a:extLst>
          </p:cNvPr>
          <p:cNvSpPr/>
          <p:nvPr/>
        </p:nvSpPr>
        <p:spPr>
          <a:xfrm>
            <a:off x="356141" y="1611086"/>
            <a:ext cx="4520659" cy="4610101"/>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531FA640-6510-4A2F-B498-5FC08C20196B}"/>
              </a:ext>
            </a:extLst>
          </p:cNvPr>
          <p:cNvSpPr>
            <a:spLocks noGrp="1"/>
          </p:cNvSpPr>
          <p:nvPr>
            <p:ph type="title"/>
          </p:nvPr>
        </p:nvSpPr>
        <p:spPr/>
        <p:txBody>
          <a:bodyPr/>
          <a:lstStyle/>
          <a:p>
            <a:r>
              <a:rPr lang="en-US"/>
              <a:t>Click to edit Master title style</a:t>
            </a:r>
            <a:endParaRPr/>
          </a:p>
        </p:txBody>
      </p:sp>
      <p:sp>
        <p:nvSpPr>
          <p:cNvPr id="7" name="Text Placeholder 6">
            <a:extLst>
              <a:ext uri="{FF2B5EF4-FFF2-40B4-BE49-F238E27FC236}">
                <a16:creationId xmlns:a16="http://schemas.microsoft.com/office/drawing/2014/main" id="{71309662-FBC0-4E7E-99E1-98F6888B9D3D}"/>
              </a:ext>
            </a:extLst>
          </p:cNvPr>
          <p:cNvSpPr>
            <a:spLocks noGrp="1"/>
          </p:cNvSpPr>
          <p:nvPr>
            <p:ph type="body" sz="quarter" idx="13" hasCustomPrompt="1"/>
          </p:nvPr>
        </p:nvSpPr>
        <p:spPr>
          <a:xfrm>
            <a:off x="5261621" y="4202323"/>
            <a:ext cx="6270170" cy="1770744"/>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
        <p:nvSpPr>
          <p:cNvPr id="13" name="Text Placeholder 6">
            <a:extLst>
              <a:ext uri="{FF2B5EF4-FFF2-40B4-BE49-F238E27FC236}">
                <a16:creationId xmlns:a16="http://schemas.microsoft.com/office/drawing/2014/main" id="{6897CF32-B40A-4200-AE36-9D2839F76700}"/>
              </a:ext>
            </a:extLst>
          </p:cNvPr>
          <p:cNvSpPr>
            <a:spLocks noGrp="1"/>
          </p:cNvSpPr>
          <p:nvPr>
            <p:ph type="body" sz="quarter" idx="14" hasCustomPrompt="1"/>
          </p:nvPr>
        </p:nvSpPr>
        <p:spPr>
          <a:xfrm>
            <a:off x="5261620" y="1859208"/>
            <a:ext cx="6270170" cy="1770744"/>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
        <p:nvSpPr>
          <p:cNvPr id="14" name="Text Placeholder 6">
            <a:extLst>
              <a:ext uri="{FF2B5EF4-FFF2-40B4-BE49-F238E27FC236}">
                <a16:creationId xmlns:a16="http://schemas.microsoft.com/office/drawing/2014/main" id="{F8E2A581-D653-4CE2-AB36-47BB8BCBC16E}"/>
              </a:ext>
            </a:extLst>
          </p:cNvPr>
          <p:cNvSpPr>
            <a:spLocks noGrp="1"/>
          </p:cNvSpPr>
          <p:nvPr>
            <p:ph type="body" sz="quarter" idx="15" hasCustomPrompt="1"/>
          </p:nvPr>
        </p:nvSpPr>
        <p:spPr>
          <a:xfrm>
            <a:off x="611198" y="1859209"/>
            <a:ext cx="4010544" cy="4113858"/>
          </a:xfrm>
        </p:spPr>
        <p:txBody>
          <a:bodyPr anchor="t"/>
          <a:lstStyle>
            <a:lvl1pPr marL="0" indent="0">
              <a:buNone/>
              <a:defRPr sz="1800">
                <a:solidFill>
                  <a:schemeClr val="tx1"/>
                </a:solidFill>
              </a:defRPr>
            </a:lvl1pPr>
            <a:lvl2pPr marL="0" indent="0">
              <a:buNone/>
              <a:defRPr sz="1800">
                <a:solidFill>
                  <a:schemeClr val="tx1"/>
                </a:solidFill>
              </a:defRPr>
            </a:lvl2pPr>
            <a:lvl3pPr marL="0" indent="0">
              <a:buNone/>
              <a:defRPr sz="1800">
                <a:solidFill>
                  <a:schemeClr val="tx2"/>
                </a:solidFill>
              </a:defRPr>
            </a:lvl3pPr>
            <a:lvl4pPr marL="0" indent="0">
              <a:buNone/>
              <a:defRPr sz="1800">
                <a:solidFill>
                  <a:schemeClr val="tx2"/>
                </a:solidFill>
              </a:defRPr>
            </a:lvl4pPr>
            <a:lvl5pPr marL="0" indent="0">
              <a:buNone/>
              <a:defRPr sz="1800">
                <a:solidFill>
                  <a:schemeClr val="tx2"/>
                </a:solidFill>
              </a:defRPr>
            </a:lvl5pPr>
            <a:lvl6pPr marL="0" indent="0">
              <a:buNone/>
              <a:defRPr sz="1800">
                <a:solidFill>
                  <a:schemeClr val="tx2"/>
                </a:solidFill>
              </a:defRPr>
            </a:lvl6pPr>
            <a:lvl7pPr marL="0" indent="0">
              <a:buNone/>
              <a:defRPr sz="1800">
                <a:solidFill>
                  <a:schemeClr val="tx2"/>
                </a:solidFill>
              </a:defRPr>
            </a:lvl7pPr>
            <a:lvl8pPr marL="0" indent="0">
              <a:buNone/>
              <a:defRPr sz="1800">
                <a:solidFill>
                  <a:schemeClr val="tx2"/>
                </a:solidFill>
              </a:defRPr>
            </a:lvl8pPr>
            <a:lvl9pPr marL="0" indent="0">
              <a:buNone/>
              <a:defRPr sz="1800">
                <a:solidFill>
                  <a:schemeClr val="tx2"/>
                </a:solidFill>
              </a:defRPr>
            </a:lvl9pPr>
          </a:lstStyle>
          <a:p>
            <a:pPr lvl="0"/>
            <a:r>
              <a:t>Click to add text</a:t>
            </a:r>
          </a:p>
          <a:p>
            <a:pPr lvl="1"/>
            <a:r>
              <a:t>Second level</a:t>
            </a:r>
          </a:p>
        </p:txBody>
      </p:sp>
    </p:spTree>
    <p:extLst>
      <p:ext uri="{BB962C8B-B14F-4D97-AF65-F5344CB8AC3E}">
        <p14:creationId xmlns:p14="http://schemas.microsoft.com/office/powerpoint/2010/main" val="20356959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 Text Callout Boxes 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6C44A4-3491-438B-8741-0A7F7EC58004}"/>
              </a:ext>
            </a:extLst>
          </p:cNvPr>
          <p:cNvSpPr/>
          <p:nvPr/>
        </p:nvSpPr>
        <p:spPr>
          <a:xfrm>
            <a:off x="4957552" y="1611086"/>
            <a:ext cx="6878307" cy="2266989"/>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0" name="Rectangle 9">
            <a:extLst>
              <a:ext uri="{FF2B5EF4-FFF2-40B4-BE49-F238E27FC236}">
                <a16:creationId xmlns:a16="http://schemas.microsoft.com/office/drawing/2014/main" id="{AE627503-80B1-4306-978C-7E364D29779D}"/>
              </a:ext>
            </a:extLst>
          </p:cNvPr>
          <p:cNvSpPr/>
          <p:nvPr/>
        </p:nvSpPr>
        <p:spPr>
          <a:xfrm>
            <a:off x="4957552" y="3954201"/>
            <a:ext cx="6878309" cy="2266988"/>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8" name="Rectangle 7">
            <a:extLst>
              <a:ext uri="{FF2B5EF4-FFF2-40B4-BE49-F238E27FC236}">
                <a16:creationId xmlns:a16="http://schemas.microsoft.com/office/drawing/2014/main" id="{137E147F-8FE8-4CA8-A3BD-BB9BD439C933}"/>
              </a:ext>
            </a:extLst>
          </p:cNvPr>
          <p:cNvSpPr/>
          <p:nvPr/>
        </p:nvSpPr>
        <p:spPr>
          <a:xfrm>
            <a:off x="356141" y="1611086"/>
            <a:ext cx="4520659" cy="461010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531FA640-6510-4A2F-B498-5FC08C20196B}"/>
              </a:ext>
            </a:extLst>
          </p:cNvPr>
          <p:cNvSpPr>
            <a:spLocks noGrp="1"/>
          </p:cNvSpPr>
          <p:nvPr>
            <p:ph type="title"/>
          </p:nvPr>
        </p:nvSpPr>
        <p:spPr/>
        <p:txBody>
          <a:bodyPr/>
          <a:lstStyle/>
          <a:p>
            <a:r>
              <a:rPr lang="en-US"/>
              <a:t>Click to edit Master title style</a:t>
            </a:r>
            <a:endParaRPr/>
          </a:p>
        </p:txBody>
      </p:sp>
      <p:sp>
        <p:nvSpPr>
          <p:cNvPr id="7" name="Text Placeholder 6">
            <a:extLst>
              <a:ext uri="{FF2B5EF4-FFF2-40B4-BE49-F238E27FC236}">
                <a16:creationId xmlns:a16="http://schemas.microsoft.com/office/drawing/2014/main" id="{71309662-FBC0-4E7E-99E1-98F6888B9D3D}"/>
              </a:ext>
            </a:extLst>
          </p:cNvPr>
          <p:cNvSpPr>
            <a:spLocks noGrp="1"/>
          </p:cNvSpPr>
          <p:nvPr>
            <p:ph type="body" sz="quarter" idx="13" hasCustomPrompt="1"/>
          </p:nvPr>
        </p:nvSpPr>
        <p:spPr>
          <a:xfrm>
            <a:off x="5261621" y="4202323"/>
            <a:ext cx="6270170" cy="1770744"/>
          </a:xfrm>
        </p:spPr>
        <p:txBody>
          <a:bodyPr anchor="t"/>
          <a:lstStyle>
            <a:lvl1pPr marL="0" indent="0">
              <a:buNone/>
              <a:defRPr sz="1800">
                <a:solidFill>
                  <a:schemeClr val="tx1"/>
                </a:solidFill>
              </a:defRPr>
            </a:lvl1pPr>
            <a:lvl2pPr marL="0" indent="0">
              <a:buNone/>
              <a:defRPr sz="1800">
                <a:solidFill>
                  <a:schemeClr val="tx1"/>
                </a:solidFill>
              </a:defRPr>
            </a:lvl2pPr>
            <a:lvl3pPr marL="0" indent="0">
              <a:buNone/>
              <a:defRPr sz="1800">
                <a:solidFill>
                  <a:schemeClr val="tx1"/>
                </a:solidFill>
              </a:defRPr>
            </a:lvl3pPr>
            <a:lvl4pPr marL="0" indent="0">
              <a:buNone/>
              <a:defRPr sz="1800">
                <a:solidFill>
                  <a:schemeClr val="tx1"/>
                </a:solidFill>
              </a:defRPr>
            </a:lvl4pPr>
            <a:lvl5pPr marL="0" indent="0">
              <a:buNone/>
              <a:defRPr sz="1800">
                <a:solidFill>
                  <a:schemeClr val="tx1"/>
                </a:solidFill>
              </a:defRPr>
            </a:lvl5pPr>
            <a:lvl6pPr marL="0" indent="0">
              <a:buNone/>
              <a:defRPr sz="1800">
                <a:solidFill>
                  <a:schemeClr val="tx1"/>
                </a:solidFill>
              </a:defRPr>
            </a:lvl6pPr>
            <a:lvl7pPr marL="0" indent="0">
              <a:buNone/>
              <a:defRPr sz="1800">
                <a:solidFill>
                  <a:schemeClr val="tx1"/>
                </a:solidFill>
              </a:defRPr>
            </a:lvl7pPr>
            <a:lvl8pPr marL="0" indent="0">
              <a:buNone/>
              <a:defRPr sz="1800">
                <a:solidFill>
                  <a:schemeClr val="tx1"/>
                </a:solidFill>
              </a:defRPr>
            </a:lvl8pPr>
            <a:lvl9pPr marL="0" indent="0">
              <a:buNone/>
              <a:defRPr sz="1800">
                <a:solidFill>
                  <a:schemeClr val="tx1"/>
                </a:solidFill>
              </a:defRPr>
            </a:lvl9pPr>
          </a:lstStyle>
          <a:p>
            <a:pPr lvl="0"/>
            <a:r>
              <a:t>Click to add text</a:t>
            </a:r>
          </a:p>
          <a:p>
            <a:pPr lvl="1"/>
            <a:r>
              <a:t>Second level</a:t>
            </a:r>
          </a:p>
        </p:txBody>
      </p:sp>
      <p:sp>
        <p:nvSpPr>
          <p:cNvPr id="13" name="Text Placeholder 6">
            <a:extLst>
              <a:ext uri="{FF2B5EF4-FFF2-40B4-BE49-F238E27FC236}">
                <a16:creationId xmlns:a16="http://schemas.microsoft.com/office/drawing/2014/main" id="{6897CF32-B40A-4200-AE36-9D2839F76700}"/>
              </a:ext>
            </a:extLst>
          </p:cNvPr>
          <p:cNvSpPr>
            <a:spLocks noGrp="1"/>
          </p:cNvSpPr>
          <p:nvPr>
            <p:ph type="body" sz="quarter" idx="14" hasCustomPrompt="1"/>
          </p:nvPr>
        </p:nvSpPr>
        <p:spPr>
          <a:xfrm>
            <a:off x="5261620" y="1859208"/>
            <a:ext cx="6270170" cy="1770744"/>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
        <p:nvSpPr>
          <p:cNvPr id="14" name="Text Placeholder 6">
            <a:extLst>
              <a:ext uri="{FF2B5EF4-FFF2-40B4-BE49-F238E27FC236}">
                <a16:creationId xmlns:a16="http://schemas.microsoft.com/office/drawing/2014/main" id="{F8E2A581-D653-4CE2-AB36-47BB8BCBC16E}"/>
              </a:ext>
            </a:extLst>
          </p:cNvPr>
          <p:cNvSpPr>
            <a:spLocks noGrp="1"/>
          </p:cNvSpPr>
          <p:nvPr>
            <p:ph type="body" sz="quarter" idx="15" hasCustomPrompt="1"/>
          </p:nvPr>
        </p:nvSpPr>
        <p:spPr>
          <a:xfrm>
            <a:off x="611198" y="1859209"/>
            <a:ext cx="4010544" cy="4113858"/>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Tree>
    <p:extLst>
      <p:ext uri="{BB962C8B-B14F-4D97-AF65-F5344CB8AC3E}">
        <p14:creationId xmlns:p14="http://schemas.microsoft.com/office/powerpoint/2010/main" val="214117611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3 Text Callout Boxes C">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6C44A4-3491-438B-8741-0A7F7EC58004}"/>
              </a:ext>
            </a:extLst>
          </p:cNvPr>
          <p:cNvSpPr/>
          <p:nvPr/>
        </p:nvSpPr>
        <p:spPr>
          <a:xfrm>
            <a:off x="4957552" y="1611086"/>
            <a:ext cx="6878307" cy="226698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0" name="Rectangle 9">
            <a:extLst>
              <a:ext uri="{FF2B5EF4-FFF2-40B4-BE49-F238E27FC236}">
                <a16:creationId xmlns:a16="http://schemas.microsoft.com/office/drawing/2014/main" id="{AE627503-80B1-4306-978C-7E364D29779D}"/>
              </a:ext>
            </a:extLst>
          </p:cNvPr>
          <p:cNvSpPr/>
          <p:nvPr/>
        </p:nvSpPr>
        <p:spPr>
          <a:xfrm>
            <a:off x="4957552" y="3954201"/>
            <a:ext cx="6878309" cy="2266988"/>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8" name="Rectangle 7">
            <a:extLst>
              <a:ext uri="{FF2B5EF4-FFF2-40B4-BE49-F238E27FC236}">
                <a16:creationId xmlns:a16="http://schemas.microsoft.com/office/drawing/2014/main" id="{137E147F-8FE8-4CA8-A3BD-BB9BD439C933}"/>
              </a:ext>
            </a:extLst>
          </p:cNvPr>
          <p:cNvSpPr/>
          <p:nvPr/>
        </p:nvSpPr>
        <p:spPr>
          <a:xfrm>
            <a:off x="356141" y="1611086"/>
            <a:ext cx="4520659" cy="4610101"/>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531FA640-6510-4A2F-B498-5FC08C20196B}"/>
              </a:ext>
            </a:extLst>
          </p:cNvPr>
          <p:cNvSpPr>
            <a:spLocks noGrp="1"/>
          </p:cNvSpPr>
          <p:nvPr>
            <p:ph type="title"/>
          </p:nvPr>
        </p:nvSpPr>
        <p:spPr/>
        <p:txBody>
          <a:bodyPr/>
          <a:lstStyle/>
          <a:p>
            <a:r>
              <a:rPr lang="en-US"/>
              <a:t>Click to edit Master title style</a:t>
            </a:r>
            <a:endParaRPr/>
          </a:p>
        </p:txBody>
      </p:sp>
      <p:sp>
        <p:nvSpPr>
          <p:cNvPr id="7" name="Text Placeholder 6">
            <a:extLst>
              <a:ext uri="{FF2B5EF4-FFF2-40B4-BE49-F238E27FC236}">
                <a16:creationId xmlns:a16="http://schemas.microsoft.com/office/drawing/2014/main" id="{71309662-FBC0-4E7E-99E1-98F6888B9D3D}"/>
              </a:ext>
            </a:extLst>
          </p:cNvPr>
          <p:cNvSpPr>
            <a:spLocks noGrp="1"/>
          </p:cNvSpPr>
          <p:nvPr>
            <p:ph type="body" sz="quarter" idx="13" hasCustomPrompt="1"/>
          </p:nvPr>
        </p:nvSpPr>
        <p:spPr>
          <a:xfrm>
            <a:off x="5261621" y="4202323"/>
            <a:ext cx="6270170" cy="1770744"/>
          </a:xfrm>
        </p:spPr>
        <p:txBody>
          <a:bodyPr anchor="t"/>
          <a:lstStyle>
            <a:lvl1pPr marL="0" indent="0">
              <a:buNone/>
              <a:defRPr sz="1800">
                <a:solidFill>
                  <a:schemeClr val="tx1"/>
                </a:solidFill>
              </a:defRPr>
            </a:lvl1pPr>
            <a:lvl2pPr marL="0" indent="0">
              <a:buNone/>
              <a:defRPr sz="1800">
                <a:solidFill>
                  <a:schemeClr val="tx1"/>
                </a:solidFill>
              </a:defRPr>
            </a:lvl2pPr>
            <a:lvl3pPr marL="0" indent="0">
              <a:buNone/>
              <a:defRPr sz="1800">
                <a:solidFill>
                  <a:schemeClr val="tx1"/>
                </a:solidFill>
              </a:defRPr>
            </a:lvl3pPr>
            <a:lvl4pPr marL="0" indent="0">
              <a:buNone/>
              <a:defRPr sz="1800">
                <a:solidFill>
                  <a:schemeClr val="tx1"/>
                </a:solidFill>
              </a:defRPr>
            </a:lvl4pPr>
            <a:lvl5pPr marL="0" indent="0">
              <a:buNone/>
              <a:defRPr sz="1800">
                <a:solidFill>
                  <a:schemeClr val="tx1"/>
                </a:solidFill>
              </a:defRPr>
            </a:lvl5pPr>
            <a:lvl6pPr marL="0" indent="0">
              <a:buNone/>
              <a:defRPr sz="1800">
                <a:solidFill>
                  <a:schemeClr val="tx1"/>
                </a:solidFill>
              </a:defRPr>
            </a:lvl6pPr>
            <a:lvl7pPr marL="0" indent="0">
              <a:buNone/>
              <a:defRPr sz="1800">
                <a:solidFill>
                  <a:schemeClr val="tx1"/>
                </a:solidFill>
              </a:defRPr>
            </a:lvl7pPr>
            <a:lvl8pPr marL="0" indent="0">
              <a:buNone/>
              <a:defRPr sz="1800">
                <a:solidFill>
                  <a:schemeClr val="tx1"/>
                </a:solidFill>
              </a:defRPr>
            </a:lvl8pPr>
            <a:lvl9pPr marL="0" indent="0">
              <a:buNone/>
              <a:defRPr sz="1800">
                <a:solidFill>
                  <a:schemeClr val="tx1"/>
                </a:solidFill>
              </a:defRPr>
            </a:lvl9pPr>
          </a:lstStyle>
          <a:p>
            <a:pPr lvl="0"/>
            <a:r>
              <a:t>Click to add text</a:t>
            </a:r>
          </a:p>
          <a:p>
            <a:pPr lvl="1"/>
            <a:r>
              <a:t>Second level</a:t>
            </a:r>
          </a:p>
        </p:txBody>
      </p:sp>
      <p:sp>
        <p:nvSpPr>
          <p:cNvPr id="13" name="Text Placeholder 6">
            <a:extLst>
              <a:ext uri="{FF2B5EF4-FFF2-40B4-BE49-F238E27FC236}">
                <a16:creationId xmlns:a16="http://schemas.microsoft.com/office/drawing/2014/main" id="{6897CF32-B40A-4200-AE36-9D2839F76700}"/>
              </a:ext>
            </a:extLst>
          </p:cNvPr>
          <p:cNvSpPr>
            <a:spLocks noGrp="1"/>
          </p:cNvSpPr>
          <p:nvPr>
            <p:ph type="body" sz="quarter" idx="14" hasCustomPrompt="1"/>
          </p:nvPr>
        </p:nvSpPr>
        <p:spPr>
          <a:xfrm>
            <a:off x="5261620" y="1859208"/>
            <a:ext cx="6270170" cy="1770744"/>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
        <p:nvSpPr>
          <p:cNvPr id="14" name="Text Placeholder 6">
            <a:extLst>
              <a:ext uri="{FF2B5EF4-FFF2-40B4-BE49-F238E27FC236}">
                <a16:creationId xmlns:a16="http://schemas.microsoft.com/office/drawing/2014/main" id="{F8E2A581-D653-4CE2-AB36-47BB8BCBC16E}"/>
              </a:ext>
            </a:extLst>
          </p:cNvPr>
          <p:cNvSpPr>
            <a:spLocks noGrp="1"/>
          </p:cNvSpPr>
          <p:nvPr>
            <p:ph type="body" sz="quarter" idx="15" hasCustomPrompt="1"/>
          </p:nvPr>
        </p:nvSpPr>
        <p:spPr>
          <a:xfrm>
            <a:off x="611198" y="1859209"/>
            <a:ext cx="4010544" cy="4113858"/>
          </a:xfrm>
        </p:spPr>
        <p:txBody>
          <a:bodyPr anchor="t"/>
          <a:lstStyle>
            <a:lvl1pPr marL="0" indent="0">
              <a:buNone/>
              <a:defRPr sz="1800">
                <a:solidFill>
                  <a:schemeClr val="bg1"/>
                </a:solidFill>
              </a:defRPr>
            </a:lvl1pPr>
            <a:lvl2pPr marL="0" indent="0">
              <a:buNone/>
              <a:defRPr sz="1800">
                <a:solidFill>
                  <a:schemeClr val="bg1"/>
                </a:solidFill>
              </a:defRPr>
            </a:lvl2pPr>
            <a:lvl3pPr marL="0" indent="0">
              <a:buNone/>
              <a:defRPr sz="1800">
                <a:solidFill>
                  <a:schemeClr val="bg1"/>
                </a:solidFill>
              </a:defRPr>
            </a:lvl3pPr>
            <a:lvl4pPr marL="0" indent="0">
              <a:buNone/>
              <a:defRPr sz="1800">
                <a:solidFill>
                  <a:schemeClr val="bg1"/>
                </a:solidFill>
              </a:defRPr>
            </a:lvl4pPr>
            <a:lvl5pPr marL="0" indent="0">
              <a:buNone/>
              <a:defRPr sz="1800">
                <a:solidFill>
                  <a:schemeClr val="bg1"/>
                </a:solidFill>
              </a:defRPr>
            </a:lvl5pPr>
            <a:lvl6pPr marL="0" indent="0">
              <a:buNone/>
              <a:defRPr sz="1800">
                <a:solidFill>
                  <a:schemeClr val="bg1"/>
                </a:solidFill>
              </a:defRPr>
            </a:lvl6pPr>
            <a:lvl7pPr marL="0" indent="0">
              <a:buNone/>
              <a:defRPr sz="1800">
                <a:solidFill>
                  <a:schemeClr val="bg1"/>
                </a:solidFill>
              </a:defRPr>
            </a:lvl7pPr>
            <a:lvl8pPr marL="0" indent="0">
              <a:buNone/>
              <a:defRPr sz="1800">
                <a:solidFill>
                  <a:schemeClr val="bg1"/>
                </a:solidFill>
              </a:defRPr>
            </a:lvl8pPr>
            <a:lvl9pPr marL="0" indent="0">
              <a:buNone/>
              <a:defRPr sz="1800">
                <a:solidFill>
                  <a:schemeClr val="bg1"/>
                </a:solidFill>
              </a:defRPr>
            </a:lvl9pPr>
          </a:lstStyle>
          <a:p>
            <a:pPr lvl="0"/>
            <a:r>
              <a:t>Click to add text</a:t>
            </a:r>
          </a:p>
          <a:p>
            <a:pPr lvl="1"/>
            <a:r>
              <a:t>Second level</a:t>
            </a:r>
          </a:p>
        </p:txBody>
      </p:sp>
    </p:spTree>
    <p:extLst>
      <p:ext uri="{BB962C8B-B14F-4D97-AF65-F5344CB8AC3E}">
        <p14:creationId xmlns:p14="http://schemas.microsoft.com/office/powerpoint/2010/main" val="18083513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6 Text Boxes">
    <p:spTree>
      <p:nvGrpSpPr>
        <p:cNvPr id="1" name=""/>
        <p:cNvGrpSpPr/>
        <p:nvPr/>
      </p:nvGrpSpPr>
      <p:grpSpPr>
        <a:xfrm>
          <a:off x="0" y="0"/>
          <a:ext cx="0" cy="0"/>
          <a:chOff x="0" y="0"/>
          <a:chExt cx="0" cy="0"/>
        </a:xfrm>
      </p:grpSpPr>
      <p:sp>
        <p:nvSpPr>
          <p:cNvPr id="19" name="Rectangle 18"/>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2039296" y="1723176"/>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
        <p:nvSpPr>
          <p:cNvPr id="13" name="Text Placeholder 13"/>
          <p:cNvSpPr>
            <a:spLocks noGrp="1"/>
          </p:cNvSpPr>
          <p:nvPr>
            <p:ph type="body" sz="quarter" idx="15" hasCustomPrompt="1"/>
          </p:nvPr>
        </p:nvSpPr>
        <p:spPr>
          <a:xfrm>
            <a:off x="6235751" y="1723176"/>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
        <p:nvSpPr>
          <p:cNvPr id="14" name="Text Placeholder 13"/>
          <p:cNvSpPr>
            <a:spLocks noGrp="1"/>
          </p:cNvSpPr>
          <p:nvPr>
            <p:ph type="body" sz="quarter" idx="16" hasCustomPrompt="1"/>
          </p:nvPr>
        </p:nvSpPr>
        <p:spPr>
          <a:xfrm>
            <a:off x="2039296" y="3164175"/>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
        <p:nvSpPr>
          <p:cNvPr id="15" name="Text Placeholder 13"/>
          <p:cNvSpPr>
            <a:spLocks noGrp="1"/>
          </p:cNvSpPr>
          <p:nvPr>
            <p:ph type="body" sz="quarter" idx="17" hasCustomPrompt="1"/>
          </p:nvPr>
        </p:nvSpPr>
        <p:spPr>
          <a:xfrm>
            <a:off x="6235751" y="3164175"/>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
        <p:nvSpPr>
          <p:cNvPr id="16" name="Text Placeholder 13"/>
          <p:cNvSpPr>
            <a:spLocks noGrp="1"/>
          </p:cNvSpPr>
          <p:nvPr>
            <p:ph type="body" sz="quarter" idx="18" hasCustomPrompt="1"/>
          </p:nvPr>
        </p:nvSpPr>
        <p:spPr>
          <a:xfrm>
            <a:off x="2039296" y="4605177"/>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
        <p:nvSpPr>
          <p:cNvPr id="17" name="Text Placeholder 13"/>
          <p:cNvSpPr>
            <a:spLocks noGrp="1"/>
          </p:cNvSpPr>
          <p:nvPr>
            <p:ph type="body" sz="quarter" idx="19" hasCustomPrompt="1"/>
          </p:nvPr>
        </p:nvSpPr>
        <p:spPr>
          <a:xfrm>
            <a:off x="6235751" y="4605177"/>
            <a:ext cx="3910239" cy="1262873"/>
          </a:xfrm>
          <a:solidFill>
            <a:schemeClr val="accent1"/>
          </a:solidFill>
          <a:ln>
            <a:noFill/>
          </a:ln>
        </p:spPr>
        <p:txBody>
          <a:bodyPr lIns="182880" tIns="91440" rIns="182880" bIns="91440" anchor="ctr">
            <a:noAutofit/>
          </a:bodyPr>
          <a:lstStyle>
            <a:lvl1pPr marL="0" indent="0" algn="ctr">
              <a:lnSpc>
                <a:spcPct val="100000"/>
              </a:lnSpc>
              <a:spcBef>
                <a:spcPts val="0"/>
              </a:spcBef>
              <a:buNone/>
              <a:defRPr sz="2200" b="0" i="0">
                <a:solidFill>
                  <a:srgbClr val="FFFFFF"/>
                </a:solidFill>
              </a:defRPr>
            </a:lvl1pPr>
            <a:lvl2pPr marL="0" indent="0" algn="ctr">
              <a:lnSpc>
                <a:spcPct val="100000"/>
              </a:lnSpc>
              <a:spcBef>
                <a:spcPts val="0"/>
              </a:spcBef>
              <a:buNone/>
              <a:defRPr sz="2200">
                <a:solidFill>
                  <a:srgbClr val="FFFFFF"/>
                </a:solidFill>
              </a:defRPr>
            </a:lvl2pPr>
            <a:lvl3pPr marL="0" indent="0" algn="ctr">
              <a:lnSpc>
                <a:spcPct val="100000"/>
              </a:lnSpc>
              <a:spcBef>
                <a:spcPts val="0"/>
              </a:spcBef>
              <a:buNone/>
              <a:defRPr sz="2200">
                <a:solidFill>
                  <a:srgbClr val="FFFFFF"/>
                </a:solidFill>
              </a:defRPr>
            </a:lvl3pPr>
            <a:lvl4pPr marL="0" indent="0" algn="ctr">
              <a:lnSpc>
                <a:spcPct val="100000"/>
              </a:lnSpc>
              <a:spcBef>
                <a:spcPts val="0"/>
              </a:spcBef>
              <a:buNone/>
              <a:defRPr sz="2200">
                <a:solidFill>
                  <a:srgbClr val="FFFFFF"/>
                </a:solidFill>
              </a:defRPr>
            </a:lvl4pPr>
            <a:lvl5pPr marL="0" indent="0" algn="ctr">
              <a:lnSpc>
                <a:spcPct val="100000"/>
              </a:lnSpc>
              <a:spcBef>
                <a:spcPts val="0"/>
              </a:spcBef>
              <a:buNone/>
              <a:defRPr sz="2200">
                <a:solidFill>
                  <a:srgbClr val="FFFFFF"/>
                </a:solidFill>
              </a:defRPr>
            </a:lvl5pPr>
            <a:lvl6pPr marL="0" indent="0" algn="ctr">
              <a:lnSpc>
                <a:spcPct val="100000"/>
              </a:lnSpc>
              <a:spcBef>
                <a:spcPts val="0"/>
              </a:spcBef>
              <a:buNone/>
              <a:defRPr sz="2200">
                <a:solidFill>
                  <a:srgbClr val="FFFFFF"/>
                </a:solidFill>
              </a:defRPr>
            </a:lvl6pPr>
            <a:lvl7pPr marL="0" indent="0" algn="ctr">
              <a:lnSpc>
                <a:spcPct val="100000"/>
              </a:lnSpc>
              <a:spcBef>
                <a:spcPts val="0"/>
              </a:spcBef>
              <a:buNone/>
              <a:defRPr sz="2200">
                <a:solidFill>
                  <a:srgbClr val="FFFFFF"/>
                </a:solidFill>
              </a:defRPr>
            </a:lvl7pPr>
            <a:lvl8pPr marL="0" indent="0" algn="ctr">
              <a:lnSpc>
                <a:spcPct val="100000"/>
              </a:lnSpc>
              <a:spcBef>
                <a:spcPts val="0"/>
              </a:spcBef>
              <a:buNone/>
              <a:defRPr sz="2200">
                <a:solidFill>
                  <a:srgbClr val="FFFFFF"/>
                </a:solidFill>
              </a:defRPr>
            </a:lvl8pPr>
            <a:lvl9pPr marL="0" indent="0" algn="ctr">
              <a:lnSpc>
                <a:spcPct val="100000"/>
              </a:lnSpc>
              <a:spcBef>
                <a:spcPts val="0"/>
              </a:spcBef>
              <a:buNone/>
              <a:defRPr sz="2200">
                <a:solidFill>
                  <a:srgbClr val="FFFFFF"/>
                </a:solidFill>
              </a:defRPr>
            </a:lvl9pPr>
          </a:lstStyle>
          <a:p>
            <a:pPr lvl="0"/>
            <a:r>
              <a:t>Click to add text</a:t>
            </a:r>
          </a:p>
        </p:txBody>
      </p:sp>
    </p:spTree>
    <p:extLst>
      <p:ext uri="{BB962C8B-B14F-4D97-AF65-F5344CB8AC3E}">
        <p14:creationId xmlns:p14="http://schemas.microsoft.com/office/powerpoint/2010/main" val="218624124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nterlocking Boxes on Lt Gray">
    <p:spTree>
      <p:nvGrpSpPr>
        <p:cNvPr id="1" name=""/>
        <p:cNvGrpSpPr/>
        <p:nvPr/>
      </p:nvGrpSpPr>
      <p:grpSpPr>
        <a:xfrm>
          <a:off x="0" y="0"/>
          <a:ext cx="0" cy="0"/>
          <a:chOff x="0" y="0"/>
          <a:chExt cx="0" cy="0"/>
        </a:xfrm>
      </p:grpSpPr>
      <p:sp>
        <p:nvSpPr>
          <p:cNvPr id="14" name="Rectangle 1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6" hasCustomPrompt="1"/>
          </p:nvPr>
        </p:nvSpPr>
        <p:spPr>
          <a:xfrm>
            <a:off x="1430937" y="2069960"/>
            <a:ext cx="6705600" cy="1886046"/>
          </a:xfrm>
          <a:solidFill>
            <a:srgbClr val="595959"/>
          </a:solidFill>
        </p:spPr>
        <p:txBody>
          <a:bodyPr lIns="320040" tIns="274320" rIns="320040" bIns="274320">
            <a:noAutofit/>
          </a:bodyPr>
          <a:lstStyle>
            <a:lvl1pPr marL="0" indent="0">
              <a:lnSpc>
                <a:spcPct val="100000"/>
              </a:lnSpc>
              <a:spcBef>
                <a:spcPts val="0"/>
              </a:spcBef>
              <a:buNone/>
              <a:defRPr sz="2400" b="0" i="0">
                <a:solidFill>
                  <a:srgbClr val="FFFFFF"/>
                </a:solidFill>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Click to add text</a:t>
            </a:r>
          </a:p>
        </p:txBody>
      </p:sp>
      <p:sp>
        <p:nvSpPr>
          <p:cNvPr id="17" name="Text Placeholder 13"/>
          <p:cNvSpPr>
            <a:spLocks noGrp="1"/>
          </p:cNvSpPr>
          <p:nvPr>
            <p:ph type="body" sz="quarter" idx="17" hasCustomPrompt="1"/>
          </p:nvPr>
        </p:nvSpPr>
        <p:spPr>
          <a:xfrm>
            <a:off x="4201923" y="3727308"/>
            <a:ext cx="6705600" cy="1883664"/>
          </a:xfrm>
          <a:solidFill>
            <a:srgbClr val="FF6600"/>
          </a:solidFill>
        </p:spPr>
        <p:txBody>
          <a:bodyPr lIns="320040" tIns="365760" rIns="320040" bIns="365760">
            <a:noAutofit/>
          </a:bodyPr>
          <a:lstStyle>
            <a:lvl1pPr marL="0" indent="0">
              <a:lnSpc>
                <a:spcPct val="100000"/>
              </a:lnSpc>
              <a:spcBef>
                <a:spcPts val="0"/>
              </a:spcBef>
              <a:buNone/>
              <a:defRPr sz="2400" b="0" i="0">
                <a:solidFill>
                  <a:srgbClr val="FFFFFF"/>
                </a:solidFill>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Click to add text</a:t>
            </a:r>
          </a:p>
        </p:txBody>
      </p:sp>
    </p:spTree>
    <p:extLst>
      <p:ext uri="{BB962C8B-B14F-4D97-AF65-F5344CB8AC3E}">
        <p14:creationId xmlns:p14="http://schemas.microsoft.com/office/powerpoint/2010/main" val="2913415796"/>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nterlocking Boxes B">
    <p:spTree>
      <p:nvGrpSpPr>
        <p:cNvPr id="1" name=""/>
        <p:cNvGrpSpPr/>
        <p:nvPr/>
      </p:nvGrpSpPr>
      <p:grpSpPr>
        <a:xfrm>
          <a:off x="0" y="0"/>
          <a:ext cx="0" cy="0"/>
          <a:chOff x="0" y="0"/>
          <a:chExt cx="0" cy="0"/>
        </a:xfrm>
      </p:grpSpPr>
      <p:sp>
        <p:nvSpPr>
          <p:cNvPr id="14" name="Rectangle 1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6" hasCustomPrompt="1"/>
          </p:nvPr>
        </p:nvSpPr>
        <p:spPr>
          <a:xfrm>
            <a:off x="1430937" y="2069960"/>
            <a:ext cx="6705600" cy="1886047"/>
          </a:xfrm>
          <a:solidFill>
            <a:srgbClr val="FFFFFF"/>
          </a:solidFill>
        </p:spPr>
        <p:txBody>
          <a:bodyPr lIns="320040" tIns="274320" rIns="320040" bIns="274320">
            <a:noAutofit/>
          </a:bodyPr>
          <a:lstStyle>
            <a:lvl1pPr marL="0" indent="0">
              <a:lnSpc>
                <a:spcPct val="100000"/>
              </a:lnSpc>
              <a:spcBef>
                <a:spcPts val="0"/>
              </a:spcBef>
              <a:buNone/>
              <a:defRPr sz="2400" b="0" i="0">
                <a:solidFill>
                  <a:schemeClr val="tx1"/>
                </a:solidFill>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Click to add text</a:t>
            </a:r>
          </a:p>
        </p:txBody>
      </p:sp>
      <p:sp>
        <p:nvSpPr>
          <p:cNvPr id="17" name="Text Placeholder 13"/>
          <p:cNvSpPr>
            <a:spLocks noGrp="1"/>
          </p:cNvSpPr>
          <p:nvPr>
            <p:ph type="body" sz="quarter" idx="17" hasCustomPrompt="1"/>
          </p:nvPr>
        </p:nvSpPr>
        <p:spPr>
          <a:xfrm>
            <a:off x="4201923" y="3727308"/>
            <a:ext cx="6705600" cy="1883664"/>
          </a:xfrm>
          <a:solidFill>
            <a:srgbClr val="FF6600"/>
          </a:solidFill>
        </p:spPr>
        <p:txBody>
          <a:bodyPr lIns="320040" tIns="365760" rIns="320040" bIns="365760">
            <a:noAutofit/>
          </a:bodyPr>
          <a:lstStyle>
            <a:lvl1pPr marL="0" indent="0">
              <a:lnSpc>
                <a:spcPct val="100000"/>
              </a:lnSpc>
              <a:spcBef>
                <a:spcPts val="0"/>
              </a:spcBef>
              <a:buNone/>
              <a:defRPr sz="2400" b="0" i="0">
                <a:solidFill>
                  <a:srgbClr val="FFFFFF"/>
                </a:solidFill>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Click to add text</a:t>
            </a:r>
          </a:p>
        </p:txBody>
      </p:sp>
    </p:spTree>
    <p:extLst>
      <p:ext uri="{BB962C8B-B14F-4D97-AF65-F5344CB8AC3E}">
        <p14:creationId xmlns:p14="http://schemas.microsoft.com/office/powerpoint/2010/main" val="12154386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Interlocking Boxes C">
    <p:spTree>
      <p:nvGrpSpPr>
        <p:cNvPr id="1" name=""/>
        <p:cNvGrpSpPr/>
        <p:nvPr/>
      </p:nvGrpSpPr>
      <p:grpSpPr>
        <a:xfrm>
          <a:off x="0" y="0"/>
          <a:ext cx="0" cy="0"/>
          <a:chOff x="0" y="0"/>
          <a:chExt cx="0" cy="0"/>
        </a:xfrm>
      </p:grpSpPr>
      <p:sp>
        <p:nvSpPr>
          <p:cNvPr id="13" name="Rectangle 12"/>
          <p:cNvSpPr/>
          <p:nvPr/>
        </p:nvSpPr>
        <p:spPr bwMode="ltGray">
          <a:xfrm>
            <a:off x="0" y="1130021"/>
            <a:ext cx="12192000" cy="5194579"/>
          </a:xfrm>
          <a:prstGeom prst="rect">
            <a:avLst/>
          </a:prstGeom>
          <a:solidFill>
            <a:srgbClr val="669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5" name="Rectangle 4">
            <a:extLst>
              <a:ext uri="{FF2B5EF4-FFF2-40B4-BE49-F238E27FC236}">
                <a16:creationId xmlns:a16="http://schemas.microsoft.com/office/drawing/2014/main" id="{07E6E1AB-9D4E-456E-83E2-7B4C3C514384}"/>
              </a:ext>
            </a:extLst>
          </p:cNvPr>
          <p:cNvSpPr/>
          <p:nvPr/>
        </p:nvSpPr>
        <p:spPr>
          <a:xfrm>
            <a:off x="536712" y="2069960"/>
            <a:ext cx="5773665" cy="1883664"/>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7" name="Text Placeholder 13"/>
          <p:cNvSpPr>
            <a:spLocks noGrp="1"/>
          </p:cNvSpPr>
          <p:nvPr>
            <p:ph type="body" sz="quarter" idx="14" hasCustomPrompt="1"/>
          </p:nvPr>
        </p:nvSpPr>
        <p:spPr>
          <a:xfrm>
            <a:off x="794479" y="2237434"/>
            <a:ext cx="5301521" cy="1555077"/>
          </a:xfrm>
          <a:noFill/>
        </p:spPr>
        <p:txBody>
          <a:bodyPr lIns="91440" tIns="91440" rIns="91440" bIns="91440" anchor="t" anchorCtr="0">
            <a:noAutofit/>
          </a:bodyPr>
          <a:lstStyle>
            <a:lvl1pPr marL="0" indent="0">
              <a:lnSpc>
                <a:spcPct val="100000"/>
              </a:lnSpc>
              <a:spcBef>
                <a:spcPts val="0"/>
              </a:spcBef>
              <a:buNone/>
              <a:defRPr sz="2000" b="0" i="0"/>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4" name="Rectangle 3">
            <a:extLst>
              <a:ext uri="{FF2B5EF4-FFF2-40B4-BE49-F238E27FC236}">
                <a16:creationId xmlns:a16="http://schemas.microsoft.com/office/drawing/2014/main" id="{02729ABC-A210-4D01-B761-08230C449060}"/>
              </a:ext>
            </a:extLst>
          </p:cNvPr>
          <p:cNvSpPr/>
          <p:nvPr/>
        </p:nvSpPr>
        <p:spPr>
          <a:xfrm>
            <a:off x="5888243" y="3536220"/>
            <a:ext cx="5773665" cy="1883664"/>
          </a:xfrm>
          <a:prstGeom prst="rect">
            <a:avLst/>
          </a:prstGeom>
          <a:noFill/>
          <a:ln w="952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6" name="Text Placeholder 13"/>
          <p:cNvSpPr>
            <a:spLocks noGrp="1"/>
          </p:cNvSpPr>
          <p:nvPr>
            <p:ph type="body" sz="quarter" idx="17" hasCustomPrompt="1"/>
          </p:nvPr>
        </p:nvSpPr>
        <p:spPr>
          <a:xfrm>
            <a:off x="6096000" y="4183049"/>
            <a:ext cx="5356485" cy="1033528"/>
          </a:xfrm>
          <a:noFill/>
          <a:ln>
            <a:noFill/>
          </a:ln>
        </p:spPr>
        <p:txBody>
          <a:bodyPr lIns="91440" tIns="91440" rIns="91440" bIns="9144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2F2F2"/>
                </a:solidFill>
              </a:defRPr>
            </a:lvl2pPr>
            <a:lvl3pPr marL="0" indent="0">
              <a:lnSpc>
                <a:spcPct val="100000"/>
              </a:lnSpc>
              <a:spcBef>
                <a:spcPts val="0"/>
              </a:spcBef>
              <a:buNone/>
              <a:defRPr sz="2400">
                <a:solidFill>
                  <a:srgbClr val="F2F2F2"/>
                </a:solidFill>
              </a:defRPr>
            </a:lvl3pPr>
            <a:lvl4pPr marL="0" indent="0">
              <a:lnSpc>
                <a:spcPct val="100000"/>
              </a:lnSpc>
              <a:spcBef>
                <a:spcPts val="0"/>
              </a:spcBef>
              <a:buNone/>
              <a:defRPr sz="2400">
                <a:solidFill>
                  <a:srgbClr val="F2F2F2"/>
                </a:solidFill>
              </a:defRPr>
            </a:lvl4pPr>
            <a:lvl5pPr marL="0" indent="0">
              <a:lnSpc>
                <a:spcPct val="100000"/>
              </a:lnSpc>
              <a:spcBef>
                <a:spcPts val="0"/>
              </a:spcBef>
              <a:buNone/>
              <a:defRPr sz="2400">
                <a:solidFill>
                  <a:srgbClr val="F2F2F2"/>
                </a:solidFill>
              </a:defRPr>
            </a:lvl5pPr>
            <a:lvl6pPr marL="0" indent="0">
              <a:lnSpc>
                <a:spcPct val="100000"/>
              </a:lnSpc>
              <a:spcBef>
                <a:spcPts val="0"/>
              </a:spcBef>
              <a:buNone/>
              <a:defRPr sz="2400">
                <a:solidFill>
                  <a:srgbClr val="F2F2F2"/>
                </a:solidFill>
              </a:defRPr>
            </a:lvl6pPr>
            <a:lvl7pPr marL="0" indent="0">
              <a:lnSpc>
                <a:spcPct val="100000"/>
              </a:lnSpc>
              <a:spcBef>
                <a:spcPts val="0"/>
              </a:spcBef>
              <a:buNone/>
              <a:defRPr sz="2400">
                <a:solidFill>
                  <a:srgbClr val="F2F2F2"/>
                </a:solidFill>
              </a:defRPr>
            </a:lvl7pPr>
            <a:lvl8pPr marL="0" indent="0">
              <a:lnSpc>
                <a:spcPct val="100000"/>
              </a:lnSpc>
              <a:spcBef>
                <a:spcPts val="0"/>
              </a:spcBef>
              <a:buNone/>
              <a:defRPr sz="2400">
                <a:solidFill>
                  <a:srgbClr val="F2F2F2"/>
                </a:solidFill>
              </a:defRPr>
            </a:lvl8pPr>
            <a:lvl9pPr marL="0" indent="0">
              <a:lnSpc>
                <a:spcPct val="100000"/>
              </a:lnSpc>
              <a:spcBef>
                <a:spcPts val="0"/>
              </a:spcBef>
              <a:buNone/>
              <a:defRPr sz="2400">
                <a:solidFill>
                  <a:srgbClr val="F2F2F2"/>
                </a:solidFill>
              </a:defRPr>
            </a:lvl9pPr>
          </a:lstStyle>
          <a:p>
            <a:pPr lvl="0"/>
            <a:r>
              <a:t>Click to add text</a:t>
            </a:r>
          </a:p>
        </p:txBody>
      </p:sp>
      <p:cxnSp>
        <p:nvCxnSpPr>
          <p:cNvPr id="11" name="Straight Connector 10">
            <a:extLst>
              <a:ext uri="{FF2B5EF4-FFF2-40B4-BE49-F238E27FC236}">
                <a16:creationId xmlns:a16="http://schemas.microsoft.com/office/drawing/2014/main" id="{F1AD8BA9-37F6-450C-AADB-64D4FDD98349}"/>
              </a:ext>
            </a:extLst>
          </p:cNvPr>
          <p:cNvCxnSpPr>
            <a:cxnSpLocks/>
          </p:cNvCxnSpPr>
          <p:nvPr/>
        </p:nvCxnSpPr>
        <p:spPr>
          <a:xfrm>
            <a:off x="5888243" y="3536220"/>
            <a:ext cx="420624"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DE82FFA-305B-4EB9-B301-DCFEB336FE01}"/>
              </a:ext>
            </a:extLst>
          </p:cNvPr>
          <p:cNvCxnSpPr>
            <a:cxnSpLocks/>
          </p:cNvCxnSpPr>
          <p:nvPr/>
        </p:nvCxnSpPr>
        <p:spPr>
          <a:xfrm rot="5400000">
            <a:off x="5678105" y="3743312"/>
            <a:ext cx="420624"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9093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Interlocking Box Headers">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3D9656-31C4-4AA3-878B-16A641106600}"/>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6" name="Rectangle 5">
            <a:extLst>
              <a:ext uri="{FF2B5EF4-FFF2-40B4-BE49-F238E27FC236}">
                <a16:creationId xmlns:a16="http://schemas.microsoft.com/office/drawing/2014/main" id="{DB69783B-6A66-42D6-8F4A-4D9EA891B50A}"/>
              </a:ext>
            </a:extLst>
          </p:cNvPr>
          <p:cNvSpPr/>
          <p:nvPr/>
        </p:nvSpPr>
        <p:spPr>
          <a:xfrm>
            <a:off x="550068" y="1870763"/>
            <a:ext cx="3201800" cy="1061372"/>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7" name="Rectangle 16">
            <a:extLst>
              <a:ext uri="{FF2B5EF4-FFF2-40B4-BE49-F238E27FC236}">
                <a16:creationId xmlns:a16="http://schemas.microsoft.com/office/drawing/2014/main" id="{87512864-FF90-4CB6-9B3D-8F5A459F611B}"/>
              </a:ext>
            </a:extLst>
          </p:cNvPr>
          <p:cNvSpPr/>
          <p:nvPr/>
        </p:nvSpPr>
        <p:spPr>
          <a:xfrm>
            <a:off x="550068" y="3186946"/>
            <a:ext cx="3201800" cy="1061372"/>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8" name="Rectangle 17">
            <a:extLst>
              <a:ext uri="{FF2B5EF4-FFF2-40B4-BE49-F238E27FC236}">
                <a16:creationId xmlns:a16="http://schemas.microsoft.com/office/drawing/2014/main" id="{1C116FCF-CA12-4EC5-BF92-39CCEF712B79}"/>
              </a:ext>
            </a:extLst>
          </p:cNvPr>
          <p:cNvSpPr/>
          <p:nvPr/>
        </p:nvSpPr>
        <p:spPr>
          <a:xfrm>
            <a:off x="550066" y="4516981"/>
            <a:ext cx="3201800" cy="1061372"/>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9" name="Rectangle 18">
            <a:extLst>
              <a:ext uri="{FF2B5EF4-FFF2-40B4-BE49-F238E27FC236}">
                <a16:creationId xmlns:a16="http://schemas.microsoft.com/office/drawing/2014/main" id="{15B90D6F-9DA8-45A3-82BC-916E6F024AE6}"/>
              </a:ext>
            </a:extLst>
          </p:cNvPr>
          <p:cNvSpPr/>
          <p:nvPr/>
        </p:nvSpPr>
        <p:spPr>
          <a:xfrm>
            <a:off x="3751866" y="187154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0" name="Rectangle 19">
            <a:extLst>
              <a:ext uri="{FF2B5EF4-FFF2-40B4-BE49-F238E27FC236}">
                <a16:creationId xmlns:a16="http://schemas.microsoft.com/office/drawing/2014/main" id="{733AB580-1B97-4EA4-80B7-16FD160A5F9C}"/>
              </a:ext>
            </a:extLst>
          </p:cNvPr>
          <p:cNvSpPr/>
          <p:nvPr/>
        </p:nvSpPr>
        <p:spPr>
          <a:xfrm>
            <a:off x="3751866" y="3186946"/>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9" name="Rectangle 28">
            <a:extLst>
              <a:ext uri="{FF2B5EF4-FFF2-40B4-BE49-F238E27FC236}">
                <a16:creationId xmlns:a16="http://schemas.microsoft.com/office/drawing/2014/main" id="{5D04303A-E457-4066-B044-526A0CC9ED99}"/>
              </a:ext>
            </a:extLst>
          </p:cNvPr>
          <p:cNvSpPr/>
          <p:nvPr/>
        </p:nvSpPr>
        <p:spPr>
          <a:xfrm>
            <a:off x="3751866" y="451698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2074688"/>
            <a:ext cx="2870284" cy="653517"/>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rPr dirty="0"/>
              <a:t>Header Text</a:t>
            </a:r>
          </a:p>
        </p:txBody>
      </p:sp>
      <p:sp>
        <p:nvSpPr>
          <p:cNvPr id="21" name="Text Placeholder 13"/>
          <p:cNvSpPr>
            <a:spLocks noGrp="1"/>
          </p:cNvSpPr>
          <p:nvPr>
            <p:ph type="body" sz="quarter" idx="14" hasCustomPrompt="1"/>
          </p:nvPr>
        </p:nvSpPr>
        <p:spPr>
          <a:xfrm>
            <a:off x="3895344" y="2070669"/>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Text Placeholder 13"/>
          <p:cNvSpPr>
            <a:spLocks noGrp="1"/>
          </p:cNvSpPr>
          <p:nvPr>
            <p:ph type="body" sz="quarter" idx="18" hasCustomPrompt="1"/>
          </p:nvPr>
        </p:nvSpPr>
        <p:spPr bwMode="white">
          <a:xfrm>
            <a:off x="694348" y="3390872"/>
            <a:ext cx="2870284" cy="662140"/>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3895344" y="3386853"/>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94348" y="4720908"/>
            <a:ext cx="2870284" cy="648285"/>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4" name="Text Placeholder 13"/>
          <p:cNvSpPr>
            <a:spLocks noGrp="1"/>
          </p:cNvSpPr>
          <p:nvPr>
            <p:ph type="body" sz="quarter" idx="17" hasCustomPrompt="1"/>
          </p:nvPr>
        </p:nvSpPr>
        <p:spPr>
          <a:xfrm>
            <a:off x="3895344" y="4716887"/>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212810409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Interlocking Box Headers B">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3D9656-31C4-4AA3-878B-16A641106600}"/>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6" name="Rectangle 5">
            <a:extLst>
              <a:ext uri="{FF2B5EF4-FFF2-40B4-BE49-F238E27FC236}">
                <a16:creationId xmlns:a16="http://schemas.microsoft.com/office/drawing/2014/main" id="{DB69783B-6A66-42D6-8F4A-4D9EA891B50A}"/>
              </a:ext>
            </a:extLst>
          </p:cNvPr>
          <p:cNvSpPr/>
          <p:nvPr/>
        </p:nvSpPr>
        <p:spPr>
          <a:xfrm>
            <a:off x="550068" y="1870763"/>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7" name="Rectangle 16">
            <a:extLst>
              <a:ext uri="{FF2B5EF4-FFF2-40B4-BE49-F238E27FC236}">
                <a16:creationId xmlns:a16="http://schemas.microsoft.com/office/drawing/2014/main" id="{87512864-FF90-4CB6-9B3D-8F5A459F611B}"/>
              </a:ext>
            </a:extLst>
          </p:cNvPr>
          <p:cNvSpPr/>
          <p:nvPr/>
        </p:nvSpPr>
        <p:spPr>
          <a:xfrm>
            <a:off x="550068" y="3186946"/>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8" name="Rectangle 17">
            <a:extLst>
              <a:ext uri="{FF2B5EF4-FFF2-40B4-BE49-F238E27FC236}">
                <a16:creationId xmlns:a16="http://schemas.microsoft.com/office/drawing/2014/main" id="{1C116FCF-CA12-4EC5-BF92-39CCEF712B79}"/>
              </a:ext>
            </a:extLst>
          </p:cNvPr>
          <p:cNvSpPr/>
          <p:nvPr/>
        </p:nvSpPr>
        <p:spPr>
          <a:xfrm>
            <a:off x="550066" y="4516981"/>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9" name="Rectangle 18">
            <a:extLst>
              <a:ext uri="{FF2B5EF4-FFF2-40B4-BE49-F238E27FC236}">
                <a16:creationId xmlns:a16="http://schemas.microsoft.com/office/drawing/2014/main" id="{15B90D6F-9DA8-45A3-82BC-916E6F024AE6}"/>
              </a:ext>
            </a:extLst>
          </p:cNvPr>
          <p:cNvSpPr/>
          <p:nvPr/>
        </p:nvSpPr>
        <p:spPr>
          <a:xfrm>
            <a:off x="3751866" y="187154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0" name="Rectangle 19">
            <a:extLst>
              <a:ext uri="{FF2B5EF4-FFF2-40B4-BE49-F238E27FC236}">
                <a16:creationId xmlns:a16="http://schemas.microsoft.com/office/drawing/2014/main" id="{733AB580-1B97-4EA4-80B7-16FD160A5F9C}"/>
              </a:ext>
            </a:extLst>
          </p:cNvPr>
          <p:cNvSpPr/>
          <p:nvPr/>
        </p:nvSpPr>
        <p:spPr>
          <a:xfrm>
            <a:off x="3751866" y="3186946"/>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9" name="Rectangle 28">
            <a:extLst>
              <a:ext uri="{FF2B5EF4-FFF2-40B4-BE49-F238E27FC236}">
                <a16:creationId xmlns:a16="http://schemas.microsoft.com/office/drawing/2014/main" id="{5D04303A-E457-4066-B044-526A0CC9ED99}"/>
              </a:ext>
            </a:extLst>
          </p:cNvPr>
          <p:cNvSpPr/>
          <p:nvPr/>
        </p:nvSpPr>
        <p:spPr>
          <a:xfrm>
            <a:off x="3751866" y="451698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2074688"/>
            <a:ext cx="2870284" cy="653517"/>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3895344" y="2070669"/>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Text Placeholder 13"/>
          <p:cNvSpPr>
            <a:spLocks noGrp="1"/>
          </p:cNvSpPr>
          <p:nvPr>
            <p:ph type="body" sz="quarter" idx="18" hasCustomPrompt="1"/>
          </p:nvPr>
        </p:nvSpPr>
        <p:spPr bwMode="white">
          <a:xfrm>
            <a:off x="694348" y="3390872"/>
            <a:ext cx="2870284" cy="662140"/>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3895344" y="3386853"/>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94348" y="4720908"/>
            <a:ext cx="2870284" cy="648285"/>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4" name="Text Placeholder 13"/>
          <p:cNvSpPr>
            <a:spLocks noGrp="1"/>
          </p:cNvSpPr>
          <p:nvPr>
            <p:ph type="body" sz="quarter" idx="17" hasCustomPrompt="1"/>
          </p:nvPr>
        </p:nvSpPr>
        <p:spPr>
          <a:xfrm>
            <a:off x="3895344" y="4716887"/>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199916431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Interlocking Box Headers C">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3D9656-31C4-4AA3-878B-16A641106600}"/>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6" name="Rectangle 5">
            <a:extLst>
              <a:ext uri="{FF2B5EF4-FFF2-40B4-BE49-F238E27FC236}">
                <a16:creationId xmlns:a16="http://schemas.microsoft.com/office/drawing/2014/main" id="{DB69783B-6A66-42D6-8F4A-4D9EA891B50A}"/>
              </a:ext>
            </a:extLst>
          </p:cNvPr>
          <p:cNvSpPr/>
          <p:nvPr/>
        </p:nvSpPr>
        <p:spPr>
          <a:xfrm>
            <a:off x="550068" y="1870763"/>
            <a:ext cx="3201800" cy="1061372"/>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7" name="Rectangle 16">
            <a:extLst>
              <a:ext uri="{FF2B5EF4-FFF2-40B4-BE49-F238E27FC236}">
                <a16:creationId xmlns:a16="http://schemas.microsoft.com/office/drawing/2014/main" id="{87512864-FF90-4CB6-9B3D-8F5A459F611B}"/>
              </a:ext>
            </a:extLst>
          </p:cNvPr>
          <p:cNvSpPr/>
          <p:nvPr/>
        </p:nvSpPr>
        <p:spPr>
          <a:xfrm>
            <a:off x="550068" y="3186946"/>
            <a:ext cx="3201800" cy="1061372"/>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8" name="Rectangle 17">
            <a:extLst>
              <a:ext uri="{FF2B5EF4-FFF2-40B4-BE49-F238E27FC236}">
                <a16:creationId xmlns:a16="http://schemas.microsoft.com/office/drawing/2014/main" id="{1C116FCF-CA12-4EC5-BF92-39CCEF712B79}"/>
              </a:ext>
            </a:extLst>
          </p:cNvPr>
          <p:cNvSpPr/>
          <p:nvPr/>
        </p:nvSpPr>
        <p:spPr>
          <a:xfrm>
            <a:off x="550066" y="4516981"/>
            <a:ext cx="3201800" cy="1061372"/>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9" name="Rectangle 18">
            <a:extLst>
              <a:ext uri="{FF2B5EF4-FFF2-40B4-BE49-F238E27FC236}">
                <a16:creationId xmlns:a16="http://schemas.microsoft.com/office/drawing/2014/main" id="{15B90D6F-9DA8-45A3-82BC-916E6F024AE6}"/>
              </a:ext>
            </a:extLst>
          </p:cNvPr>
          <p:cNvSpPr/>
          <p:nvPr/>
        </p:nvSpPr>
        <p:spPr>
          <a:xfrm>
            <a:off x="3751866" y="187154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0" name="Rectangle 19">
            <a:extLst>
              <a:ext uri="{FF2B5EF4-FFF2-40B4-BE49-F238E27FC236}">
                <a16:creationId xmlns:a16="http://schemas.microsoft.com/office/drawing/2014/main" id="{733AB580-1B97-4EA4-80B7-16FD160A5F9C}"/>
              </a:ext>
            </a:extLst>
          </p:cNvPr>
          <p:cNvSpPr/>
          <p:nvPr/>
        </p:nvSpPr>
        <p:spPr>
          <a:xfrm>
            <a:off x="3751866" y="3186946"/>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9" name="Rectangle 28">
            <a:extLst>
              <a:ext uri="{FF2B5EF4-FFF2-40B4-BE49-F238E27FC236}">
                <a16:creationId xmlns:a16="http://schemas.microsoft.com/office/drawing/2014/main" id="{5D04303A-E457-4066-B044-526A0CC9ED99}"/>
              </a:ext>
            </a:extLst>
          </p:cNvPr>
          <p:cNvSpPr/>
          <p:nvPr/>
        </p:nvSpPr>
        <p:spPr>
          <a:xfrm>
            <a:off x="3751866" y="451698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2074688"/>
            <a:ext cx="2870284" cy="653517"/>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3895344" y="2070669"/>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Text Placeholder 13"/>
          <p:cNvSpPr>
            <a:spLocks noGrp="1"/>
          </p:cNvSpPr>
          <p:nvPr>
            <p:ph type="body" sz="quarter" idx="18" hasCustomPrompt="1"/>
          </p:nvPr>
        </p:nvSpPr>
        <p:spPr bwMode="white">
          <a:xfrm>
            <a:off x="694348" y="3390872"/>
            <a:ext cx="2870284" cy="662140"/>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3895344" y="3386853"/>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94348" y="4720908"/>
            <a:ext cx="2870284" cy="648285"/>
          </a:xfrm>
          <a:noFill/>
          <a:ln>
            <a:noFill/>
          </a:ln>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4" name="Text Placeholder 13"/>
          <p:cNvSpPr>
            <a:spLocks noGrp="1"/>
          </p:cNvSpPr>
          <p:nvPr>
            <p:ph type="body" sz="quarter" idx="17" hasCustomPrompt="1"/>
          </p:nvPr>
        </p:nvSpPr>
        <p:spPr>
          <a:xfrm>
            <a:off x="3895344" y="4716887"/>
            <a:ext cx="7437219" cy="652305"/>
          </a:xfrm>
          <a:noFill/>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244289687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Interlocking Boxes w Line">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3D9656-31C4-4AA3-878B-16A641106600}"/>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10" name="Rectangle 9">
            <a:extLst>
              <a:ext uri="{FF2B5EF4-FFF2-40B4-BE49-F238E27FC236}">
                <a16:creationId xmlns:a16="http://schemas.microsoft.com/office/drawing/2014/main" id="{92AA4AAD-2203-4CD5-A889-A0996827C669}"/>
              </a:ext>
            </a:extLst>
          </p:cNvPr>
          <p:cNvSpPr/>
          <p:nvPr/>
        </p:nvSpPr>
        <p:spPr>
          <a:xfrm>
            <a:off x="550068" y="1870763"/>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1" name="Rectangle 10">
            <a:extLst>
              <a:ext uri="{FF2B5EF4-FFF2-40B4-BE49-F238E27FC236}">
                <a16:creationId xmlns:a16="http://schemas.microsoft.com/office/drawing/2014/main" id="{A9E28C03-0FBD-42AA-B74E-7DDA6B317D02}"/>
              </a:ext>
            </a:extLst>
          </p:cNvPr>
          <p:cNvSpPr/>
          <p:nvPr/>
        </p:nvSpPr>
        <p:spPr>
          <a:xfrm>
            <a:off x="550068" y="3186946"/>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2" name="Rectangle 11">
            <a:extLst>
              <a:ext uri="{FF2B5EF4-FFF2-40B4-BE49-F238E27FC236}">
                <a16:creationId xmlns:a16="http://schemas.microsoft.com/office/drawing/2014/main" id="{0429A7F2-AACA-43A2-8146-C1EBD1280A61}"/>
              </a:ext>
            </a:extLst>
          </p:cNvPr>
          <p:cNvSpPr/>
          <p:nvPr/>
        </p:nvSpPr>
        <p:spPr>
          <a:xfrm>
            <a:off x="550066" y="4516981"/>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sz="2000" dirty="0"/>
          </a:p>
        </p:txBody>
      </p:sp>
      <p:sp>
        <p:nvSpPr>
          <p:cNvPr id="13" name="Rectangle 12">
            <a:extLst>
              <a:ext uri="{FF2B5EF4-FFF2-40B4-BE49-F238E27FC236}">
                <a16:creationId xmlns:a16="http://schemas.microsoft.com/office/drawing/2014/main" id="{FA7261F1-AB4B-449D-AC35-024520E3BBF9}"/>
              </a:ext>
            </a:extLst>
          </p:cNvPr>
          <p:cNvSpPr/>
          <p:nvPr/>
        </p:nvSpPr>
        <p:spPr>
          <a:xfrm>
            <a:off x="3751866" y="187154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4" name="Rectangle 13">
            <a:extLst>
              <a:ext uri="{FF2B5EF4-FFF2-40B4-BE49-F238E27FC236}">
                <a16:creationId xmlns:a16="http://schemas.microsoft.com/office/drawing/2014/main" id="{C2B86889-D4F7-4E3D-9AC3-DFE3D533E4DB}"/>
              </a:ext>
            </a:extLst>
          </p:cNvPr>
          <p:cNvSpPr/>
          <p:nvPr/>
        </p:nvSpPr>
        <p:spPr>
          <a:xfrm>
            <a:off x="3751866" y="3186946"/>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sp>
        <p:nvSpPr>
          <p:cNvPr id="15" name="Rectangle 14">
            <a:extLst>
              <a:ext uri="{FF2B5EF4-FFF2-40B4-BE49-F238E27FC236}">
                <a16:creationId xmlns:a16="http://schemas.microsoft.com/office/drawing/2014/main" id="{4788D796-BC9E-49F4-AEF8-6E636925615B}"/>
              </a:ext>
            </a:extLst>
          </p:cNvPr>
          <p:cNvSpPr/>
          <p:nvPr/>
        </p:nvSpPr>
        <p:spPr>
          <a:xfrm>
            <a:off x="3751866" y="451698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endParaRPr dirty="0"/>
          </a:p>
        </p:txBody>
      </p:sp>
      <p:cxnSp>
        <p:nvCxnSpPr>
          <p:cNvPr id="19" name="Straight Connector 18">
            <a:extLst>
              <a:ext uri="{FF2B5EF4-FFF2-40B4-BE49-F238E27FC236}">
                <a16:creationId xmlns:a16="http://schemas.microsoft.com/office/drawing/2014/main" id="{AC8FD3EE-D979-4136-AFC2-B020A4D71F91}"/>
              </a:ext>
            </a:extLst>
          </p:cNvPr>
          <p:cNvCxnSpPr>
            <a:cxnSpLocks/>
          </p:cNvCxnSpPr>
          <p:nvPr/>
        </p:nvCxnSpPr>
        <p:spPr>
          <a:xfrm>
            <a:off x="550068" y="1870763"/>
            <a:ext cx="11032334"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F2883E-5F3B-4B81-9684-B53CF8AAC554}"/>
              </a:ext>
            </a:extLst>
          </p:cNvPr>
          <p:cNvCxnSpPr>
            <a:cxnSpLocks/>
          </p:cNvCxnSpPr>
          <p:nvPr/>
        </p:nvCxnSpPr>
        <p:spPr>
          <a:xfrm>
            <a:off x="550066" y="3173090"/>
            <a:ext cx="11032334"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4DE97D4-26DE-4435-B6FF-82161667221E}"/>
              </a:ext>
            </a:extLst>
          </p:cNvPr>
          <p:cNvCxnSpPr>
            <a:cxnSpLocks/>
          </p:cNvCxnSpPr>
          <p:nvPr/>
        </p:nvCxnSpPr>
        <p:spPr>
          <a:xfrm>
            <a:off x="550066" y="4489272"/>
            <a:ext cx="11032334"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2074689"/>
            <a:ext cx="2870284" cy="653517"/>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3895344" y="2070669"/>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Text Placeholder 13"/>
          <p:cNvSpPr>
            <a:spLocks noGrp="1"/>
          </p:cNvSpPr>
          <p:nvPr>
            <p:ph type="body" sz="quarter" idx="18" hasCustomPrompt="1"/>
          </p:nvPr>
        </p:nvSpPr>
        <p:spPr bwMode="white">
          <a:xfrm>
            <a:off x="694348" y="3390872"/>
            <a:ext cx="2870284" cy="662140"/>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3895344" y="3386852"/>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94348" y="4720907"/>
            <a:ext cx="2870284" cy="648285"/>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4" name="Text Placeholder 13"/>
          <p:cNvSpPr>
            <a:spLocks noGrp="1"/>
          </p:cNvSpPr>
          <p:nvPr>
            <p:ph type="body" sz="quarter" idx="17" hasCustomPrompt="1"/>
          </p:nvPr>
        </p:nvSpPr>
        <p:spPr>
          <a:xfrm>
            <a:off x="3895344" y="4716887"/>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199824507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nterlocking Boxes w Line B">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03D9656-31C4-4AA3-878B-16A641106600}"/>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10" name="Rectangle 9">
            <a:extLst>
              <a:ext uri="{FF2B5EF4-FFF2-40B4-BE49-F238E27FC236}">
                <a16:creationId xmlns:a16="http://schemas.microsoft.com/office/drawing/2014/main" id="{92AA4AAD-2203-4CD5-A889-A0996827C669}"/>
              </a:ext>
            </a:extLst>
          </p:cNvPr>
          <p:cNvSpPr/>
          <p:nvPr/>
        </p:nvSpPr>
        <p:spPr>
          <a:xfrm>
            <a:off x="550068" y="1870763"/>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sz="2000" dirty="0"/>
          </a:p>
        </p:txBody>
      </p:sp>
      <p:sp>
        <p:nvSpPr>
          <p:cNvPr id="11" name="Rectangle 10">
            <a:extLst>
              <a:ext uri="{FF2B5EF4-FFF2-40B4-BE49-F238E27FC236}">
                <a16:creationId xmlns:a16="http://schemas.microsoft.com/office/drawing/2014/main" id="{A9E28C03-0FBD-42AA-B74E-7DDA6B317D02}"/>
              </a:ext>
            </a:extLst>
          </p:cNvPr>
          <p:cNvSpPr/>
          <p:nvPr/>
        </p:nvSpPr>
        <p:spPr>
          <a:xfrm>
            <a:off x="550068" y="3186946"/>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sz="2000" dirty="0"/>
          </a:p>
        </p:txBody>
      </p:sp>
      <p:sp>
        <p:nvSpPr>
          <p:cNvPr id="12" name="Rectangle 11">
            <a:extLst>
              <a:ext uri="{FF2B5EF4-FFF2-40B4-BE49-F238E27FC236}">
                <a16:creationId xmlns:a16="http://schemas.microsoft.com/office/drawing/2014/main" id="{0429A7F2-AACA-43A2-8146-C1EBD1280A61}"/>
              </a:ext>
            </a:extLst>
          </p:cNvPr>
          <p:cNvSpPr/>
          <p:nvPr/>
        </p:nvSpPr>
        <p:spPr>
          <a:xfrm>
            <a:off x="550066" y="4516981"/>
            <a:ext cx="3201800" cy="1061372"/>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sz="2000" dirty="0"/>
          </a:p>
        </p:txBody>
      </p:sp>
      <p:sp>
        <p:nvSpPr>
          <p:cNvPr id="13" name="Rectangle 12">
            <a:extLst>
              <a:ext uri="{FF2B5EF4-FFF2-40B4-BE49-F238E27FC236}">
                <a16:creationId xmlns:a16="http://schemas.microsoft.com/office/drawing/2014/main" id="{FA7261F1-AB4B-449D-AC35-024520E3BBF9}"/>
              </a:ext>
            </a:extLst>
          </p:cNvPr>
          <p:cNvSpPr/>
          <p:nvPr/>
        </p:nvSpPr>
        <p:spPr>
          <a:xfrm>
            <a:off x="3751866" y="187154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4" name="Rectangle 13">
            <a:extLst>
              <a:ext uri="{FF2B5EF4-FFF2-40B4-BE49-F238E27FC236}">
                <a16:creationId xmlns:a16="http://schemas.microsoft.com/office/drawing/2014/main" id="{C2B86889-D4F7-4E3D-9AC3-DFE3D533E4DB}"/>
              </a:ext>
            </a:extLst>
          </p:cNvPr>
          <p:cNvSpPr/>
          <p:nvPr/>
        </p:nvSpPr>
        <p:spPr>
          <a:xfrm>
            <a:off x="3751866" y="3186946"/>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5" name="Rectangle 14">
            <a:extLst>
              <a:ext uri="{FF2B5EF4-FFF2-40B4-BE49-F238E27FC236}">
                <a16:creationId xmlns:a16="http://schemas.microsoft.com/office/drawing/2014/main" id="{4788D796-BC9E-49F4-AEF8-6E636925615B}"/>
              </a:ext>
            </a:extLst>
          </p:cNvPr>
          <p:cNvSpPr/>
          <p:nvPr/>
        </p:nvSpPr>
        <p:spPr>
          <a:xfrm>
            <a:off x="3751866" y="4516981"/>
            <a:ext cx="7830534" cy="1061372"/>
          </a:xfrm>
          <a:prstGeom prst="rect">
            <a:avLst/>
          </a:pr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19" name="Straight Connector 18">
            <a:extLst>
              <a:ext uri="{FF2B5EF4-FFF2-40B4-BE49-F238E27FC236}">
                <a16:creationId xmlns:a16="http://schemas.microsoft.com/office/drawing/2014/main" id="{AC8FD3EE-D979-4136-AFC2-B020A4D71F91}"/>
              </a:ext>
            </a:extLst>
          </p:cNvPr>
          <p:cNvCxnSpPr>
            <a:cxnSpLocks/>
          </p:cNvCxnSpPr>
          <p:nvPr/>
        </p:nvCxnSpPr>
        <p:spPr>
          <a:xfrm>
            <a:off x="550068" y="1870763"/>
            <a:ext cx="11032334" cy="0"/>
          </a:xfrm>
          <a:prstGeom prst="line">
            <a:avLst/>
          </a:prstGeom>
          <a:ln w="762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F2883E-5F3B-4B81-9684-B53CF8AAC554}"/>
              </a:ext>
            </a:extLst>
          </p:cNvPr>
          <p:cNvCxnSpPr>
            <a:cxnSpLocks/>
          </p:cNvCxnSpPr>
          <p:nvPr/>
        </p:nvCxnSpPr>
        <p:spPr>
          <a:xfrm>
            <a:off x="550066" y="3173090"/>
            <a:ext cx="11032334" cy="0"/>
          </a:xfrm>
          <a:prstGeom prst="line">
            <a:avLst/>
          </a:prstGeom>
          <a:ln w="762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4DE97D4-26DE-4435-B6FF-82161667221E}"/>
              </a:ext>
            </a:extLst>
          </p:cNvPr>
          <p:cNvCxnSpPr>
            <a:cxnSpLocks/>
          </p:cNvCxnSpPr>
          <p:nvPr/>
        </p:nvCxnSpPr>
        <p:spPr>
          <a:xfrm>
            <a:off x="550066" y="4489272"/>
            <a:ext cx="11032334" cy="0"/>
          </a:xfrm>
          <a:prstGeom prst="line">
            <a:avLst/>
          </a:prstGeom>
          <a:ln w="76200">
            <a:solidFill>
              <a:srgbClr val="6699CC"/>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2074689"/>
            <a:ext cx="2870284" cy="653517"/>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3895344" y="2070669"/>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Text Placeholder 13"/>
          <p:cNvSpPr>
            <a:spLocks noGrp="1"/>
          </p:cNvSpPr>
          <p:nvPr>
            <p:ph type="body" sz="quarter" idx="18" hasCustomPrompt="1"/>
          </p:nvPr>
        </p:nvSpPr>
        <p:spPr bwMode="white">
          <a:xfrm>
            <a:off x="694348" y="3390872"/>
            <a:ext cx="2870284" cy="662140"/>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3895344" y="3386852"/>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94348" y="4720907"/>
            <a:ext cx="2870284" cy="648285"/>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4" name="Text Placeholder 13"/>
          <p:cNvSpPr>
            <a:spLocks noGrp="1"/>
          </p:cNvSpPr>
          <p:nvPr>
            <p:ph type="body" sz="quarter" idx="17" hasCustomPrompt="1"/>
          </p:nvPr>
        </p:nvSpPr>
        <p:spPr>
          <a:xfrm>
            <a:off x="3895344" y="4716887"/>
            <a:ext cx="7437220" cy="652305"/>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204802343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4 Interlocking Boxes w Callout + Line">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37BA7-B757-4A4A-B97C-998C867B2A7A}"/>
              </a:ext>
            </a:extLst>
          </p:cNvPr>
          <p:cNvSpPr/>
          <p:nvPr/>
        </p:nvSpPr>
        <p:spPr>
          <a:xfrm>
            <a:off x="1884218"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27807991-E0EA-453B-9E2C-F2DE277351F7}"/>
              </a:ext>
            </a:extLst>
          </p:cNvPr>
          <p:cNvSpPr/>
          <p:nvPr/>
        </p:nvSpPr>
        <p:spPr>
          <a:xfrm>
            <a:off x="550066"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8" name="Straight Connector 7">
            <a:extLst>
              <a:ext uri="{FF2B5EF4-FFF2-40B4-BE49-F238E27FC236}">
                <a16:creationId xmlns:a16="http://schemas.microsoft.com/office/drawing/2014/main" id="{397CEEB7-9EC3-4205-8F52-3233FF5B2A5D}"/>
              </a:ext>
            </a:extLst>
          </p:cNvPr>
          <p:cNvCxnSpPr>
            <a:cxnSpLocks/>
          </p:cNvCxnSpPr>
          <p:nvPr/>
        </p:nvCxnSpPr>
        <p:spPr>
          <a:xfrm>
            <a:off x="550066" y="3412682"/>
            <a:ext cx="5381900"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8AAD695-322A-408F-BA56-D26A0447C73B}"/>
              </a:ext>
            </a:extLst>
          </p:cNvPr>
          <p:cNvSpPr/>
          <p:nvPr/>
        </p:nvSpPr>
        <p:spPr>
          <a:xfrm>
            <a:off x="6244284" y="1747778"/>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5" name="Text Placeholder 13"/>
          <p:cNvSpPr>
            <a:spLocks noGrp="1"/>
          </p:cNvSpPr>
          <p:nvPr>
            <p:ph type="body" sz="quarter" idx="18" hasCustomPrompt="1"/>
          </p:nvPr>
        </p:nvSpPr>
        <p:spPr bwMode="white">
          <a:xfrm>
            <a:off x="694348" y="3616608"/>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2153937" y="3632926"/>
            <a:ext cx="3508312" cy="646331"/>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34" name="Rectangle 33">
            <a:extLst>
              <a:ext uri="{FF2B5EF4-FFF2-40B4-BE49-F238E27FC236}">
                <a16:creationId xmlns:a16="http://schemas.microsoft.com/office/drawing/2014/main" id="{546F71C5-E5BB-47F7-82E7-84F6AECDE35E}"/>
              </a:ext>
            </a:extLst>
          </p:cNvPr>
          <p:cNvSpPr/>
          <p:nvPr/>
        </p:nvSpPr>
        <p:spPr>
          <a:xfrm>
            <a:off x="6244284"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6" name="Rectangle 35">
            <a:extLst>
              <a:ext uri="{FF2B5EF4-FFF2-40B4-BE49-F238E27FC236}">
                <a16:creationId xmlns:a16="http://schemas.microsoft.com/office/drawing/2014/main" id="{D9ED3416-4457-42E1-8255-8647610C353A}"/>
              </a:ext>
            </a:extLst>
          </p:cNvPr>
          <p:cNvSpPr/>
          <p:nvPr/>
        </p:nvSpPr>
        <p:spPr>
          <a:xfrm>
            <a:off x="7591139"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11" name="Straight Connector 10">
            <a:extLst>
              <a:ext uri="{FF2B5EF4-FFF2-40B4-BE49-F238E27FC236}">
                <a16:creationId xmlns:a16="http://schemas.microsoft.com/office/drawing/2014/main" id="{93440561-2F10-45EB-B03B-DADDCF1BABD2}"/>
              </a:ext>
            </a:extLst>
          </p:cNvPr>
          <p:cNvCxnSpPr>
            <a:cxnSpLocks/>
          </p:cNvCxnSpPr>
          <p:nvPr/>
        </p:nvCxnSpPr>
        <p:spPr>
          <a:xfrm>
            <a:off x="6244284" y="3412682"/>
            <a:ext cx="5381900"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C0834392-1CB3-40D0-A13B-711435A0F470}"/>
              </a:ext>
            </a:extLst>
          </p:cNvPr>
          <p:cNvSpPr/>
          <p:nvPr/>
        </p:nvSpPr>
        <p:spPr>
          <a:xfrm>
            <a:off x="7591139" y="1747778"/>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2" name="Rectangle 31">
            <a:extLst>
              <a:ext uri="{FF2B5EF4-FFF2-40B4-BE49-F238E27FC236}">
                <a16:creationId xmlns:a16="http://schemas.microsoft.com/office/drawing/2014/main" id="{6A62E9C7-C5A8-42CB-8F63-8E490AF73244}"/>
              </a:ext>
            </a:extLst>
          </p:cNvPr>
          <p:cNvSpPr/>
          <p:nvPr/>
        </p:nvSpPr>
        <p:spPr>
          <a:xfrm>
            <a:off x="550068" y="1750546"/>
            <a:ext cx="1334149" cy="1177227"/>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3" name="Rectangle 12">
            <a:extLst>
              <a:ext uri="{FF2B5EF4-FFF2-40B4-BE49-F238E27FC236}">
                <a16:creationId xmlns:a16="http://schemas.microsoft.com/office/drawing/2014/main" id="{18EF918B-7E49-4E9B-8864-05AA7634812C}"/>
              </a:ext>
            </a:extLst>
          </p:cNvPr>
          <p:cNvSpPr/>
          <p:nvPr/>
        </p:nvSpPr>
        <p:spPr>
          <a:xfrm>
            <a:off x="1884218" y="1750546"/>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6" name="Straight Connector 5">
            <a:extLst>
              <a:ext uri="{FF2B5EF4-FFF2-40B4-BE49-F238E27FC236}">
                <a16:creationId xmlns:a16="http://schemas.microsoft.com/office/drawing/2014/main" id="{A0EE593B-1F7C-4081-86AD-18839F05DEDB}"/>
              </a:ext>
            </a:extLst>
          </p:cNvPr>
          <p:cNvCxnSpPr>
            <a:cxnSpLocks/>
          </p:cNvCxnSpPr>
          <p:nvPr/>
        </p:nvCxnSpPr>
        <p:spPr>
          <a:xfrm>
            <a:off x="550066" y="1750547"/>
            <a:ext cx="5381900"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1954473"/>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2153937" y="1954474"/>
            <a:ext cx="3508311" cy="646323"/>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4" name="Text Placeholder 13"/>
          <p:cNvSpPr>
            <a:spLocks noGrp="1"/>
          </p:cNvSpPr>
          <p:nvPr>
            <p:ph type="body" sz="quarter" idx="17" hasCustomPrompt="1"/>
          </p:nvPr>
        </p:nvSpPr>
        <p:spPr>
          <a:xfrm>
            <a:off x="7848154" y="1954474"/>
            <a:ext cx="3508311" cy="646322"/>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18" name="Text Placeholder 13">
            <a:extLst>
              <a:ext uri="{FF2B5EF4-FFF2-40B4-BE49-F238E27FC236}">
                <a16:creationId xmlns:a16="http://schemas.microsoft.com/office/drawing/2014/main" id="{B5565128-42A4-40D1-9D3A-1B89CB9109F4}"/>
              </a:ext>
            </a:extLst>
          </p:cNvPr>
          <p:cNvSpPr>
            <a:spLocks noGrp="1"/>
          </p:cNvSpPr>
          <p:nvPr>
            <p:ph type="body" sz="quarter" idx="20" hasCustomPrompt="1"/>
          </p:nvPr>
        </p:nvSpPr>
        <p:spPr bwMode="white">
          <a:xfrm>
            <a:off x="6400800" y="3616608"/>
            <a:ext cx="1190335" cy="646328"/>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19" name="Text Placeholder 13">
            <a:extLst>
              <a:ext uri="{FF2B5EF4-FFF2-40B4-BE49-F238E27FC236}">
                <a16:creationId xmlns:a16="http://schemas.microsoft.com/office/drawing/2014/main" id="{8E6DAAE8-CB86-47B9-BE65-74499BC0DAF8}"/>
              </a:ext>
            </a:extLst>
          </p:cNvPr>
          <p:cNvSpPr>
            <a:spLocks noGrp="1"/>
          </p:cNvSpPr>
          <p:nvPr>
            <p:ph type="body" sz="quarter" idx="21" hasCustomPrompt="1"/>
          </p:nvPr>
        </p:nvSpPr>
        <p:spPr>
          <a:xfrm>
            <a:off x="7848154" y="3632926"/>
            <a:ext cx="3508311" cy="630004"/>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9" name="Text Placeholder 8">
            <a:extLst>
              <a:ext uri="{FF2B5EF4-FFF2-40B4-BE49-F238E27FC236}">
                <a16:creationId xmlns:a16="http://schemas.microsoft.com/office/drawing/2014/main" id="{3F241111-65AB-4DF2-A281-FB62DC684E81}"/>
              </a:ext>
            </a:extLst>
          </p:cNvPr>
          <p:cNvSpPr>
            <a:spLocks noGrp="1"/>
          </p:cNvSpPr>
          <p:nvPr>
            <p:ph type="body" sz="quarter" idx="22" hasCustomPrompt="1"/>
          </p:nvPr>
        </p:nvSpPr>
        <p:spPr>
          <a:xfrm>
            <a:off x="1798320" y="5004977"/>
            <a:ext cx="8595360" cy="951684"/>
          </a:xfrm>
        </p:spPr>
        <p:txBody>
          <a:bodyPr anchor="ctr"/>
          <a:lstStyle>
            <a:lvl1pPr marL="0" indent="0" algn="ctr">
              <a:spcBef>
                <a:spcPts val="0"/>
              </a:spcBef>
              <a:buFontTx/>
              <a:buNone/>
              <a:defRPr sz="2400">
                <a:solidFill>
                  <a:schemeClr val="accent1"/>
                </a:solidFill>
              </a:defRPr>
            </a:lvl1pPr>
            <a:lvl2pPr marL="0" indent="0" algn="ctr">
              <a:spcBef>
                <a:spcPts val="0"/>
              </a:spcBef>
              <a:buFontTx/>
              <a:buNone/>
              <a:defRPr sz="2400">
                <a:solidFill>
                  <a:schemeClr val="accent1"/>
                </a:solidFill>
              </a:defRPr>
            </a:lvl2pPr>
            <a:lvl3pPr marL="0" indent="0" algn="ctr">
              <a:spcBef>
                <a:spcPts val="0"/>
              </a:spcBef>
              <a:buFontTx/>
              <a:buNone/>
              <a:defRPr sz="2400">
                <a:solidFill>
                  <a:schemeClr val="accent1"/>
                </a:solidFill>
              </a:defRPr>
            </a:lvl3pPr>
            <a:lvl4pPr marL="0" indent="0" algn="ctr">
              <a:spcBef>
                <a:spcPts val="0"/>
              </a:spcBef>
              <a:buFontTx/>
              <a:buNone/>
              <a:defRPr sz="2400">
                <a:solidFill>
                  <a:schemeClr val="accent1"/>
                </a:solidFill>
              </a:defRPr>
            </a:lvl4pPr>
            <a:lvl5pPr marL="0" indent="0" algn="ctr">
              <a:spcBef>
                <a:spcPts val="0"/>
              </a:spcBef>
              <a:buFontTx/>
              <a:buNone/>
              <a:defRPr sz="2400">
                <a:solidFill>
                  <a:schemeClr val="accent1"/>
                </a:solidFill>
              </a:defRPr>
            </a:lvl5pPr>
            <a:lvl6pPr marL="0" indent="0" algn="ctr">
              <a:spcBef>
                <a:spcPts val="0"/>
              </a:spcBef>
              <a:buFontTx/>
              <a:buNone/>
              <a:defRPr sz="2400">
                <a:solidFill>
                  <a:schemeClr val="accent1"/>
                </a:solidFill>
              </a:defRPr>
            </a:lvl6pPr>
            <a:lvl7pPr marL="0" indent="0" algn="ctr">
              <a:spcBef>
                <a:spcPts val="0"/>
              </a:spcBef>
              <a:buFontTx/>
              <a:buNone/>
              <a:defRPr sz="2400">
                <a:solidFill>
                  <a:schemeClr val="accent1"/>
                </a:solidFill>
              </a:defRPr>
            </a:lvl7pPr>
            <a:lvl8pPr marL="0" indent="0" algn="ctr">
              <a:spcBef>
                <a:spcPts val="0"/>
              </a:spcBef>
              <a:buFontTx/>
              <a:buNone/>
              <a:defRPr sz="2400">
                <a:solidFill>
                  <a:schemeClr val="accent1"/>
                </a:solidFill>
              </a:defRPr>
            </a:lvl8pPr>
            <a:lvl9pPr marL="0" indent="0" algn="ctr">
              <a:spcBef>
                <a:spcPts val="0"/>
              </a:spcBef>
              <a:buFontTx/>
              <a:buNone/>
              <a:defRPr sz="2400">
                <a:solidFill>
                  <a:schemeClr val="accent1"/>
                </a:solidFill>
              </a:defRPr>
            </a:lvl9pPr>
          </a:lstStyle>
          <a:p>
            <a:pPr lvl="0"/>
            <a:r>
              <a:t>Click to add callout text</a:t>
            </a:r>
          </a:p>
        </p:txBody>
      </p:sp>
      <p:cxnSp>
        <p:nvCxnSpPr>
          <p:cNvPr id="7" name="Straight Connector 6">
            <a:extLst>
              <a:ext uri="{FF2B5EF4-FFF2-40B4-BE49-F238E27FC236}">
                <a16:creationId xmlns:a16="http://schemas.microsoft.com/office/drawing/2014/main" id="{C527FCAF-0109-438D-ADEA-93F9C6B1F056}"/>
              </a:ext>
            </a:extLst>
          </p:cNvPr>
          <p:cNvCxnSpPr>
            <a:cxnSpLocks/>
          </p:cNvCxnSpPr>
          <p:nvPr/>
        </p:nvCxnSpPr>
        <p:spPr>
          <a:xfrm>
            <a:off x="6244284" y="1750547"/>
            <a:ext cx="5381900" cy="0"/>
          </a:xfrm>
          <a:prstGeom prst="line">
            <a:avLst/>
          </a:prstGeom>
          <a:ln w="76200">
            <a:solidFill>
              <a:srgbClr val="FF6600"/>
            </a:solidFill>
          </a:ln>
        </p:spPr>
        <p:style>
          <a:lnRef idx="1">
            <a:schemeClr val="accent1"/>
          </a:lnRef>
          <a:fillRef idx="0">
            <a:schemeClr val="accent1"/>
          </a:fillRef>
          <a:effectRef idx="0">
            <a:schemeClr val="accent1"/>
          </a:effectRef>
          <a:fontRef idx="minor">
            <a:schemeClr val="tx1"/>
          </a:fontRef>
        </p:style>
      </p:cxnSp>
      <p:sp>
        <p:nvSpPr>
          <p:cNvPr id="26" name="Text Placeholder 13"/>
          <p:cNvSpPr>
            <a:spLocks noGrp="1"/>
          </p:cNvSpPr>
          <p:nvPr>
            <p:ph type="body" sz="quarter" idx="19" hasCustomPrompt="1"/>
          </p:nvPr>
        </p:nvSpPr>
        <p:spPr bwMode="white">
          <a:xfrm>
            <a:off x="6400800" y="1938156"/>
            <a:ext cx="1190335" cy="662643"/>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Tree>
    <p:extLst>
      <p:ext uri="{BB962C8B-B14F-4D97-AF65-F5344CB8AC3E}">
        <p14:creationId xmlns:p14="http://schemas.microsoft.com/office/powerpoint/2010/main" val="236266126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4 Interlocking Boxes w Callout + Line B">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37BA7-B757-4A4A-B97C-998C867B2A7A}"/>
              </a:ext>
            </a:extLst>
          </p:cNvPr>
          <p:cNvSpPr/>
          <p:nvPr/>
        </p:nvSpPr>
        <p:spPr>
          <a:xfrm>
            <a:off x="1884218"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27807991-E0EA-453B-9E2C-F2DE277351F7}"/>
              </a:ext>
            </a:extLst>
          </p:cNvPr>
          <p:cNvSpPr/>
          <p:nvPr/>
        </p:nvSpPr>
        <p:spPr>
          <a:xfrm>
            <a:off x="550066"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8" name="Straight Connector 7">
            <a:extLst>
              <a:ext uri="{FF2B5EF4-FFF2-40B4-BE49-F238E27FC236}">
                <a16:creationId xmlns:a16="http://schemas.microsoft.com/office/drawing/2014/main" id="{397CEEB7-9EC3-4205-8F52-3233FF5B2A5D}"/>
              </a:ext>
            </a:extLst>
          </p:cNvPr>
          <p:cNvCxnSpPr>
            <a:cxnSpLocks/>
          </p:cNvCxnSpPr>
          <p:nvPr/>
        </p:nvCxnSpPr>
        <p:spPr>
          <a:xfrm>
            <a:off x="550066" y="3412682"/>
            <a:ext cx="53819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8AAD695-322A-408F-BA56-D26A0447C73B}"/>
              </a:ext>
            </a:extLst>
          </p:cNvPr>
          <p:cNvSpPr/>
          <p:nvPr/>
        </p:nvSpPr>
        <p:spPr>
          <a:xfrm>
            <a:off x="6244284" y="1747778"/>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5" name="Text Placeholder 13"/>
          <p:cNvSpPr>
            <a:spLocks noGrp="1"/>
          </p:cNvSpPr>
          <p:nvPr>
            <p:ph type="body" sz="quarter" idx="18" hasCustomPrompt="1"/>
          </p:nvPr>
        </p:nvSpPr>
        <p:spPr bwMode="white">
          <a:xfrm>
            <a:off x="694348" y="3616608"/>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2153937" y="3632926"/>
            <a:ext cx="3508312" cy="646331"/>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34" name="Rectangle 33">
            <a:extLst>
              <a:ext uri="{FF2B5EF4-FFF2-40B4-BE49-F238E27FC236}">
                <a16:creationId xmlns:a16="http://schemas.microsoft.com/office/drawing/2014/main" id="{546F71C5-E5BB-47F7-82E7-84F6AECDE35E}"/>
              </a:ext>
            </a:extLst>
          </p:cNvPr>
          <p:cNvSpPr/>
          <p:nvPr/>
        </p:nvSpPr>
        <p:spPr>
          <a:xfrm>
            <a:off x="6244284"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6" name="Rectangle 35">
            <a:extLst>
              <a:ext uri="{FF2B5EF4-FFF2-40B4-BE49-F238E27FC236}">
                <a16:creationId xmlns:a16="http://schemas.microsoft.com/office/drawing/2014/main" id="{D9ED3416-4457-42E1-8255-8647610C353A}"/>
              </a:ext>
            </a:extLst>
          </p:cNvPr>
          <p:cNvSpPr/>
          <p:nvPr/>
        </p:nvSpPr>
        <p:spPr>
          <a:xfrm>
            <a:off x="7591139"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11" name="Straight Connector 10">
            <a:extLst>
              <a:ext uri="{FF2B5EF4-FFF2-40B4-BE49-F238E27FC236}">
                <a16:creationId xmlns:a16="http://schemas.microsoft.com/office/drawing/2014/main" id="{93440561-2F10-45EB-B03B-DADDCF1BABD2}"/>
              </a:ext>
            </a:extLst>
          </p:cNvPr>
          <p:cNvCxnSpPr>
            <a:cxnSpLocks/>
          </p:cNvCxnSpPr>
          <p:nvPr/>
        </p:nvCxnSpPr>
        <p:spPr>
          <a:xfrm>
            <a:off x="6244284" y="3412682"/>
            <a:ext cx="53819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C0834392-1CB3-40D0-A13B-711435A0F470}"/>
              </a:ext>
            </a:extLst>
          </p:cNvPr>
          <p:cNvSpPr/>
          <p:nvPr/>
        </p:nvSpPr>
        <p:spPr>
          <a:xfrm>
            <a:off x="7591139" y="1747778"/>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2" name="Rectangle 31">
            <a:extLst>
              <a:ext uri="{FF2B5EF4-FFF2-40B4-BE49-F238E27FC236}">
                <a16:creationId xmlns:a16="http://schemas.microsoft.com/office/drawing/2014/main" id="{6A62E9C7-C5A8-42CB-8F63-8E490AF73244}"/>
              </a:ext>
            </a:extLst>
          </p:cNvPr>
          <p:cNvSpPr/>
          <p:nvPr/>
        </p:nvSpPr>
        <p:spPr>
          <a:xfrm>
            <a:off x="550068" y="1750546"/>
            <a:ext cx="1334149" cy="1177227"/>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3" name="Rectangle 12">
            <a:extLst>
              <a:ext uri="{FF2B5EF4-FFF2-40B4-BE49-F238E27FC236}">
                <a16:creationId xmlns:a16="http://schemas.microsoft.com/office/drawing/2014/main" id="{18EF918B-7E49-4E9B-8864-05AA7634812C}"/>
              </a:ext>
            </a:extLst>
          </p:cNvPr>
          <p:cNvSpPr/>
          <p:nvPr/>
        </p:nvSpPr>
        <p:spPr>
          <a:xfrm>
            <a:off x="1884218" y="1750546"/>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cxnSp>
        <p:nvCxnSpPr>
          <p:cNvPr id="6" name="Straight Connector 5">
            <a:extLst>
              <a:ext uri="{FF2B5EF4-FFF2-40B4-BE49-F238E27FC236}">
                <a16:creationId xmlns:a16="http://schemas.microsoft.com/office/drawing/2014/main" id="{A0EE593B-1F7C-4081-86AD-18839F05DEDB}"/>
              </a:ext>
            </a:extLst>
          </p:cNvPr>
          <p:cNvCxnSpPr>
            <a:cxnSpLocks/>
          </p:cNvCxnSpPr>
          <p:nvPr/>
        </p:nvCxnSpPr>
        <p:spPr>
          <a:xfrm>
            <a:off x="550066" y="1750547"/>
            <a:ext cx="53819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1954473"/>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2153937" y="1954474"/>
            <a:ext cx="3508311" cy="646323"/>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4" name="Text Placeholder 13"/>
          <p:cNvSpPr>
            <a:spLocks noGrp="1"/>
          </p:cNvSpPr>
          <p:nvPr>
            <p:ph type="body" sz="quarter" idx="17" hasCustomPrompt="1"/>
          </p:nvPr>
        </p:nvSpPr>
        <p:spPr>
          <a:xfrm>
            <a:off x="7848154" y="1954474"/>
            <a:ext cx="3508311" cy="646322"/>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18" name="Text Placeholder 13">
            <a:extLst>
              <a:ext uri="{FF2B5EF4-FFF2-40B4-BE49-F238E27FC236}">
                <a16:creationId xmlns:a16="http://schemas.microsoft.com/office/drawing/2014/main" id="{B5565128-42A4-40D1-9D3A-1B89CB9109F4}"/>
              </a:ext>
            </a:extLst>
          </p:cNvPr>
          <p:cNvSpPr>
            <a:spLocks noGrp="1"/>
          </p:cNvSpPr>
          <p:nvPr>
            <p:ph type="body" sz="quarter" idx="20" hasCustomPrompt="1"/>
          </p:nvPr>
        </p:nvSpPr>
        <p:spPr bwMode="white">
          <a:xfrm>
            <a:off x="6400800" y="3616608"/>
            <a:ext cx="1190335" cy="646328"/>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19" name="Text Placeholder 13">
            <a:extLst>
              <a:ext uri="{FF2B5EF4-FFF2-40B4-BE49-F238E27FC236}">
                <a16:creationId xmlns:a16="http://schemas.microsoft.com/office/drawing/2014/main" id="{8E6DAAE8-CB86-47B9-BE65-74499BC0DAF8}"/>
              </a:ext>
            </a:extLst>
          </p:cNvPr>
          <p:cNvSpPr>
            <a:spLocks noGrp="1"/>
          </p:cNvSpPr>
          <p:nvPr>
            <p:ph type="body" sz="quarter" idx="21" hasCustomPrompt="1"/>
          </p:nvPr>
        </p:nvSpPr>
        <p:spPr>
          <a:xfrm>
            <a:off x="7848154" y="3632926"/>
            <a:ext cx="3508311" cy="630004"/>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cxnSp>
        <p:nvCxnSpPr>
          <p:cNvPr id="7" name="Straight Connector 6">
            <a:extLst>
              <a:ext uri="{FF2B5EF4-FFF2-40B4-BE49-F238E27FC236}">
                <a16:creationId xmlns:a16="http://schemas.microsoft.com/office/drawing/2014/main" id="{C527FCAF-0109-438D-ADEA-93F9C6B1F056}"/>
              </a:ext>
            </a:extLst>
          </p:cNvPr>
          <p:cNvCxnSpPr>
            <a:cxnSpLocks/>
          </p:cNvCxnSpPr>
          <p:nvPr/>
        </p:nvCxnSpPr>
        <p:spPr>
          <a:xfrm>
            <a:off x="6244284" y="1750547"/>
            <a:ext cx="53819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 Placeholder 13"/>
          <p:cNvSpPr>
            <a:spLocks noGrp="1"/>
          </p:cNvSpPr>
          <p:nvPr>
            <p:ph type="body" sz="quarter" idx="19" hasCustomPrompt="1"/>
          </p:nvPr>
        </p:nvSpPr>
        <p:spPr bwMode="white">
          <a:xfrm>
            <a:off x="6400800" y="1938156"/>
            <a:ext cx="1190335" cy="662643"/>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7" name="Text Placeholder 8">
            <a:extLst>
              <a:ext uri="{FF2B5EF4-FFF2-40B4-BE49-F238E27FC236}">
                <a16:creationId xmlns:a16="http://schemas.microsoft.com/office/drawing/2014/main" id="{6332C7CB-F678-4FDE-AE38-19664E776FE3}"/>
              </a:ext>
            </a:extLst>
          </p:cNvPr>
          <p:cNvSpPr>
            <a:spLocks noGrp="1"/>
          </p:cNvSpPr>
          <p:nvPr>
            <p:ph type="body" sz="quarter" idx="22" hasCustomPrompt="1"/>
          </p:nvPr>
        </p:nvSpPr>
        <p:spPr>
          <a:xfrm>
            <a:off x="1798320" y="5004978"/>
            <a:ext cx="8595360" cy="951684"/>
          </a:xfrm>
        </p:spPr>
        <p:txBody>
          <a:bodyPr anchor="ctr"/>
          <a:lstStyle>
            <a:lvl1pPr marL="0" indent="0" algn="ctr">
              <a:spcBef>
                <a:spcPts val="0"/>
              </a:spcBef>
              <a:buFontTx/>
              <a:buNone/>
              <a:defRPr sz="2400">
                <a:solidFill>
                  <a:srgbClr val="FF6600"/>
                </a:solidFill>
              </a:defRPr>
            </a:lvl1pPr>
            <a:lvl2pPr marL="0" indent="0" algn="ctr">
              <a:spcBef>
                <a:spcPts val="0"/>
              </a:spcBef>
              <a:buFontTx/>
              <a:buNone/>
              <a:defRPr sz="2400">
                <a:solidFill>
                  <a:srgbClr val="FF6600"/>
                </a:solidFill>
              </a:defRPr>
            </a:lvl2pPr>
            <a:lvl3pPr marL="0" indent="0" algn="ctr">
              <a:spcBef>
                <a:spcPts val="0"/>
              </a:spcBef>
              <a:buFontTx/>
              <a:buNone/>
              <a:defRPr sz="2400">
                <a:solidFill>
                  <a:srgbClr val="FF6600"/>
                </a:solidFill>
              </a:defRPr>
            </a:lvl3pPr>
            <a:lvl4pPr marL="0" indent="0" algn="ctr">
              <a:spcBef>
                <a:spcPts val="0"/>
              </a:spcBef>
              <a:buFontTx/>
              <a:buNone/>
              <a:defRPr sz="2400">
                <a:solidFill>
                  <a:srgbClr val="FF6600"/>
                </a:solidFill>
              </a:defRPr>
            </a:lvl4pPr>
            <a:lvl5pPr marL="0" indent="0" algn="ctr">
              <a:spcBef>
                <a:spcPts val="0"/>
              </a:spcBef>
              <a:buFontTx/>
              <a:buNone/>
              <a:defRPr sz="2400">
                <a:solidFill>
                  <a:srgbClr val="FF6600"/>
                </a:solidFill>
              </a:defRPr>
            </a:lvl5pPr>
            <a:lvl6pPr marL="0" indent="0" algn="ctr">
              <a:spcBef>
                <a:spcPts val="0"/>
              </a:spcBef>
              <a:buFontTx/>
              <a:buNone/>
              <a:defRPr sz="2400">
                <a:solidFill>
                  <a:srgbClr val="FF6600"/>
                </a:solidFill>
              </a:defRPr>
            </a:lvl6pPr>
            <a:lvl7pPr marL="0" indent="0" algn="ctr">
              <a:spcBef>
                <a:spcPts val="0"/>
              </a:spcBef>
              <a:buFontTx/>
              <a:buNone/>
              <a:defRPr sz="2400">
                <a:solidFill>
                  <a:srgbClr val="FF6600"/>
                </a:solidFill>
              </a:defRPr>
            </a:lvl7pPr>
            <a:lvl8pPr marL="0" indent="0" algn="ctr">
              <a:spcBef>
                <a:spcPts val="0"/>
              </a:spcBef>
              <a:buFontTx/>
              <a:buNone/>
              <a:defRPr sz="2400">
                <a:solidFill>
                  <a:srgbClr val="FF6600"/>
                </a:solidFill>
              </a:defRPr>
            </a:lvl8pPr>
            <a:lvl9pPr marL="0" indent="0" algn="ctr">
              <a:spcBef>
                <a:spcPts val="0"/>
              </a:spcBef>
              <a:buFontTx/>
              <a:buNone/>
              <a:defRPr sz="2400">
                <a:solidFill>
                  <a:srgbClr val="FF6600"/>
                </a:solidFill>
              </a:defRPr>
            </a:lvl9pPr>
          </a:lstStyle>
          <a:p>
            <a:pPr lvl="0"/>
            <a:r>
              <a:t>Click to add callout text</a:t>
            </a:r>
          </a:p>
        </p:txBody>
      </p:sp>
    </p:spTree>
    <p:extLst>
      <p:ext uri="{BB962C8B-B14F-4D97-AF65-F5344CB8AC3E}">
        <p14:creationId xmlns:p14="http://schemas.microsoft.com/office/powerpoint/2010/main" val="42008685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 Interlocking Boxes w Callout">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37BA7-B757-4A4A-B97C-998C867B2A7A}"/>
              </a:ext>
            </a:extLst>
          </p:cNvPr>
          <p:cNvSpPr/>
          <p:nvPr/>
        </p:nvSpPr>
        <p:spPr>
          <a:xfrm>
            <a:off x="1884218"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27807991-E0EA-453B-9E2C-F2DE277351F7}"/>
              </a:ext>
            </a:extLst>
          </p:cNvPr>
          <p:cNvSpPr/>
          <p:nvPr/>
        </p:nvSpPr>
        <p:spPr>
          <a:xfrm>
            <a:off x="550066"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3" name="Rectangle 32">
            <a:extLst>
              <a:ext uri="{FF2B5EF4-FFF2-40B4-BE49-F238E27FC236}">
                <a16:creationId xmlns:a16="http://schemas.microsoft.com/office/drawing/2014/main" id="{28AAD695-322A-408F-BA56-D26A0447C73B}"/>
              </a:ext>
            </a:extLst>
          </p:cNvPr>
          <p:cNvSpPr/>
          <p:nvPr/>
        </p:nvSpPr>
        <p:spPr>
          <a:xfrm>
            <a:off x="6244284" y="1747778"/>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5" name="Text Placeholder 13"/>
          <p:cNvSpPr>
            <a:spLocks noGrp="1"/>
          </p:cNvSpPr>
          <p:nvPr>
            <p:ph type="body" sz="quarter" idx="18" hasCustomPrompt="1"/>
          </p:nvPr>
        </p:nvSpPr>
        <p:spPr bwMode="white">
          <a:xfrm>
            <a:off x="694348" y="3616608"/>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2153937" y="3632926"/>
            <a:ext cx="3508312" cy="646331"/>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34" name="Rectangle 33">
            <a:extLst>
              <a:ext uri="{FF2B5EF4-FFF2-40B4-BE49-F238E27FC236}">
                <a16:creationId xmlns:a16="http://schemas.microsoft.com/office/drawing/2014/main" id="{546F71C5-E5BB-47F7-82E7-84F6AECDE35E}"/>
              </a:ext>
            </a:extLst>
          </p:cNvPr>
          <p:cNvSpPr/>
          <p:nvPr/>
        </p:nvSpPr>
        <p:spPr>
          <a:xfrm>
            <a:off x="6244284" y="3429000"/>
            <a:ext cx="1334149" cy="1179576"/>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6" name="Rectangle 35">
            <a:extLst>
              <a:ext uri="{FF2B5EF4-FFF2-40B4-BE49-F238E27FC236}">
                <a16:creationId xmlns:a16="http://schemas.microsoft.com/office/drawing/2014/main" id="{D9ED3416-4457-42E1-8255-8647610C353A}"/>
              </a:ext>
            </a:extLst>
          </p:cNvPr>
          <p:cNvSpPr/>
          <p:nvPr/>
        </p:nvSpPr>
        <p:spPr>
          <a:xfrm>
            <a:off x="7591139"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5" name="Rectangle 34">
            <a:extLst>
              <a:ext uri="{FF2B5EF4-FFF2-40B4-BE49-F238E27FC236}">
                <a16:creationId xmlns:a16="http://schemas.microsoft.com/office/drawing/2014/main" id="{C0834392-1CB3-40D0-A13B-711435A0F470}"/>
              </a:ext>
            </a:extLst>
          </p:cNvPr>
          <p:cNvSpPr/>
          <p:nvPr/>
        </p:nvSpPr>
        <p:spPr>
          <a:xfrm>
            <a:off x="7591139" y="1747778"/>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2" name="Rectangle 31">
            <a:extLst>
              <a:ext uri="{FF2B5EF4-FFF2-40B4-BE49-F238E27FC236}">
                <a16:creationId xmlns:a16="http://schemas.microsoft.com/office/drawing/2014/main" id="{6A62E9C7-C5A8-42CB-8F63-8E490AF73244}"/>
              </a:ext>
            </a:extLst>
          </p:cNvPr>
          <p:cNvSpPr/>
          <p:nvPr/>
        </p:nvSpPr>
        <p:spPr>
          <a:xfrm>
            <a:off x="550068" y="1750546"/>
            <a:ext cx="1334149" cy="1177227"/>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3" name="Rectangle 12">
            <a:extLst>
              <a:ext uri="{FF2B5EF4-FFF2-40B4-BE49-F238E27FC236}">
                <a16:creationId xmlns:a16="http://schemas.microsoft.com/office/drawing/2014/main" id="{18EF918B-7E49-4E9B-8864-05AA7634812C}"/>
              </a:ext>
            </a:extLst>
          </p:cNvPr>
          <p:cNvSpPr/>
          <p:nvPr/>
        </p:nvSpPr>
        <p:spPr>
          <a:xfrm>
            <a:off x="1884218" y="1750546"/>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1954473"/>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2153937" y="1954474"/>
            <a:ext cx="3508311" cy="646323"/>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4" name="Text Placeholder 13"/>
          <p:cNvSpPr>
            <a:spLocks noGrp="1"/>
          </p:cNvSpPr>
          <p:nvPr>
            <p:ph type="body" sz="quarter" idx="17" hasCustomPrompt="1"/>
          </p:nvPr>
        </p:nvSpPr>
        <p:spPr>
          <a:xfrm>
            <a:off x="7848154" y="1954474"/>
            <a:ext cx="3508311" cy="646322"/>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18" name="Text Placeholder 13">
            <a:extLst>
              <a:ext uri="{FF2B5EF4-FFF2-40B4-BE49-F238E27FC236}">
                <a16:creationId xmlns:a16="http://schemas.microsoft.com/office/drawing/2014/main" id="{B5565128-42A4-40D1-9D3A-1B89CB9109F4}"/>
              </a:ext>
            </a:extLst>
          </p:cNvPr>
          <p:cNvSpPr>
            <a:spLocks noGrp="1"/>
          </p:cNvSpPr>
          <p:nvPr>
            <p:ph type="body" sz="quarter" idx="20" hasCustomPrompt="1"/>
          </p:nvPr>
        </p:nvSpPr>
        <p:spPr bwMode="white">
          <a:xfrm>
            <a:off x="6400800" y="3616608"/>
            <a:ext cx="1190335" cy="646328"/>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19" name="Text Placeholder 13">
            <a:extLst>
              <a:ext uri="{FF2B5EF4-FFF2-40B4-BE49-F238E27FC236}">
                <a16:creationId xmlns:a16="http://schemas.microsoft.com/office/drawing/2014/main" id="{8E6DAAE8-CB86-47B9-BE65-74499BC0DAF8}"/>
              </a:ext>
            </a:extLst>
          </p:cNvPr>
          <p:cNvSpPr>
            <a:spLocks noGrp="1"/>
          </p:cNvSpPr>
          <p:nvPr>
            <p:ph type="body" sz="quarter" idx="21" hasCustomPrompt="1"/>
          </p:nvPr>
        </p:nvSpPr>
        <p:spPr>
          <a:xfrm>
            <a:off x="7848154" y="3632926"/>
            <a:ext cx="3508311" cy="630004"/>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9" name="Text Placeholder 8">
            <a:extLst>
              <a:ext uri="{FF2B5EF4-FFF2-40B4-BE49-F238E27FC236}">
                <a16:creationId xmlns:a16="http://schemas.microsoft.com/office/drawing/2014/main" id="{3F241111-65AB-4DF2-A281-FB62DC684E81}"/>
              </a:ext>
            </a:extLst>
          </p:cNvPr>
          <p:cNvSpPr>
            <a:spLocks noGrp="1"/>
          </p:cNvSpPr>
          <p:nvPr>
            <p:ph type="body" sz="quarter" idx="22" hasCustomPrompt="1"/>
          </p:nvPr>
        </p:nvSpPr>
        <p:spPr>
          <a:xfrm>
            <a:off x="1798320" y="5004977"/>
            <a:ext cx="8595360" cy="951684"/>
          </a:xfrm>
        </p:spPr>
        <p:txBody>
          <a:bodyPr anchor="ctr"/>
          <a:lstStyle>
            <a:lvl1pPr marL="0" indent="0" algn="ctr">
              <a:spcBef>
                <a:spcPts val="0"/>
              </a:spcBef>
              <a:buFontTx/>
              <a:buNone/>
              <a:defRPr sz="2400">
                <a:solidFill>
                  <a:schemeClr val="accent1"/>
                </a:solidFill>
              </a:defRPr>
            </a:lvl1pPr>
            <a:lvl2pPr marL="0" indent="0" algn="ctr">
              <a:spcBef>
                <a:spcPts val="0"/>
              </a:spcBef>
              <a:buFontTx/>
              <a:buNone/>
              <a:defRPr sz="2400">
                <a:solidFill>
                  <a:schemeClr val="accent1"/>
                </a:solidFill>
              </a:defRPr>
            </a:lvl2pPr>
            <a:lvl3pPr marL="0" indent="0" algn="ctr">
              <a:spcBef>
                <a:spcPts val="0"/>
              </a:spcBef>
              <a:buFontTx/>
              <a:buNone/>
              <a:defRPr sz="2400">
                <a:solidFill>
                  <a:schemeClr val="accent1"/>
                </a:solidFill>
              </a:defRPr>
            </a:lvl3pPr>
            <a:lvl4pPr marL="0" indent="0" algn="ctr">
              <a:spcBef>
                <a:spcPts val="0"/>
              </a:spcBef>
              <a:buFontTx/>
              <a:buNone/>
              <a:defRPr sz="2400">
                <a:solidFill>
                  <a:schemeClr val="accent1"/>
                </a:solidFill>
              </a:defRPr>
            </a:lvl4pPr>
            <a:lvl5pPr marL="0" indent="0" algn="ctr">
              <a:spcBef>
                <a:spcPts val="0"/>
              </a:spcBef>
              <a:buFontTx/>
              <a:buNone/>
              <a:defRPr sz="2400">
                <a:solidFill>
                  <a:schemeClr val="accent1"/>
                </a:solidFill>
              </a:defRPr>
            </a:lvl5pPr>
            <a:lvl6pPr marL="0" indent="0" algn="ctr">
              <a:spcBef>
                <a:spcPts val="0"/>
              </a:spcBef>
              <a:buFontTx/>
              <a:buNone/>
              <a:defRPr sz="2400">
                <a:solidFill>
                  <a:schemeClr val="accent1"/>
                </a:solidFill>
              </a:defRPr>
            </a:lvl6pPr>
            <a:lvl7pPr marL="0" indent="0" algn="ctr">
              <a:spcBef>
                <a:spcPts val="0"/>
              </a:spcBef>
              <a:buFontTx/>
              <a:buNone/>
              <a:defRPr sz="2400">
                <a:solidFill>
                  <a:schemeClr val="accent1"/>
                </a:solidFill>
              </a:defRPr>
            </a:lvl7pPr>
            <a:lvl8pPr marL="0" indent="0" algn="ctr">
              <a:spcBef>
                <a:spcPts val="0"/>
              </a:spcBef>
              <a:buFontTx/>
              <a:buNone/>
              <a:defRPr sz="2400">
                <a:solidFill>
                  <a:schemeClr val="accent1"/>
                </a:solidFill>
              </a:defRPr>
            </a:lvl8pPr>
            <a:lvl9pPr marL="0" indent="0" algn="ctr">
              <a:spcBef>
                <a:spcPts val="0"/>
              </a:spcBef>
              <a:buFontTx/>
              <a:buNone/>
              <a:defRPr sz="2400">
                <a:solidFill>
                  <a:schemeClr val="accent1"/>
                </a:solidFill>
              </a:defRPr>
            </a:lvl9pPr>
          </a:lstStyle>
          <a:p>
            <a:pPr lvl="0"/>
            <a:r>
              <a:t>Click to add callout text</a:t>
            </a:r>
          </a:p>
        </p:txBody>
      </p:sp>
      <p:sp>
        <p:nvSpPr>
          <p:cNvPr id="26" name="Text Placeholder 13"/>
          <p:cNvSpPr>
            <a:spLocks noGrp="1"/>
          </p:cNvSpPr>
          <p:nvPr>
            <p:ph type="body" sz="quarter" idx="19" hasCustomPrompt="1"/>
          </p:nvPr>
        </p:nvSpPr>
        <p:spPr bwMode="white">
          <a:xfrm>
            <a:off x="6400800" y="1938156"/>
            <a:ext cx="1190335" cy="662643"/>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Tree>
    <p:extLst>
      <p:ext uri="{BB962C8B-B14F-4D97-AF65-F5344CB8AC3E}">
        <p14:creationId xmlns:p14="http://schemas.microsoft.com/office/powerpoint/2010/main" val="98244770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4 Interlocking Boxes w Callout B">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37BA7-B757-4A4A-B97C-998C867B2A7A}"/>
              </a:ext>
            </a:extLst>
          </p:cNvPr>
          <p:cNvSpPr/>
          <p:nvPr/>
        </p:nvSpPr>
        <p:spPr>
          <a:xfrm>
            <a:off x="1884218"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27807991-E0EA-453B-9E2C-F2DE277351F7}"/>
              </a:ext>
            </a:extLst>
          </p:cNvPr>
          <p:cNvSpPr/>
          <p:nvPr/>
        </p:nvSpPr>
        <p:spPr>
          <a:xfrm>
            <a:off x="550066" y="3429000"/>
            <a:ext cx="1334149" cy="1179576"/>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3" name="Rectangle 32">
            <a:extLst>
              <a:ext uri="{FF2B5EF4-FFF2-40B4-BE49-F238E27FC236}">
                <a16:creationId xmlns:a16="http://schemas.microsoft.com/office/drawing/2014/main" id="{28AAD695-322A-408F-BA56-D26A0447C73B}"/>
              </a:ext>
            </a:extLst>
          </p:cNvPr>
          <p:cNvSpPr/>
          <p:nvPr/>
        </p:nvSpPr>
        <p:spPr>
          <a:xfrm>
            <a:off x="6244284" y="1747778"/>
            <a:ext cx="1334149" cy="1179576"/>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5" name="Text Placeholder 13"/>
          <p:cNvSpPr>
            <a:spLocks noGrp="1"/>
          </p:cNvSpPr>
          <p:nvPr>
            <p:ph type="body" sz="quarter" idx="18" hasCustomPrompt="1"/>
          </p:nvPr>
        </p:nvSpPr>
        <p:spPr bwMode="white">
          <a:xfrm>
            <a:off x="694348" y="3616608"/>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3" name="Text Placeholder 13"/>
          <p:cNvSpPr>
            <a:spLocks noGrp="1"/>
          </p:cNvSpPr>
          <p:nvPr>
            <p:ph type="body" sz="quarter" idx="16" hasCustomPrompt="1"/>
          </p:nvPr>
        </p:nvSpPr>
        <p:spPr>
          <a:xfrm>
            <a:off x="2153937" y="3632926"/>
            <a:ext cx="3508312" cy="646331"/>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34" name="Rectangle 33">
            <a:extLst>
              <a:ext uri="{FF2B5EF4-FFF2-40B4-BE49-F238E27FC236}">
                <a16:creationId xmlns:a16="http://schemas.microsoft.com/office/drawing/2014/main" id="{546F71C5-E5BB-47F7-82E7-84F6AECDE35E}"/>
              </a:ext>
            </a:extLst>
          </p:cNvPr>
          <p:cNvSpPr/>
          <p:nvPr/>
        </p:nvSpPr>
        <p:spPr>
          <a:xfrm>
            <a:off x="6244284" y="3429000"/>
            <a:ext cx="1334149" cy="1179576"/>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6" name="Rectangle 35">
            <a:extLst>
              <a:ext uri="{FF2B5EF4-FFF2-40B4-BE49-F238E27FC236}">
                <a16:creationId xmlns:a16="http://schemas.microsoft.com/office/drawing/2014/main" id="{D9ED3416-4457-42E1-8255-8647610C353A}"/>
              </a:ext>
            </a:extLst>
          </p:cNvPr>
          <p:cNvSpPr/>
          <p:nvPr/>
        </p:nvSpPr>
        <p:spPr>
          <a:xfrm>
            <a:off x="7591139" y="3429000"/>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5" name="Rectangle 34">
            <a:extLst>
              <a:ext uri="{FF2B5EF4-FFF2-40B4-BE49-F238E27FC236}">
                <a16:creationId xmlns:a16="http://schemas.microsoft.com/office/drawing/2014/main" id="{C0834392-1CB3-40D0-A13B-711435A0F470}"/>
              </a:ext>
            </a:extLst>
          </p:cNvPr>
          <p:cNvSpPr/>
          <p:nvPr/>
        </p:nvSpPr>
        <p:spPr>
          <a:xfrm>
            <a:off x="7591139" y="1747778"/>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32" name="Rectangle 31">
            <a:extLst>
              <a:ext uri="{FF2B5EF4-FFF2-40B4-BE49-F238E27FC236}">
                <a16:creationId xmlns:a16="http://schemas.microsoft.com/office/drawing/2014/main" id="{6A62E9C7-C5A8-42CB-8F63-8E490AF73244}"/>
              </a:ext>
            </a:extLst>
          </p:cNvPr>
          <p:cNvSpPr/>
          <p:nvPr/>
        </p:nvSpPr>
        <p:spPr>
          <a:xfrm>
            <a:off x="550068" y="1750546"/>
            <a:ext cx="1334149" cy="1177227"/>
          </a:xfrm>
          <a:prstGeom prst="rect">
            <a:avLst/>
          </a:prstGeom>
          <a:solidFill>
            <a:srgbClr val="6699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3" name="Rectangle 12">
            <a:extLst>
              <a:ext uri="{FF2B5EF4-FFF2-40B4-BE49-F238E27FC236}">
                <a16:creationId xmlns:a16="http://schemas.microsoft.com/office/drawing/2014/main" id="{18EF918B-7E49-4E9B-8864-05AA7634812C}"/>
              </a:ext>
            </a:extLst>
          </p:cNvPr>
          <p:cNvSpPr/>
          <p:nvPr/>
        </p:nvSpPr>
        <p:spPr>
          <a:xfrm>
            <a:off x="1884218" y="1750546"/>
            <a:ext cx="4050792" cy="1179576"/>
          </a:xfrm>
          <a:prstGeom prst="rect">
            <a:avLst/>
          </a:prstGeom>
          <a:gradFill>
            <a:gsLst>
              <a:gs pos="0">
                <a:schemeClr val="bg1"/>
              </a:gs>
              <a:gs pos="86000">
                <a:srgbClr val="EEEEEE"/>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2" name="Text Placeholder 13"/>
          <p:cNvSpPr>
            <a:spLocks noGrp="1"/>
          </p:cNvSpPr>
          <p:nvPr>
            <p:ph type="body" sz="quarter" idx="15" hasCustomPrompt="1"/>
          </p:nvPr>
        </p:nvSpPr>
        <p:spPr bwMode="white">
          <a:xfrm>
            <a:off x="694348" y="1954473"/>
            <a:ext cx="1189870" cy="646331"/>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1" name="Text Placeholder 13"/>
          <p:cNvSpPr>
            <a:spLocks noGrp="1"/>
          </p:cNvSpPr>
          <p:nvPr>
            <p:ph type="body" sz="quarter" idx="14" hasCustomPrompt="1"/>
          </p:nvPr>
        </p:nvSpPr>
        <p:spPr>
          <a:xfrm>
            <a:off x="2153937" y="1954474"/>
            <a:ext cx="3508311" cy="646323"/>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4" name="Text Placeholder 13"/>
          <p:cNvSpPr>
            <a:spLocks noGrp="1"/>
          </p:cNvSpPr>
          <p:nvPr>
            <p:ph type="body" sz="quarter" idx="17" hasCustomPrompt="1"/>
          </p:nvPr>
        </p:nvSpPr>
        <p:spPr>
          <a:xfrm>
            <a:off x="7848154" y="1954474"/>
            <a:ext cx="3508311" cy="646322"/>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18" name="Text Placeholder 13">
            <a:extLst>
              <a:ext uri="{FF2B5EF4-FFF2-40B4-BE49-F238E27FC236}">
                <a16:creationId xmlns:a16="http://schemas.microsoft.com/office/drawing/2014/main" id="{B5565128-42A4-40D1-9D3A-1B89CB9109F4}"/>
              </a:ext>
            </a:extLst>
          </p:cNvPr>
          <p:cNvSpPr>
            <a:spLocks noGrp="1"/>
          </p:cNvSpPr>
          <p:nvPr>
            <p:ph type="body" sz="quarter" idx="20" hasCustomPrompt="1"/>
          </p:nvPr>
        </p:nvSpPr>
        <p:spPr bwMode="white">
          <a:xfrm>
            <a:off x="6400800" y="3616608"/>
            <a:ext cx="1190335" cy="646328"/>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19" name="Text Placeholder 13">
            <a:extLst>
              <a:ext uri="{FF2B5EF4-FFF2-40B4-BE49-F238E27FC236}">
                <a16:creationId xmlns:a16="http://schemas.microsoft.com/office/drawing/2014/main" id="{8E6DAAE8-CB86-47B9-BE65-74499BC0DAF8}"/>
              </a:ext>
            </a:extLst>
          </p:cNvPr>
          <p:cNvSpPr>
            <a:spLocks noGrp="1"/>
          </p:cNvSpPr>
          <p:nvPr>
            <p:ph type="body" sz="quarter" idx="21" hasCustomPrompt="1"/>
          </p:nvPr>
        </p:nvSpPr>
        <p:spPr>
          <a:xfrm>
            <a:off x="7848154" y="3632926"/>
            <a:ext cx="3508311" cy="630004"/>
          </a:xfrm>
          <a:noFill/>
          <a:effectLst/>
        </p:spPr>
        <p:txBody>
          <a:bodyPr lIns="91440" tIns="45720" rIns="91440" bIns="45720" anchor="t" anchorCtr="0">
            <a:noAutofit/>
          </a:bodyPr>
          <a:lstStyle>
            <a:lvl1pPr marL="0" indent="0">
              <a:lnSpc>
                <a:spcPct val="100000"/>
              </a:lnSpc>
              <a:spcBef>
                <a:spcPts val="0"/>
              </a:spcBef>
              <a:buNone/>
              <a:defRPr sz="1800" b="0" i="0">
                <a:solidFill>
                  <a:srgbClr val="000000"/>
                </a:solidFill>
              </a:defRPr>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6" name="Text Placeholder 13"/>
          <p:cNvSpPr>
            <a:spLocks noGrp="1"/>
          </p:cNvSpPr>
          <p:nvPr>
            <p:ph type="body" sz="quarter" idx="19" hasCustomPrompt="1"/>
          </p:nvPr>
        </p:nvSpPr>
        <p:spPr bwMode="white">
          <a:xfrm>
            <a:off x="6400800" y="1938156"/>
            <a:ext cx="1190335" cy="662643"/>
          </a:xfrm>
          <a:noFill/>
          <a:ln>
            <a:noFill/>
          </a:ln>
          <a:effectLst/>
        </p:spPr>
        <p:txBody>
          <a:bodyPr lIns="91440" tIns="45720" rIns="91440" bIns="45720" anchor="t" anchorCtr="0">
            <a:noAutofit/>
          </a:bodyPr>
          <a:lstStyle>
            <a:lvl1pPr marL="0" indent="0">
              <a:lnSpc>
                <a:spcPct val="100000"/>
              </a:lnSpc>
              <a:spcBef>
                <a:spcPts val="0"/>
              </a:spcBef>
              <a:buNone/>
              <a:defRPr sz="2000" b="0" i="0">
                <a:solidFill>
                  <a:srgbClr val="FFFFFF"/>
                </a:solidFill>
              </a:defRPr>
            </a:lvl1pPr>
            <a:lvl2pPr marL="0" indent="0">
              <a:lnSpc>
                <a:spcPct val="100000"/>
              </a:lnSpc>
              <a:spcBef>
                <a:spcPts val="0"/>
              </a:spcBef>
              <a:buNone/>
              <a:defRPr sz="2400">
                <a:solidFill>
                  <a:srgbClr val="FFFFFF"/>
                </a:solidFill>
              </a:defRPr>
            </a:lvl2pPr>
            <a:lvl3pPr marL="0" indent="0">
              <a:lnSpc>
                <a:spcPct val="100000"/>
              </a:lnSpc>
              <a:spcBef>
                <a:spcPts val="0"/>
              </a:spcBef>
              <a:buNone/>
              <a:defRPr sz="2400">
                <a:solidFill>
                  <a:srgbClr val="FFFFFF"/>
                </a:solidFill>
              </a:defRPr>
            </a:lvl3pPr>
            <a:lvl4pPr marL="0" indent="0">
              <a:lnSpc>
                <a:spcPct val="100000"/>
              </a:lnSpc>
              <a:spcBef>
                <a:spcPts val="0"/>
              </a:spcBef>
              <a:buNone/>
              <a:defRPr sz="2400">
                <a:solidFill>
                  <a:srgbClr val="FFFFFF"/>
                </a:solidFill>
              </a:defRPr>
            </a:lvl4pPr>
            <a:lvl5pPr marL="0" indent="0">
              <a:lnSpc>
                <a:spcPct val="100000"/>
              </a:lnSpc>
              <a:spcBef>
                <a:spcPts val="0"/>
              </a:spcBef>
              <a:buNone/>
              <a:defRPr sz="2400">
                <a:solidFill>
                  <a:srgbClr val="FFFFFF"/>
                </a:solidFill>
              </a:defRPr>
            </a:lvl5pPr>
            <a:lvl6pPr marL="0" indent="0">
              <a:lnSpc>
                <a:spcPct val="100000"/>
              </a:lnSpc>
              <a:spcBef>
                <a:spcPts val="0"/>
              </a:spcBef>
              <a:buNone/>
              <a:defRPr sz="2400">
                <a:solidFill>
                  <a:srgbClr val="FFFFFF"/>
                </a:solidFill>
              </a:defRPr>
            </a:lvl6pPr>
            <a:lvl7pPr marL="0" indent="0">
              <a:lnSpc>
                <a:spcPct val="100000"/>
              </a:lnSpc>
              <a:spcBef>
                <a:spcPts val="0"/>
              </a:spcBef>
              <a:buNone/>
              <a:defRPr sz="2400">
                <a:solidFill>
                  <a:srgbClr val="FFFFFF"/>
                </a:solidFill>
              </a:defRPr>
            </a:lvl7pPr>
            <a:lvl8pPr marL="0" indent="0">
              <a:lnSpc>
                <a:spcPct val="100000"/>
              </a:lnSpc>
              <a:spcBef>
                <a:spcPts val="0"/>
              </a:spcBef>
              <a:buNone/>
              <a:defRPr sz="2400">
                <a:solidFill>
                  <a:srgbClr val="FFFFFF"/>
                </a:solidFill>
              </a:defRPr>
            </a:lvl8pPr>
            <a:lvl9pPr marL="0" indent="0">
              <a:lnSpc>
                <a:spcPct val="100000"/>
              </a:lnSpc>
              <a:spcBef>
                <a:spcPts val="0"/>
              </a:spcBef>
              <a:buNone/>
              <a:defRPr sz="2400">
                <a:solidFill>
                  <a:srgbClr val="FFFFFF"/>
                </a:solidFill>
              </a:defRPr>
            </a:lvl9pPr>
          </a:lstStyle>
          <a:p>
            <a:pPr lvl="0"/>
            <a:r>
              <a:t>Header Text</a:t>
            </a:r>
          </a:p>
        </p:txBody>
      </p:sp>
      <p:sp>
        <p:nvSpPr>
          <p:cNvPr id="27" name="Text Placeholder 8">
            <a:extLst>
              <a:ext uri="{FF2B5EF4-FFF2-40B4-BE49-F238E27FC236}">
                <a16:creationId xmlns:a16="http://schemas.microsoft.com/office/drawing/2014/main" id="{6766A322-3571-44C6-A106-556AB456F1F6}"/>
              </a:ext>
            </a:extLst>
          </p:cNvPr>
          <p:cNvSpPr>
            <a:spLocks noGrp="1"/>
          </p:cNvSpPr>
          <p:nvPr>
            <p:ph type="body" sz="quarter" idx="22" hasCustomPrompt="1"/>
          </p:nvPr>
        </p:nvSpPr>
        <p:spPr>
          <a:xfrm>
            <a:off x="1798320" y="5004978"/>
            <a:ext cx="8595360" cy="951684"/>
          </a:xfrm>
        </p:spPr>
        <p:txBody>
          <a:bodyPr anchor="ctr"/>
          <a:lstStyle>
            <a:lvl1pPr marL="0" indent="0" algn="ctr">
              <a:spcBef>
                <a:spcPts val="0"/>
              </a:spcBef>
              <a:buFontTx/>
              <a:buNone/>
              <a:defRPr sz="2400">
                <a:solidFill>
                  <a:srgbClr val="FF6600"/>
                </a:solidFill>
              </a:defRPr>
            </a:lvl1pPr>
            <a:lvl2pPr marL="0" indent="0" algn="ctr">
              <a:spcBef>
                <a:spcPts val="0"/>
              </a:spcBef>
              <a:buFontTx/>
              <a:buNone/>
              <a:defRPr sz="2400">
                <a:solidFill>
                  <a:srgbClr val="FF6600"/>
                </a:solidFill>
              </a:defRPr>
            </a:lvl2pPr>
            <a:lvl3pPr marL="0" indent="0" algn="ctr">
              <a:spcBef>
                <a:spcPts val="0"/>
              </a:spcBef>
              <a:buFontTx/>
              <a:buNone/>
              <a:defRPr sz="2400">
                <a:solidFill>
                  <a:srgbClr val="FF6600"/>
                </a:solidFill>
              </a:defRPr>
            </a:lvl3pPr>
            <a:lvl4pPr marL="0" indent="0" algn="ctr">
              <a:spcBef>
                <a:spcPts val="0"/>
              </a:spcBef>
              <a:buFontTx/>
              <a:buNone/>
              <a:defRPr sz="2400">
                <a:solidFill>
                  <a:srgbClr val="FF6600"/>
                </a:solidFill>
              </a:defRPr>
            </a:lvl4pPr>
            <a:lvl5pPr marL="0" indent="0" algn="ctr">
              <a:spcBef>
                <a:spcPts val="0"/>
              </a:spcBef>
              <a:buFontTx/>
              <a:buNone/>
              <a:defRPr sz="2400">
                <a:solidFill>
                  <a:srgbClr val="FF6600"/>
                </a:solidFill>
              </a:defRPr>
            </a:lvl5pPr>
            <a:lvl6pPr marL="0" indent="0" algn="ctr">
              <a:spcBef>
                <a:spcPts val="0"/>
              </a:spcBef>
              <a:buFontTx/>
              <a:buNone/>
              <a:defRPr sz="2400">
                <a:solidFill>
                  <a:srgbClr val="FF6600"/>
                </a:solidFill>
              </a:defRPr>
            </a:lvl6pPr>
            <a:lvl7pPr marL="0" indent="0" algn="ctr">
              <a:spcBef>
                <a:spcPts val="0"/>
              </a:spcBef>
              <a:buFontTx/>
              <a:buNone/>
              <a:defRPr sz="2400">
                <a:solidFill>
                  <a:srgbClr val="FF6600"/>
                </a:solidFill>
              </a:defRPr>
            </a:lvl7pPr>
            <a:lvl8pPr marL="0" indent="0" algn="ctr">
              <a:spcBef>
                <a:spcPts val="0"/>
              </a:spcBef>
              <a:buFontTx/>
              <a:buNone/>
              <a:defRPr sz="2400">
                <a:solidFill>
                  <a:srgbClr val="FF6600"/>
                </a:solidFill>
              </a:defRPr>
            </a:lvl8pPr>
            <a:lvl9pPr marL="0" indent="0" algn="ctr">
              <a:spcBef>
                <a:spcPts val="0"/>
              </a:spcBef>
              <a:buFontTx/>
              <a:buNone/>
              <a:defRPr sz="2400">
                <a:solidFill>
                  <a:srgbClr val="FF6600"/>
                </a:solidFill>
              </a:defRPr>
            </a:lvl9pPr>
          </a:lstStyle>
          <a:p>
            <a:pPr lvl="0"/>
            <a:r>
              <a:t>Click to add callout text</a:t>
            </a:r>
          </a:p>
        </p:txBody>
      </p:sp>
    </p:spTree>
    <p:extLst>
      <p:ext uri="{BB962C8B-B14F-4D97-AF65-F5344CB8AC3E}">
        <p14:creationId xmlns:p14="http://schemas.microsoft.com/office/powerpoint/2010/main" val="329577095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928607" y="2644878"/>
            <a:ext cx="4864608" cy="1568241"/>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Font typeface="Arial" panose="020B0604020202020204" pitchFamily="34" charset="0"/>
              <a:buNone/>
              <a:defRPr sz="1800" b="0" i="0">
                <a:solidFill>
                  <a:srgbClr val="000000"/>
                </a:solidFill>
                <a:latin typeface="+mn-lt"/>
              </a:defRPr>
            </a:lvl1pPr>
            <a:lvl2pPr marL="0" indent="0" algn="l">
              <a:lnSpc>
                <a:spcPct val="100000"/>
              </a:lnSpc>
              <a:spcBef>
                <a:spcPts val="0"/>
              </a:spcBef>
              <a:buFont typeface="Arial" panose="020B0604020202020204" pitchFamily="34" charset="0"/>
              <a:buNone/>
              <a:defRPr sz="1800"/>
            </a:lvl2pPr>
            <a:lvl3pPr marL="0" indent="0" algn="l">
              <a:lnSpc>
                <a:spcPct val="100000"/>
              </a:lnSpc>
              <a:spcBef>
                <a:spcPts val="0"/>
              </a:spcBef>
              <a:buFont typeface="Arial" panose="020B0604020202020204" pitchFamily="34" charset="0"/>
              <a:buNone/>
              <a:defRPr sz="1800"/>
            </a:lvl3pPr>
            <a:lvl4pPr marL="0" indent="0" algn="l">
              <a:lnSpc>
                <a:spcPct val="100000"/>
              </a:lnSpc>
              <a:spcBef>
                <a:spcPts val="0"/>
              </a:spcBef>
              <a:buFont typeface="Arial" panose="020B0604020202020204" pitchFamily="34" charset="0"/>
              <a:buNone/>
              <a:defRPr sz="1800"/>
            </a:lvl4pPr>
            <a:lvl5pPr marL="0" indent="0" algn="l">
              <a:lnSpc>
                <a:spcPct val="100000"/>
              </a:lnSpc>
              <a:spcBef>
                <a:spcPts val="0"/>
              </a:spcBef>
              <a:buFont typeface="Arial" panose="020B0604020202020204" pitchFamily="34" charset="0"/>
              <a:buNone/>
              <a:defRPr sz="1800"/>
            </a:lvl5pPr>
            <a:lvl6pPr marL="0" indent="0" algn="l">
              <a:lnSpc>
                <a:spcPct val="100000"/>
              </a:lnSpc>
              <a:spcBef>
                <a:spcPts val="0"/>
              </a:spcBef>
              <a:buFont typeface="Arial" panose="020B0604020202020204" pitchFamily="34" charset="0"/>
              <a:buNone/>
              <a:defRPr sz="1800"/>
            </a:lvl6pPr>
            <a:lvl7pPr marL="0" indent="0" algn="l">
              <a:lnSpc>
                <a:spcPct val="100000"/>
              </a:lnSpc>
              <a:spcBef>
                <a:spcPts val="0"/>
              </a:spcBef>
              <a:buFont typeface="Arial" panose="020B0604020202020204" pitchFamily="34" charset="0"/>
              <a:buNone/>
              <a:defRPr sz="1800"/>
            </a:lvl7pPr>
            <a:lvl8pPr marL="0" indent="0" algn="l">
              <a:lnSpc>
                <a:spcPct val="100000"/>
              </a:lnSpc>
              <a:spcBef>
                <a:spcPts val="0"/>
              </a:spcBef>
              <a:buFont typeface="Arial" panose="020B0604020202020204" pitchFamily="34" charset="0"/>
              <a:buNone/>
              <a:defRPr sz="1800"/>
            </a:lvl8pPr>
            <a:lvl9pPr marL="0" indent="0" algn="l">
              <a:lnSpc>
                <a:spcPct val="100000"/>
              </a:lnSpc>
              <a:spcBef>
                <a:spcPts val="0"/>
              </a:spcBef>
              <a:buFont typeface="Arial" panose="020B0604020202020204" pitchFamily="34" charset="0"/>
              <a:buNone/>
              <a:defRPr sz="1800"/>
            </a:lvl9pPr>
          </a:lstStyle>
          <a:p>
            <a:pPr lvl="0"/>
            <a:r>
              <a:t>Click to add text</a:t>
            </a:r>
          </a:p>
        </p:txBody>
      </p:sp>
      <p:sp>
        <p:nvSpPr>
          <p:cNvPr id="19" name="Text Placeholder 13"/>
          <p:cNvSpPr>
            <a:spLocks noGrp="1"/>
          </p:cNvSpPr>
          <p:nvPr>
            <p:ph type="body" sz="quarter" idx="25" hasCustomPrompt="1"/>
          </p:nvPr>
        </p:nvSpPr>
        <p:spPr>
          <a:xfrm>
            <a:off x="6423268" y="2644878"/>
            <a:ext cx="4864608" cy="1568241"/>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7702668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928607" y="2644879"/>
            <a:ext cx="3364992" cy="1578964"/>
          </a:xfrm>
          <a:solidFill>
            <a:srgbClr val="FFFFFF"/>
          </a:solidFill>
          <a:ln>
            <a:solidFill>
              <a:srgbClr val="FF6600"/>
            </a:solidFill>
          </a:ln>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8" name="Text Placeholder 13"/>
          <p:cNvSpPr>
            <a:spLocks noGrp="1"/>
          </p:cNvSpPr>
          <p:nvPr>
            <p:ph type="body" sz="quarter" idx="24" hasCustomPrompt="1"/>
          </p:nvPr>
        </p:nvSpPr>
        <p:spPr>
          <a:xfrm>
            <a:off x="4413504" y="2644879"/>
            <a:ext cx="3364992" cy="1578964"/>
          </a:xfrm>
          <a:solidFill>
            <a:srgbClr val="FFFFFF"/>
          </a:solidFill>
          <a:ln>
            <a:solidFill>
              <a:srgbClr val="FF6600"/>
            </a:solidFill>
          </a:ln>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7898401" y="2644879"/>
            <a:ext cx="3364992" cy="1578964"/>
          </a:xfrm>
          <a:solidFill>
            <a:srgbClr val="FFFFFF"/>
          </a:solidFill>
          <a:ln>
            <a:solidFill>
              <a:srgbClr val="FF6600"/>
            </a:solidFill>
          </a:ln>
        </p:spPr>
        <p:txBody>
          <a:bodyPr lIns="182880" tIns="182880" rIns="182880" bIns="182880">
            <a:noAutofit/>
          </a:bodyPr>
          <a:lstStyle>
            <a:lvl1pPr marL="0" indent="0" algn="l">
              <a:lnSpc>
                <a:spcPct val="100000"/>
              </a:lnSpc>
              <a:spcBef>
                <a:spcPts val="0"/>
              </a:spcBef>
              <a:buNone/>
              <a:defRPr sz="1800" b="0" i="0">
                <a:solidFill>
                  <a:srgbClr val="000000"/>
                </a:solidFill>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2591943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4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928607" y="2174240"/>
            <a:ext cx="4864608" cy="1568241"/>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6423268" y="2174240"/>
            <a:ext cx="4864608" cy="1568241"/>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34" name="Text Placeholder 13"/>
          <p:cNvSpPr>
            <a:spLocks noGrp="1"/>
          </p:cNvSpPr>
          <p:nvPr>
            <p:ph type="body" sz="quarter" idx="27" hasCustomPrompt="1"/>
          </p:nvPr>
        </p:nvSpPr>
        <p:spPr>
          <a:xfrm>
            <a:off x="928607" y="3826704"/>
            <a:ext cx="4864608" cy="1609002"/>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38" name="Text Placeholder 13"/>
          <p:cNvSpPr>
            <a:spLocks noGrp="1"/>
          </p:cNvSpPr>
          <p:nvPr>
            <p:ph type="body" sz="quarter" idx="31" hasCustomPrompt="1"/>
          </p:nvPr>
        </p:nvSpPr>
        <p:spPr>
          <a:xfrm>
            <a:off x="6423268" y="3826704"/>
            <a:ext cx="4864608" cy="1609002"/>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168190310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6 White Text Boxes">
    <p:spTree>
      <p:nvGrpSpPr>
        <p:cNvPr id="1" name=""/>
        <p:cNvGrpSpPr/>
        <p:nvPr/>
      </p:nvGrpSpPr>
      <p:grpSpPr>
        <a:xfrm>
          <a:off x="0" y="0"/>
          <a:ext cx="0" cy="0"/>
          <a:chOff x="0" y="0"/>
          <a:chExt cx="0" cy="0"/>
        </a:xfrm>
      </p:grpSpPr>
      <p:sp>
        <p:nvSpPr>
          <p:cNvPr id="42" name="Rectangle 41"/>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cxnSp>
        <p:nvCxnSpPr>
          <p:cNvPr id="30" name="Straight Connector 29"/>
          <p:cNvCxnSpPr>
            <a:cxnSpLocks/>
          </p:cNvCxnSpPr>
          <p:nvPr/>
        </p:nvCxnSpPr>
        <p:spPr bwMode="gray">
          <a:xfrm flipV="1">
            <a:off x="1" y="1140744"/>
            <a:ext cx="10596887" cy="410524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cxnSpLocks/>
          </p:cNvCxnSpPr>
          <p:nvPr/>
        </p:nvCxnSpPr>
        <p:spPr bwMode="gray">
          <a:xfrm flipV="1">
            <a:off x="0" y="1140744"/>
            <a:ext cx="10870467" cy="5069655"/>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gray">
          <a:xfrm flipV="1">
            <a:off x="1873192" y="1140743"/>
            <a:ext cx="9282752"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3788265" y="1140743"/>
            <a:ext cx="7605575"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gray">
          <a:xfrm flipV="1">
            <a:off x="5798495" y="1140743"/>
            <a:ext cx="582134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gray">
          <a:xfrm flipV="1">
            <a:off x="7939569" y="1140743"/>
            <a:ext cx="3882489"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V="1">
            <a:off x="9997380" y="1140743"/>
            <a:ext cx="1985256"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V="1">
            <a:off x="11893428" y="1140743"/>
            <a:ext cx="226001" cy="5169259"/>
          </a:xfrm>
          <a:prstGeom prst="line">
            <a:avLst/>
          </a:prstGeom>
          <a:ln>
            <a:solidFill>
              <a:srgbClr val="C0C0C0">
                <a:alpha val="50000"/>
              </a:srgb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0" name="Text Placeholder 13"/>
          <p:cNvSpPr>
            <a:spLocks noGrp="1"/>
          </p:cNvSpPr>
          <p:nvPr>
            <p:ph type="body" sz="quarter" idx="16" hasCustomPrompt="1"/>
          </p:nvPr>
        </p:nvSpPr>
        <p:spPr>
          <a:xfrm>
            <a:off x="928607" y="217424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8" name="Text Placeholder 13"/>
          <p:cNvSpPr>
            <a:spLocks noGrp="1"/>
          </p:cNvSpPr>
          <p:nvPr>
            <p:ph type="body" sz="quarter" idx="24" hasCustomPrompt="1"/>
          </p:nvPr>
        </p:nvSpPr>
        <p:spPr>
          <a:xfrm>
            <a:off x="4413504" y="217424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19" name="Text Placeholder 13"/>
          <p:cNvSpPr>
            <a:spLocks noGrp="1"/>
          </p:cNvSpPr>
          <p:nvPr>
            <p:ph type="body" sz="quarter" idx="25" hasCustomPrompt="1"/>
          </p:nvPr>
        </p:nvSpPr>
        <p:spPr>
          <a:xfrm>
            <a:off x="7898401" y="217424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34" name="Text Placeholder 13"/>
          <p:cNvSpPr>
            <a:spLocks noGrp="1"/>
          </p:cNvSpPr>
          <p:nvPr>
            <p:ph type="body" sz="quarter" idx="27" hasCustomPrompt="1"/>
          </p:nvPr>
        </p:nvSpPr>
        <p:spPr>
          <a:xfrm>
            <a:off x="928607" y="386328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36" name="Text Placeholder 13"/>
          <p:cNvSpPr>
            <a:spLocks noGrp="1"/>
          </p:cNvSpPr>
          <p:nvPr>
            <p:ph type="body" sz="quarter" idx="29" hasCustomPrompt="1"/>
          </p:nvPr>
        </p:nvSpPr>
        <p:spPr>
          <a:xfrm>
            <a:off x="4413504" y="386328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
        <p:nvSpPr>
          <p:cNvPr id="38" name="Text Placeholder 13"/>
          <p:cNvSpPr>
            <a:spLocks noGrp="1"/>
          </p:cNvSpPr>
          <p:nvPr>
            <p:ph type="body" sz="quarter" idx="31" hasCustomPrompt="1"/>
          </p:nvPr>
        </p:nvSpPr>
        <p:spPr>
          <a:xfrm>
            <a:off x="7898401" y="3863280"/>
            <a:ext cx="3364992" cy="1568240"/>
          </a:xfrm>
          <a:solidFill>
            <a:srgbClr val="FFFFFF"/>
          </a:solidFill>
          <a:ln w="12700">
            <a:solidFill>
              <a:srgbClr val="FF6600"/>
            </a:solidFill>
          </a:ln>
        </p:spPr>
        <p:txBody>
          <a:bodyPr lIns="182880" tIns="182880" rIns="182880" bIns="182880">
            <a:noAutofit/>
          </a:bodyPr>
          <a:lstStyle>
            <a:lvl1pPr marL="0" indent="0" algn="l">
              <a:lnSpc>
                <a:spcPct val="100000"/>
              </a:lnSpc>
              <a:spcBef>
                <a:spcPts val="0"/>
              </a:spcBef>
              <a:buNone/>
              <a:defRPr sz="1800" b="0" i="0">
                <a:latin typeface="+mn-lt"/>
              </a:defRPr>
            </a:lvl1pPr>
            <a:lvl2pPr marL="0" indent="0" algn="l">
              <a:lnSpc>
                <a:spcPct val="100000"/>
              </a:lnSpc>
              <a:spcBef>
                <a:spcPts val="0"/>
              </a:spcBef>
              <a:buNone/>
              <a:defRPr sz="1800"/>
            </a:lvl2pPr>
            <a:lvl3pPr marL="0" indent="0" algn="l">
              <a:lnSpc>
                <a:spcPct val="100000"/>
              </a:lnSpc>
              <a:spcBef>
                <a:spcPts val="0"/>
              </a:spcBef>
              <a:buNone/>
              <a:defRPr sz="1800"/>
            </a:lvl3pPr>
            <a:lvl4pPr marL="0" indent="0" algn="l">
              <a:lnSpc>
                <a:spcPct val="100000"/>
              </a:lnSpc>
              <a:spcBef>
                <a:spcPts val="0"/>
              </a:spcBef>
              <a:buNone/>
              <a:defRPr sz="1800"/>
            </a:lvl4pPr>
            <a:lvl5pPr marL="0" indent="0" algn="l">
              <a:lnSpc>
                <a:spcPct val="100000"/>
              </a:lnSpc>
              <a:spcBef>
                <a:spcPts val="0"/>
              </a:spcBef>
              <a:buNone/>
              <a:defRPr sz="1800"/>
            </a:lvl5pPr>
            <a:lvl6pPr marL="0" indent="0" algn="l">
              <a:lnSpc>
                <a:spcPct val="100000"/>
              </a:lnSpc>
              <a:spcBef>
                <a:spcPts val="0"/>
              </a:spcBef>
              <a:buNone/>
              <a:defRPr sz="1800"/>
            </a:lvl6pPr>
            <a:lvl7pPr marL="0" indent="0" algn="l">
              <a:lnSpc>
                <a:spcPct val="100000"/>
              </a:lnSpc>
              <a:spcBef>
                <a:spcPts val="0"/>
              </a:spcBef>
              <a:buNone/>
              <a:defRPr sz="1800"/>
            </a:lvl7pPr>
            <a:lvl8pPr marL="0" indent="0" algn="l">
              <a:lnSpc>
                <a:spcPct val="100000"/>
              </a:lnSpc>
              <a:spcBef>
                <a:spcPts val="0"/>
              </a:spcBef>
              <a:buNone/>
              <a:defRPr sz="1800"/>
            </a:lvl8pPr>
            <a:lvl9pPr marL="0" indent="0" algn="l">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21731869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pecialty Layout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Specialty Layouts</a:t>
            </a:r>
          </a:p>
        </p:txBody>
      </p:sp>
    </p:spTree>
    <p:extLst>
      <p:ext uri="{BB962C8B-B14F-4D97-AF65-F5344CB8AC3E}">
        <p14:creationId xmlns:p14="http://schemas.microsoft.com/office/powerpoint/2010/main" val="1614623569"/>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6" name="Rectangle 5"/>
          <p:cNvSpPr/>
          <p:nvPr/>
        </p:nvSpPr>
        <p:spPr bwMode="ltGray">
          <a:xfrm>
            <a:off x="0" y="1"/>
            <a:ext cx="12192000" cy="6324599"/>
          </a:xfrm>
          <a:prstGeom prst="rect">
            <a:avLst/>
          </a:prstGeom>
          <a:solidFill>
            <a:srgbClr val="669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5" name="Group 24">
            <a:extLst>
              <a:ext uri="{FF2B5EF4-FFF2-40B4-BE49-F238E27FC236}">
                <a16:creationId xmlns:a16="http://schemas.microsoft.com/office/drawing/2014/main" id="{B4CE159D-E43D-4A77-92D5-D054F50E7395}"/>
              </a:ext>
            </a:extLst>
          </p:cNvPr>
          <p:cNvGrpSpPr/>
          <p:nvPr/>
        </p:nvGrpSpPr>
        <p:grpSpPr bwMode="ltGray">
          <a:xfrm rot="10800000">
            <a:off x="10850859" y="4168569"/>
            <a:ext cx="934831" cy="737514"/>
            <a:chOff x="3175" y="1360488"/>
            <a:chExt cx="2752724" cy="2171700"/>
          </a:xfrm>
          <a:noFill/>
        </p:grpSpPr>
        <p:sp>
          <p:nvSpPr>
            <p:cNvPr id="26" name="Freeform 24">
              <a:extLst>
                <a:ext uri="{FF2B5EF4-FFF2-40B4-BE49-F238E27FC236}">
                  <a16:creationId xmlns:a16="http://schemas.microsoft.com/office/drawing/2014/main" id="{395894CC-E572-4FA9-8D5E-CEE68CEB72CA}"/>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7" name="Freeform 27">
              <a:extLst>
                <a:ext uri="{FF2B5EF4-FFF2-40B4-BE49-F238E27FC236}">
                  <a16:creationId xmlns:a16="http://schemas.microsoft.com/office/drawing/2014/main" id="{7A483B27-5F01-4D90-8065-5677FFE840AE}"/>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rgbClr val="FFFFFF"/>
                </a:solidFill>
                <a:latin typeface="+mn-lt"/>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rPr dirty="0"/>
              <a:t>Insert quotation here using 32 </a:t>
            </a:r>
            <a:r>
              <a:rPr dirty="0" err="1"/>
              <a:t>pt</a:t>
            </a:r>
            <a:r>
              <a:rPr dirty="0"/>
              <a: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FFFFFF"/>
              </a:buClr>
              <a:buFont typeface="Arial" panose="020B0604020202020204" pitchFamily="34" charset="0"/>
              <a:buChar char="–"/>
              <a:defRPr sz="2000" b="0" i="0">
                <a:solidFill>
                  <a:srgbClr val="FFFFFF"/>
                </a:solidFill>
                <a:latin typeface="+mn-lt"/>
              </a:defRPr>
            </a:lvl1pPr>
            <a:lvl2pPr marL="228600" indent="-228600" algn="r">
              <a:lnSpc>
                <a:spcPct val="100000"/>
              </a:lnSpc>
              <a:spcBef>
                <a:spcPts val="0"/>
              </a:spcBef>
              <a:buFont typeface="Arial" panose="020B0604020202020204" pitchFamily="34" charset="0"/>
              <a:buChar char="–"/>
              <a:defRPr sz="2000">
                <a:latin typeface="+mn-lt"/>
              </a:defRPr>
            </a:lvl2pPr>
            <a:lvl3pPr marL="228600" indent="-228600" algn="r">
              <a:lnSpc>
                <a:spcPct val="100000"/>
              </a:lnSpc>
              <a:spcBef>
                <a:spcPts val="0"/>
              </a:spcBef>
              <a:buFont typeface="Arial" panose="020B0604020202020204" pitchFamily="34" charset="0"/>
              <a:buChar char="–"/>
              <a:defRPr sz="2000">
                <a:latin typeface="+mn-lt"/>
              </a:defRPr>
            </a:lvl3pPr>
            <a:lvl4pPr marL="228600" indent="-228600" algn="r">
              <a:lnSpc>
                <a:spcPct val="100000"/>
              </a:lnSpc>
              <a:spcBef>
                <a:spcPts val="0"/>
              </a:spcBef>
              <a:buFont typeface="Arial" panose="020B0604020202020204" pitchFamily="34" charset="0"/>
              <a:buChar char="–"/>
              <a:defRPr sz="2000">
                <a:latin typeface="+mn-lt"/>
              </a:defRPr>
            </a:lvl4pPr>
            <a:lvl5pPr marL="228600" indent="-228600" algn="r">
              <a:lnSpc>
                <a:spcPct val="100000"/>
              </a:lnSpc>
              <a:spcBef>
                <a:spcPts val="0"/>
              </a:spcBef>
              <a:buFont typeface="Arial" panose="020B0604020202020204" pitchFamily="34" charset="0"/>
              <a:buChar char="–"/>
              <a:defRPr sz="2000">
                <a:latin typeface="+mn-lt"/>
              </a:defRPr>
            </a:lvl5pPr>
            <a:lvl6pPr marL="228600" indent="-228600" algn="r">
              <a:lnSpc>
                <a:spcPct val="100000"/>
              </a:lnSpc>
              <a:spcBef>
                <a:spcPts val="0"/>
              </a:spcBef>
              <a:buFont typeface="Arial" panose="020B0604020202020204" pitchFamily="34" charset="0"/>
              <a:buChar char="–"/>
              <a:defRPr sz="2000">
                <a:latin typeface="+mn-lt"/>
              </a:defRPr>
            </a:lvl6pPr>
            <a:lvl7pPr marL="228600" indent="-228600" algn="r">
              <a:lnSpc>
                <a:spcPct val="100000"/>
              </a:lnSpc>
              <a:spcBef>
                <a:spcPts val="0"/>
              </a:spcBef>
              <a:buFont typeface="Arial" panose="020B0604020202020204" pitchFamily="34" charset="0"/>
              <a:buChar char="–"/>
              <a:defRPr sz="2000">
                <a:latin typeface="+mn-lt"/>
              </a:defRPr>
            </a:lvl7pPr>
            <a:lvl8pPr marL="228600" indent="-228600" algn="r">
              <a:lnSpc>
                <a:spcPct val="100000"/>
              </a:lnSpc>
              <a:spcBef>
                <a:spcPts val="0"/>
              </a:spcBef>
              <a:buFont typeface="Arial" panose="020B0604020202020204" pitchFamily="34" charset="0"/>
              <a:buChar char="–"/>
              <a:defRPr sz="2000">
                <a:latin typeface="+mn-lt"/>
              </a:defRPr>
            </a:lvl8pPr>
            <a:lvl9pPr marL="0" indent="0" algn="r">
              <a:lnSpc>
                <a:spcPct val="100000"/>
              </a:lnSpc>
              <a:spcBef>
                <a:spcPts val="0"/>
              </a:spcBef>
              <a:buFont typeface="Arial" panose="020B0604020202020204" pitchFamily="34" charset="0"/>
              <a:buNone/>
              <a:defRPr sz="2000">
                <a:latin typeface="+mn-lt"/>
              </a:defRPr>
            </a:lvl9pPr>
          </a:lstStyle>
          <a:p>
            <a:pPr lvl="0"/>
            <a:r>
              <a:rPr dirty="0"/>
              <a:t>Quotation attribution or source</a:t>
            </a:r>
            <a:endParaRPr lang="en-US" dirty="0"/>
          </a:p>
          <a:p>
            <a:pPr lvl="1"/>
            <a:endParaRPr lang="en-US" dirty="0"/>
          </a:p>
          <a:p>
            <a:pPr lvl="2"/>
            <a:endParaRPr lang="en-US" dirty="0"/>
          </a:p>
          <a:p>
            <a:pPr lvl="3"/>
            <a:endParaRPr lang="en-US" dirty="0"/>
          </a:p>
          <a:p>
            <a:pPr lvl="4"/>
            <a:endParaRPr lang="en-US" dirty="0"/>
          </a:p>
          <a:p>
            <a:pPr lvl="5"/>
            <a:endParaRPr lang="en-US" dirty="0"/>
          </a:p>
          <a:p>
            <a:pPr lvl="6"/>
            <a:endParaRPr lang="en-US" dirty="0"/>
          </a:p>
          <a:p>
            <a:pPr lvl="7"/>
            <a:endParaRPr lang="en-US" dirty="0"/>
          </a:p>
          <a:p>
            <a:pPr lvl="8"/>
            <a:endParaRPr lang="en-US" dirty="0"/>
          </a:p>
          <a:p>
            <a:pPr lvl="8"/>
            <a:endParaRPr lang="en-US" dirty="0"/>
          </a:p>
          <a:p>
            <a:pPr lvl="8"/>
            <a:endParaRPr dirty="0"/>
          </a:p>
        </p:txBody>
      </p:sp>
    </p:spTree>
    <p:extLst>
      <p:ext uri="{BB962C8B-B14F-4D97-AF65-F5344CB8AC3E}">
        <p14:creationId xmlns:p14="http://schemas.microsoft.com/office/powerpoint/2010/main" val="320513250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B">
    <p:spTree>
      <p:nvGrpSpPr>
        <p:cNvPr id="1" name=""/>
        <p:cNvGrpSpPr/>
        <p:nvPr/>
      </p:nvGrpSpPr>
      <p:grpSpPr>
        <a:xfrm>
          <a:off x="0" y="0"/>
          <a:ext cx="0" cy="0"/>
          <a:chOff x="0" y="0"/>
          <a:chExt cx="0" cy="0"/>
        </a:xfrm>
      </p:grpSpPr>
      <p:sp>
        <p:nvSpPr>
          <p:cNvPr id="6" name="Rectangle 5"/>
          <p:cNvSpPr/>
          <p:nvPr/>
        </p:nvSpPr>
        <p:spPr bwMode="ltGray">
          <a:xfrm>
            <a:off x="0" y="1"/>
            <a:ext cx="12192000" cy="6324599"/>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5" name="Group 24">
            <a:extLst>
              <a:ext uri="{FF2B5EF4-FFF2-40B4-BE49-F238E27FC236}">
                <a16:creationId xmlns:a16="http://schemas.microsoft.com/office/drawing/2014/main" id="{B4CE159D-E43D-4A77-92D5-D054F50E7395}"/>
              </a:ext>
            </a:extLst>
          </p:cNvPr>
          <p:cNvGrpSpPr/>
          <p:nvPr/>
        </p:nvGrpSpPr>
        <p:grpSpPr bwMode="ltGray">
          <a:xfrm rot="10800000">
            <a:off x="10850859" y="4168569"/>
            <a:ext cx="934831" cy="737514"/>
            <a:chOff x="3175" y="1360488"/>
            <a:chExt cx="2752724" cy="2171700"/>
          </a:xfrm>
          <a:noFill/>
        </p:grpSpPr>
        <p:sp>
          <p:nvSpPr>
            <p:cNvPr id="26" name="Freeform 24">
              <a:extLst>
                <a:ext uri="{FF2B5EF4-FFF2-40B4-BE49-F238E27FC236}">
                  <a16:creationId xmlns:a16="http://schemas.microsoft.com/office/drawing/2014/main" id="{395894CC-E572-4FA9-8D5E-CEE68CEB72CA}"/>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7" name="Freeform 27">
              <a:extLst>
                <a:ext uri="{FF2B5EF4-FFF2-40B4-BE49-F238E27FC236}">
                  <a16:creationId xmlns:a16="http://schemas.microsoft.com/office/drawing/2014/main" id="{7A483B27-5F01-4D90-8065-5677FFE840AE}"/>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rgbClr val="FFFFFF"/>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FFFFFF"/>
              </a:buClr>
              <a:buFont typeface="Arial" panose="020B0604020202020204" pitchFamily="34" charset="0"/>
              <a:buChar char="–"/>
              <a:defRPr sz="2000" b="0" i="0">
                <a:solidFill>
                  <a:srgbClr val="FFFFFF"/>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spTree>
    <p:extLst>
      <p:ext uri="{BB962C8B-B14F-4D97-AF65-F5344CB8AC3E}">
        <p14:creationId xmlns:p14="http://schemas.microsoft.com/office/powerpoint/2010/main" val="334713155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Quote (Fiserv-Centric)">
    <p:spTree>
      <p:nvGrpSpPr>
        <p:cNvPr id="1" name=""/>
        <p:cNvGrpSpPr/>
        <p:nvPr/>
      </p:nvGrpSpPr>
      <p:grpSpPr>
        <a:xfrm>
          <a:off x="0" y="0"/>
          <a:ext cx="0" cy="0"/>
          <a:chOff x="0" y="0"/>
          <a:chExt cx="0" cy="0"/>
        </a:xfrm>
      </p:grpSpPr>
      <p:sp>
        <p:nvSpPr>
          <p:cNvPr id="6" name="Rectangle 5"/>
          <p:cNvSpPr/>
          <p:nvPr/>
        </p:nvSpPr>
        <p:spPr bwMode="ltGray">
          <a:xfrm>
            <a:off x="0" y="1"/>
            <a:ext cx="12192000" cy="632459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5" name="Group 24">
            <a:extLst>
              <a:ext uri="{FF2B5EF4-FFF2-40B4-BE49-F238E27FC236}">
                <a16:creationId xmlns:a16="http://schemas.microsoft.com/office/drawing/2014/main" id="{B4CE159D-E43D-4A77-92D5-D054F50E7395}"/>
              </a:ext>
            </a:extLst>
          </p:cNvPr>
          <p:cNvGrpSpPr/>
          <p:nvPr/>
        </p:nvGrpSpPr>
        <p:grpSpPr bwMode="ltGray">
          <a:xfrm rot="10800000">
            <a:off x="10850859" y="4168569"/>
            <a:ext cx="934831" cy="737514"/>
            <a:chOff x="3175" y="1360488"/>
            <a:chExt cx="2752724" cy="2171700"/>
          </a:xfrm>
          <a:noFill/>
        </p:grpSpPr>
        <p:sp>
          <p:nvSpPr>
            <p:cNvPr id="26" name="Freeform 24">
              <a:extLst>
                <a:ext uri="{FF2B5EF4-FFF2-40B4-BE49-F238E27FC236}">
                  <a16:creationId xmlns:a16="http://schemas.microsoft.com/office/drawing/2014/main" id="{395894CC-E572-4FA9-8D5E-CEE68CEB72CA}"/>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7" name="Freeform 27">
              <a:extLst>
                <a:ext uri="{FF2B5EF4-FFF2-40B4-BE49-F238E27FC236}">
                  <a16:creationId xmlns:a16="http://schemas.microsoft.com/office/drawing/2014/main" id="{7A483B27-5F01-4D90-8065-5677FFE840AE}"/>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chemeClr val="bg1">
                  <a:alpha val="29000"/>
                </a:schemeClr>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rgbClr val="FFFFFF"/>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FFFFFF"/>
              </a:buClr>
              <a:buFont typeface="Arial" panose="020B0604020202020204" pitchFamily="34" charset="0"/>
              <a:buChar char="–"/>
              <a:defRPr sz="2000" b="0" i="0">
                <a:solidFill>
                  <a:srgbClr val="FFFFFF"/>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spTree>
    <p:extLst>
      <p:ext uri="{BB962C8B-B14F-4D97-AF65-F5344CB8AC3E}">
        <p14:creationId xmlns:p14="http://schemas.microsoft.com/office/powerpoint/2010/main" val="66097391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B (Fiserv-Centric)">
    <p:spTree>
      <p:nvGrpSpPr>
        <p:cNvPr id="1" name=""/>
        <p:cNvGrpSpPr/>
        <p:nvPr/>
      </p:nvGrpSpPr>
      <p:grpSpPr>
        <a:xfrm>
          <a:off x="0" y="0"/>
          <a:ext cx="0" cy="0"/>
          <a:chOff x="0" y="0"/>
          <a:chExt cx="0" cy="0"/>
        </a:xfrm>
      </p:grpSpPr>
      <p:sp>
        <p:nvSpPr>
          <p:cNvPr id="6" name="Rectangle 5"/>
          <p:cNvSpPr/>
          <p:nvPr/>
        </p:nvSpPr>
        <p:spPr bwMode="ltGray">
          <a:xfrm>
            <a:off x="0" y="1"/>
            <a:ext cx="12192000" cy="632459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grpSp>
        <p:nvGrpSpPr>
          <p:cNvPr id="15" name="Group 14">
            <a:extLst>
              <a:ext uri="{FF2B5EF4-FFF2-40B4-BE49-F238E27FC236}">
                <a16:creationId xmlns:a16="http://schemas.microsoft.com/office/drawing/2014/main" id="{6D151AB0-BFE9-4CC9-8763-6A3B395FE92B}"/>
              </a:ext>
            </a:extLst>
          </p:cNvPr>
          <p:cNvGrpSpPr/>
          <p:nvPr/>
        </p:nvGrpSpPr>
        <p:grpSpPr bwMode="ltGray">
          <a:xfrm>
            <a:off x="321471" y="1531917"/>
            <a:ext cx="934831" cy="737514"/>
            <a:chOff x="3175" y="1360488"/>
            <a:chExt cx="2752724" cy="2171700"/>
          </a:xfrm>
          <a:noFill/>
        </p:grpSpPr>
        <p:sp>
          <p:nvSpPr>
            <p:cNvPr id="23" name="Freeform 24">
              <a:extLst>
                <a:ext uri="{FF2B5EF4-FFF2-40B4-BE49-F238E27FC236}">
                  <a16:creationId xmlns:a16="http://schemas.microsoft.com/office/drawing/2014/main" id="{9BD8B369-5DFE-4676-85B7-75F9E099BF3C}"/>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rgbClr val="6699CC"/>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4" name="Freeform 27">
              <a:extLst>
                <a:ext uri="{FF2B5EF4-FFF2-40B4-BE49-F238E27FC236}">
                  <a16:creationId xmlns:a16="http://schemas.microsoft.com/office/drawing/2014/main" id="{99BF4D91-5C77-49E3-9891-AE488BF56C14}"/>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rgbClr val="6699CC"/>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5" name="Group 24">
            <a:extLst>
              <a:ext uri="{FF2B5EF4-FFF2-40B4-BE49-F238E27FC236}">
                <a16:creationId xmlns:a16="http://schemas.microsoft.com/office/drawing/2014/main" id="{B4CE159D-E43D-4A77-92D5-D054F50E7395}"/>
              </a:ext>
            </a:extLst>
          </p:cNvPr>
          <p:cNvGrpSpPr/>
          <p:nvPr/>
        </p:nvGrpSpPr>
        <p:grpSpPr bwMode="ltGray">
          <a:xfrm rot="10800000">
            <a:off x="10850859" y="4168569"/>
            <a:ext cx="934831" cy="737514"/>
            <a:chOff x="3175" y="1360488"/>
            <a:chExt cx="2752724" cy="2171700"/>
          </a:xfrm>
          <a:noFill/>
        </p:grpSpPr>
        <p:sp>
          <p:nvSpPr>
            <p:cNvPr id="26" name="Freeform 24">
              <a:extLst>
                <a:ext uri="{FF2B5EF4-FFF2-40B4-BE49-F238E27FC236}">
                  <a16:creationId xmlns:a16="http://schemas.microsoft.com/office/drawing/2014/main" id="{395894CC-E572-4FA9-8D5E-CEE68CEB72CA}"/>
                </a:ext>
              </a:extLst>
            </p:cNvPr>
            <p:cNvSpPr>
              <a:spLocks/>
            </p:cNvSpPr>
            <p:nvPr/>
          </p:nvSpPr>
          <p:spPr bwMode="ltGray">
            <a:xfrm>
              <a:off x="1525587" y="1360488"/>
              <a:ext cx="1230312" cy="2171700"/>
            </a:xfrm>
            <a:custGeom>
              <a:avLst/>
              <a:gdLst>
                <a:gd name="T0" fmla="*/ 328 w 775"/>
                <a:gd name="T1" fmla="*/ 593 h 1368"/>
                <a:gd name="T2" fmla="*/ 333 w 775"/>
                <a:gd name="T3" fmla="*/ 513 h 1368"/>
                <a:gd name="T4" fmla="*/ 346 w 775"/>
                <a:gd name="T5" fmla="*/ 445 h 1368"/>
                <a:gd name="T6" fmla="*/ 367 w 775"/>
                <a:gd name="T7" fmla="*/ 386 h 1368"/>
                <a:gd name="T8" fmla="*/ 396 w 775"/>
                <a:gd name="T9" fmla="*/ 334 h 1368"/>
                <a:gd name="T10" fmla="*/ 428 w 775"/>
                <a:gd name="T11" fmla="*/ 291 h 1368"/>
                <a:gd name="T12" fmla="*/ 465 w 775"/>
                <a:gd name="T13" fmla="*/ 256 h 1368"/>
                <a:gd name="T14" fmla="*/ 504 w 775"/>
                <a:gd name="T15" fmla="*/ 227 h 1368"/>
                <a:gd name="T16" fmla="*/ 545 w 775"/>
                <a:gd name="T17" fmla="*/ 203 h 1368"/>
                <a:gd name="T18" fmla="*/ 585 w 775"/>
                <a:gd name="T19" fmla="*/ 185 h 1368"/>
                <a:gd name="T20" fmla="*/ 625 w 775"/>
                <a:gd name="T21" fmla="*/ 172 h 1368"/>
                <a:gd name="T22" fmla="*/ 695 w 775"/>
                <a:gd name="T23" fmla="*/ 157 h 1368"/>
                <a:gd name="T24" fmla="*/ 744 w 775"/>
                <a:gd name="T25" fmla="*/ 152 h 1368"/>
                <a:gd name="T26" fmla="*/ 763 w 775"/>
                <a:gd name="T27" fmla="*/ 0 h 1368"/>
                <a:gd name="T28" fmla="*/ 725 w 775"/>
                <a:gd name="T29" fmla="*/ 2 h 1368"/>
                <a:gd name="T30" fmla="*/ 655 w 775"/>
                <a:gd name="T31" fmla="*/ 5 h 1368"/>
                <a:gd name="T32" fmla="*/ 588 w 775"/>
                <a:gd name="T33" fmla="*/ 12 h 1368"/>
                <a:gd name="T34" fmla="*/ 526 w 775"/>
                <a:gd name="T35" fmla="*/ 23 h 1368"/>
                <a:gd name="T36" fmla="*/ 467 w 775"/>
                <a:gd name="T37" fmla="*/ 36 h 1368"/>
                <a:gd name="T38" fmla="*/ 415 w 775"/>
                <a:gd name="T39" fmla="*/ 52 h 1368"/>
                <a:gd name="T40" fmla="*/ 366 w 775"/>
                <a:gd name="T41" fmla="*/ 70 h 1368"/>
                <a:gd name="T42" fmla="*/ 321 w 775"/>
                <a:gd name="T43" fmla="*/ 90 h 1368"/>
                <a:gd name="T44" fmla="*/ 280 w 775"/>
                <a:gd name="T45" fmla="*/ 111 h 1368"/>
                <a:gd name="T46" fmla="*/ 242 w 775"/>
                <a:gd name="T47" fmla="*/ 134 h 1368"/>
                <a:gd name="T48" fmla="*/ 209 w 775"/>
                <a:gd name="T49" fmla="*/ 159 h 1368"/>
                <a:gd name="T50" fmla="*/ 163 w 775"/>
                <a:gd name="T51" fmla="*/ 197 h 1368"/>
                <a:gd name="T52" fmla="*/ 114 w 775"/>
                <a:gd name="T53" fmla="*/ 252 h 1368"/>
                <a:gd name="T54" fmla="*/ 76 w 775"/>
                <a:gd name="T55" fmla="*/ 308 h 1368"/>
                <a:gd name="T56" fmla="*/ 48 w 775"/>
                <a:gd name="T57" fmla="*/ 364 h 1368"/>
                <a:gd name="T58" fmla="*/ 26 w 775"/>
                <a:gd name="T59" fmla="*/ 418 h 1368"/>
                <a:gd name="T60" fmla="*/ 13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6" y="445"/>
                  </a:lnTo>
                  <a:lnTo>
                    <a:pt x="357" y="414"/>
                  </a:lnTo>
                  <a:lnTo>
                    <a:pt x="367" y="386"/>
                  </a:lnTo>
                  <a:lnTo>
                    <a:pt x="382" y="358"/>
                  </a:lnTo>
                  <a:lnTo>
                    <a:pt x="396" y="334"/>
                  </a:lnTo>
                  <a:lnTo>
                    <a:pt x="411" y="312"/>
                  </a:lnTo>
                  <a:lnTo>
                    <a:pt x="428" y="291"/>
                  </a:lnTo>
                  <a:lnTo>
                    <a:pt x="447" y="272"/>
                  </a:lnTo>
                  <a:lnTo>
                    <a:pt x="465" y="256"/>
                  </a:lnTo>
                  <a:lnTo>
                    <a:pt x="485" y="240"/>
                  </a:lnTo>
                  <a:lnTo>
                    <a:pt x="504" y="227"/>
                  </a:lnTo>
                  <a:lnTo>
                    <a:pt x="525" y="214"/>
                  </a:lnTo>
                  <a:lnTo>
                    <a:pt x="545" y="203"/>
                  </a:lnTo>
                  <a:lnTo>
                    <a:pt x="565" y="194"/>
                  </a:lnTo>
                  <a:lnTo>
                    <a:pt x="585" y="185"/>
                  </a:lnTo>
                  <a:lnTo>
                    <a:pt x="606" y="178"/>
                  </a:lnTo>
                  <a:lnTo>
                    <a:pt x="625" y="172"/>
                  </a:lnTo>
                  <a:lnTo>
                    <a:pt x="662" y="163"/>
                  </a:lnTo>
                  <a:lnTo>
                    <a:pt x="695" y="157"/>
                  </a:lnTo>
                  <a:lnTo>
                    <a:pt x="723" y="153"/>
                  </a:lnTo>
                  <a:lnTo>
                    <a:pt x="744" y="152"/>
                  </a:lnTo>
                  <a:lnTo>
                    <a:pt x="763" y="151"/>
                  </a:lnTo>
                  <a:lnTo>
                    <a:pt x="763" y="0"/>
                  </a:lnTo>
                  <a:lnTo>
                    <a:pt x="763" y="0"/>
                  </a:lnTo>
                  <a:lnTo>
                    <a:pt x="725" y="2"/>
                  </a:lnTo>
                  <a:lnTo>
                    <a:pt x="689" y="3"/>
                  </a:lnTo>
                  <a:lnTo>
                    <a:pt x="655" y="5"/>
                  </a:lnTo>
                  <a:lnTo>
                    <a:pt x="620" y="9"/>
                  </a:lnTo>
                  <a:lnTo>
                    <a:pt x="588" y="12"/>
                  </a:lnTo>
                  <a:lnTo>
                    <a:pt x="556" y="17"/>
                  </a:lnTo>
                  <a:lnTo>
                    <a:pt x="526" y="23"/>
                  </a:lnTo>
                  <a:lnTo>
                    <a:pt x="496" y="29"/>
                  </a:lnTo>
                  <a:lnTo>
                    <a:pt x="467" y="36"/>
                  </a:lnTo>
                  <a:lnTo>
                    <a:pt x="441" y="43"/>
                  </a:lnTo>
                  <a:lnTo>
                    <a:pt x="415" y="52"/>
                  </a:lnTo>
                  <a:lnTo>
                    <a:pt x="390" y="60"/>
                  </a:lnTo>
                  <a:lnTo>
                    <a:pt x="366" y="70"/>
                  </a:lnTo>
                  <a:lnTo>
                    <a:pt x="343" y="79"/>
                  </a:lnTo>
                  <a:lnTo>
                    <a:pt x="321" y="90"/>
                  </a:lnTo>
                  <a:lnTo>
                    <a:pt x="299" y="99"/>
                  </a:lnTo>
                  <a:lnTo>
                    <a:pt x="280" y="111"/>
                  </a:lnTo>
                  <a:lnTo>
                    <a:pt x="260" y="122"/>
                  </a:lnTo>
                  <a:lnTo>
                    <a:pt x="242" y="134"/>
                  </a:lnTo>
                  <a:lnTo>
                    <a:pt x="225" y="146"/>
                  </a:lnTo>
                  <a:lnTo>
                    <a:pt x="209" y="159"/>
                  </a:lnTo>
                  <a:lnTo>
                    <a:pt x="192" y="171"/>
                  </a:lnTo>
                  <a:lnTo>
                    <a:pt x="163" y="197"/>
                  </a:lnTo>
                  <a:lnTo>
                    <a:pt x="137" y="225"/>
                  </a:lnTo>
                  <a:lnTo>
                    <a:pt x="114" y="252"/>
                  </a:lnTo>
                  <a:lnTo>
                    <a:pt x="94" y="281"/>
                  </a:lnTo>
                  <a:lnTo>
                    <a:pt x="76" y="308"/>
                  </a:lnTo>
                  <a:lnTo>
                    <a:pt x="61" y="337"/>
                  </a:lnTo>
                  <a:lnTo>
                    <a:pt x="48" y="364"/>
                  </a:lnTo>
                  <a:lnTo>
                    <a:pt x="36" y="392"/>
                  </a:lnTo>
                  <a:lnTo>
                    <a:pt x="26" y="418"/>
                  </a:lnTo>
                  <a:lnTo>
                    <a:pt x="19" y="443"/>
                  </a:lnTo>
                  <a:lnTo>
                    <a:pt x="13" y="467"/>
                  </a:lnTo>
                  <a:lnTo>
                    <a:pt x="8" y="489"/>
                  </a:lnTo>
                  <a:lnTo>
                    <a:pt x="5" y="511"/>
                  </a:lnTo>
                  <a:lnTo>
                    <a:pt x="1" y="547"/>
                  </a:lnTo>
                  <a:lnTo>
                    <a:pt x="0" y="574"/>
                  </a:lnTo>
                  <a:lnTo>
                    <a:pt x="0" y="593"/>
                  </a:lnTo>
                  <a:lnTo>
                    <a:pt x="0" y="1368"/>
                  </a:lnTo>
                  <a:lnTo>
                    <a:pt x="775" y="1368"/>
                  </a:lnTo>
                  <a:lnTo>
                    <a:pt x="775" y="593"/>
                  </a:lnTo>
                  <a:lnTo>
                    <a:pt x="328" y="593"/>
                  </a:lnTo>
                  <a:close/>
                </a:path>
              </a:pathLst>
            </a:custGeom>
            <a:grpFill/>
            <a:ln w="15875">
              <a:solidFill>
                <a:srgbClr val="6699CC"/>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sp>
          <p:nvSpPr>
            <p:cNvPr id="27" name="Freeform 27">
              <a:extLst>
                <a:ext uri="{FF2B5EF4-FFF2-40B4-BE49-F238E27FC236}">
                  <a16:creationId xmlns:a16="http://schemas.microsoft.com/office/drawing/2014/main" id="{7A483B27-5F01-4D90-8065-5677FFE840AE}"/>
                </a:ext>
              </a:extLst>
            </p:cNvPr>
            <p:cNvSpPr>
              <a:spLocks/>
            </p:cNvSpPr>
            <p:nvPr/>
          </p:nvSpPr>
          <p:spPr bwMode="ltGray">
            <a:xfrm>
              <a:off x="3175" y="1360488"/>
              <a:ext cx="1230312" cy="2171700"/>
            </a:xfrm>
            <a:custGeom>
              <a:avLst/>
              <a:gdLst>
                <a:gd name="T0" fmla="*/ 328 w 775"/>
                <a:gd name="T1" fmla="*/ 593 h 1368"/>
                <a:gd name="T2" fmla="*/ 333 w 775"/>
                <a:gd name="T3" fmla="*/ 513 h 1368"/>
                <a:gd name="T4" fmla="*/ 347 w 775"/>
                <a:gd name="T5" fmla="*/ 445 h 1368"/>
                <a:gd name="T6" fmla="*/ 369 w 775"/>
                <a:gd name="T7" fmla="*/ 386 h 1368"/>
                <a:gd name="T8" fmla="*/ 396 w 775"/>
                <a:gd name="T9" fmla="*/ 334 h 1368"/>
                <a:gd name="T10" fmla="*/ 430 w 775"/>
                <a:gd name="T11" fmla="*/ 291 h 1368"/>
                <a:gd name="T12" fmla="*/ 465 w 775"/>
                <a:gd name="T13" fmla="*/ 256 h 1368"/>
                <a:gd name="T14" fmla="*/ 505 w 775"/>
                <a:gd name="T15" fmla="*/ 227 h 1368"/>
                <a:gd name="T16" fmla="*/ 545 w 775"/>
                <a:gd name="T17" fmla="*/ 203 h 1368"/>
                <a:gd name="T18" fmla="*/ 587 w 775"/>
                <a:gd name="T19" fmla="*/ 185 h 1368"/>
                <a:gd name="T20" fmla="*/ 626 w 775"/>
                <a:gd name="T21" fmla="*/ 172 h 1368"/>
                <a:gd name="T22" fmla="*/ 696 w 775"/>
                <a:gd name="T23" fmla="*/ 157 h 1368"/>
                <a:gd name="T24" fmla="*/ 744 w 775"/>
                <a:gd name="T25" fmla="*/ 152 h 1368"/>
                <a:gd name="T26" fmla="*/ 763 w 775"/>
                <a:gd name="T27" fmla="*/ 0 h 1368"/>
                <a:gd name="T28" fmla="*/ 727 w 775"/>
                <a:gd name="T29" fmla="*/ 2 h 1368"/>
                <a:gd name="T30" fmla="*/ 655 w 775"/>
                <a:gd name="T31" fmla="*/ 5 h 1368"/>
                <a:gd name="T32" fmla="*/ 588 w 775"/>
                <a:gd name="T33" fmla="*/ 12 h 1368"/>
                <a:gd name="T34" fmla="*/ 526 w 775"/>
                <a:gd name="T35" fmla="*/ 23 h 1368"/>
                <a:gd name="T36" fmla="*/ 469 w 775"/>
                <a:gd name="T37" fmla="*/ 36 h 1368"/>
                <a:gd name="T38" fmla="*/ 415 w 775"/>
                <a:gd name="T39" fmla="*/ 52 h 1368"/>
                <a:gd name="T40" fmla="*/ 366 w 775"/>
                <a:gd name="T41" fmla="*/ 70 h 1368"/>
                <a:gd name="T42" fmla="*/ 321 w 775"/>
                <a:gd name="T43" fmla="*/ 90 h 1368"/>
                <a:gd name="T44" fmla="*/ 281 w 775"/>
                <a:gd name="T45" fmla="*/ 111 h 1368"/>
                <a:gd name="T46" fmla="*/ 242 w 775"/>
                <a:gd name="T47" fmla="*/ 134 h 1368"/>
                <a:gd name="T48" fmla="*/ 209 w 775"/>
                <a:gd name="T49" fmla="*/ 159 h 1368"/>
                <a:gd name="T50" fmla="*/ 164 w 775"/>
                <a:gd name="T51" fmla="*/ 197 h 1368"/>
                <a:gd name="T52" fmla="*/ 115 w 775"/>
                <a:gd name="T53" fmla="*/ 252 h 1368"/>
                <a:gd name="T54" fmla="*/ 77 w 775"/>
                <a:gd name="T55" fmla="*/ 308 h 1368"/>
                <a:gd name="T56" fmla="*/ 48 w 775"/>
                <a:gd name="T57" fmla="*/ 364 h 1368"/>
                <a:gd name="T58" fmla="*/ 28 w 775"/>
                <a:gd name="T59" fmla="*/ 418 h 1368"/>
                <a:gd name="T60" fmla="*/ 14 w 775"/>
                <a:gd name="T61" fmla="*/ 467 h 1368"/>
                <a:gd name="T62" fmla="*/ 5 w 775"/>
                <a:gd name="T63" fmla="*/ 511 h 1368"/>
                <a:gd name="T64" fmla="*/ 0 w 775"/>
                <a:gd name="T65" fmla="*/ 574 h 1368"/>
                <a:gd name="T66" fmla="*/ 0 w 775"/>
                <a:gd name="T67" fmla="*/ 1368 h 1368"/>
                <a:gd name="T68" fmla="*/ 775 w 775"/>
                <a:gd name="T69" fmla="*/ 593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5" h="1368">
                  <a:moveTo>
                    <a:pt x="328" y="593"/>
                  </a:moveTo>
                  <a:lnTo>
                    <a:pt x="328" y="593"/>
                  </a:lnTo>
                  <a:lnTo>
                    <a:pt x="329" y="551"/>
                  </a:lnTo>
                  <a:lnTo>
                    <a:pt x="333" y="513"/>
                  </a:lnTo>
                  <a:lnTo>
                    <a:pt x="339" y="477"/>
                  </a:lnTo>
                  <a:lnTo>
                    <a:pt x="347" y="445"/>
                  </a:lnTo>
                  <a:lnTo>
                    <a:pt x="357" y="414"/>
                  </a:lnTo>
                  <a:lnTo>
                    <a:pt x="369" y="386"/>
                  </a:lnTo>
                  <a:lnTo>
                    <a:pt x="382" y="358"/>
                  </a:lnTo>
                  <a:lnTo>
                    <a:pt x="396" y="334"/>
                  </a:lnTo>
                  <a:lnTo>
                    <a:pt x="412" y="312"/>
                  </a:lnTo>
                  <a:lnTo>
                    <a:pt x="430" y="291"/>
                  </a:lnTo>
                  <a:lnTo>
                    <a:pt x="448" y="272"/>
                  </a:lnTo>
                  <a:lnTo>
                    <a:pt x="465" y="256"/>
                  </a:lnTo>
                  <a:lnTo>
                    <a:pt x="486" y="240"/>
                  </a:lnTo>
                  <a:lnTo>
                    <a:pt x="505" y="227"/>
                  </a:lnTo>
                  <a:lnTo>
                    <a:pt x="525" y="214"/>
                  </a:lnTo>
                  <a:lnTo>
                    <a:pt x="545" y="203"/>
                  </a:lnTo>
                  <a:lnTo>
                    <a:pt x="567" y="194"/>
                  </a:lnTo>
                  <a:lnTo>
                    <a:pt x="587" y="185"/>
                  </a:lnTo>
                  <a:lnTo>
                    <a:pt x="606" y="178"/>
                  </a:lnTo>
                  <a:lnTo>
                    <a:pt x="626" y="172"/>
                  </a:lnTo>
                  <a:lnTo>
                    <a:pt x="662" y="163"/>
                  </a:lnTo>
                  <a:lnTo>
                    <a:pt x="696" y="157"/>
                  </a:lnTo>
                  <a:lnTo>
                    <a:pt x="723" y="153"/>
                  </a:lnTo>
                  <a:lnTo>
                    <a:pt x="744" y="152"/>
                  </a:lnTo>
                  <a:lnTo>
                    <a:pt x="763" y="151"/>
                  </a:lnTo>
                  <a:lnTo>
                    <a:pt x="763" y="0"/>
                  </a:lnTo>
                  <a:lnTo>
                    <a:pt x="763" y="0"/>
                  </a:lnTo>
                  <a:lnTo>
                    <a:pt x="727" y="2"/>
                  </a:lnTo>
                  <a:lnTo>
                    <a:pt x="690" y="3"/>
                  </a:lnTo>
                  <a:lnTo>
                    <a:pt x="655" y="5"/>
                  </a:lnTo>
                  <a:lnTo>
                    <a:pt x="620" y="9"/>
                  </a:lnTo>
                  <a:lnTo>
                    <a:pt x="588" y="12"/>
                  </a:lnTo>
                  <a:lnTo>
                    <a:pt x="556" y="17"/>
                  </a:lnTo>
                  <a:lnTo>
                    <a:pt x="526" y="23"/>
                  </a:lnTo>
                  <a:lnTo>
                    <a:pt x="496" y="29"/>
                  </a:lnTo>
                  <a:lnTo>
                    <a:pt x="469" y="36"/>
                  </a:lnTo>
                  <a:lnTo>
                    <a:pt x="442" y="43"/>
                  </a:lnTo>
                  <a:lnTo>
                    <a:pt x="415" y="52"/>
                  </a:lnTo>
                  <a:lnTo>
                    <a:pt x="390" y="60"/>
                  </a:lnTo>
                  <a:lnTo>
                    <a:pt x="366" y="70"/>
                  </a:lnTo>
                  <a:lnTo>
                    <a:pt x="344" y="79"/>
                  </a:lnTo>
                  <a:lnTo>
                    <a:pt x="321" y="90"/>
                  </a:lnTo>
                  <a:lnTo>
                    <a:pt x="301" y="99"/>
                  </a:lnTo>
                  <a:lnTo>
                    <a:pt x="281" y="111"/>
                  </a:lnTo>
                  <a:lnTo>
                    <a:pt x="262" y="122"/>
                  </a:lnTo>
                  <a:lnTo>
                    <a:pt x="242" y="134"/>
                  </a:lnTo>
                  <a:lnTo>
                    <a:pt x="226" y="146"/>
                  </a:lnTo>
                  <a:lnTo>
                    <a:pt x="209" y="159"/>
                  </a:lnTo>
                  <a:lnTo>
                    <a:pt x="194" y="171"/>
                  </a:lnTo>
                  <a:lnTo>
                    <a:pt x="164" y="197"/>
                  </a:lnTo>
                  <a:lnTo>
                    <a:pt x="138" y="225"/>
                  </a:lnTo>
                  <a:lnTo>
                    <a:pt x="115" y="252"/>
                  </a:lnTo>
                  <a:lnTo>
                    <a:pt x="95" y="281"/>
                  </a:lnTo>
                  <a:lnTo>
                    <a:pt x="77" y="308"/>
                  </a:lnTo>
                  <a:lnTo>
                    <a:pt x="61" y="337"/>
                  </a:lnTo>
                  <a:lnTo>
                    <a:pt x="48" y="364"/>
                  </a:lnTo>
                  <a:lnTo>
                    <a:pt x="36" y="392"/>
                  </a:lnTo>
                  <a:lnTo>
                    <a:pt x="28" y="418"/>
                  </a:lnTo>
                  <a:lnTo>
                    <a:pt x="19" y="443"/>
                  </a:lnTo>
                  <a:lnTo>
                    <a:pt x="14" y="467"/>
                  </a:lnTo>
                  <a:lnTo>
                    <a:pt x="9" y="489"/>
                  </a:lnTo>
                  <a:lnTo>
                    <a:pt x="5" y="511"/>
                  </a:lnTo>
                  <a:lnTo>
                    <a:pt x="2" y="547"/>
                  </a:lnTo>
                  <a:lnTo>
                    <a:pt x="0" y="574"/>
                  </a:lnTo>
                  <a:lnTo>
                    <a:pt x="0" y="593"/>
                  </a:lnTo>
                  <a:lnTo>
                    <a:pt x="0" y="1368"/>
                  </a:lnTo>
                  <a:lnTo>
                    <a:pt x="775" y="1368"/>
                  </a:lnTo>
                  <a:lnTo>
                    <a:pt x="775" y="593"/>
                  </a:lnTo>
                  <a:lnTo>
                    <a:pt x="328" y="593"/>
                  </a:lnTo>
                  <a:close/>
                </a:path>
              </a:pathLst>
            </a:custGeom>
            <a:grpFill/>
            <a:ln w="15875">
              <a:solidFill>
                <a:srgbClr val="6699CC"/>
              </a:solidFill>
              <a:prstDash val="solid"/>
              <a:round/>
              <a:headEnd/>
              <a:tailEnd/>
            </a:ln>
          </p:spPr>
          <p:txBody>
            <a:bodyPr vert="horz" wrap="square" lIns="91440" tIns="45720" rIns="91440" bIns="45720" numCol="1" anchor="t" anchorCtr="0" compatLnSpc="1">
              <a:prstTxWarp prst="textNoShape">
                <a:avLst/>
              </a:prstTxWarp>
            </a:bodyPr>
            <a:lstStyle/>
            <a:p>
              <a:pPr>
                <a:buClr>
                  <a:srgbClr val="6699CC"/>
                </a:buClr>
              </a:pPr>
              <a:endParaRPr sz="1800" b="0" i="0" dirty="0">
                <a:solidFill>
                  <a:srgbClr val="6699CC"/>
                </a:solidFill>
                <a:latin typeface="+mn-lt"/>
                <a:cs typeface="Arial" panose="020B0604020202020204" pitchFamily="34" charset="0"/>
              </a:endParaRPr>
            </a:p>
          </p:txBody>
        </p:sp>
      </p:grpSp>
      <p:grpSp>
        <p:nvGrpSpPr>
          <p:cNvPr id="28" name="Group 27">
            <a:extLst>
              <a:ext uri="{FF2B5EF4-FFF2-40B4-BE49-F238E27FC236}">
                <a16:creationId xmlns:a16="http://schemas.microsoft.com/office/drawing/2014/main" id="{F3EC0AAE-DAB1-4C12-989C-DD64CB00E6F1}"/>
              </a:ext>
            </a:extLst>
          </p:cNvPr>
          <p:cNvGrpSpPr/>
          <p:nvPr/>
        </p:nvGrpSpPr>
        <p:grpSpPr>
          <a:xfrm>
            <a:off x="838485" y="725715"/>
            <a:ext cx="10471332" cy="3314717"/>
            <a:chOff x="838484" y="725713"/>
            <a:chExt cx="10471332" cy="3314717"/>
          </a:xfrm>
        </p:grpSpPr>
        <p:cxnSp>
          <p:nvCxnSpPr>
            <p:cNvPr id="29" name="Straight Connector 28">
              <a:extLst>
                <a:ext uri="{FF2B5EF4-FFF2-40B4-BE49-F238E27FC236}">
                  <a16:creationId xmlns:a16="http://schemas.microsoft.com/office/drawing/2014/main" id="{670406DF-48BC-4F81-A282-4C89F68C8E73}"/>
                </a:ext>
              </a:extLst>
            </p:cNvPr>
            <p:cNvCxnSpPr/>
            <p:nvPr/>
          </p:nvCxnSpPr>
          <p:spPr>
            <a:xfrm flipV="1">
              <a:off x="838484" y="725714"/>
              <a:ext cx="0" cy="653143"/>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12DCAC-DD4C-4ABB-95A9-806A94884AFA}"/>
                </a:ext>
              </a:extLst>
            </p:cNvPr>
            <p:cNvCxnSpPr>
              <a:cxnSpLocks/>
            </p:cNvCxnSpPr>
            <p:nvPr/>
          </p:nvCxnSpPr>
          <p:spPr>
            <a:xfrm flipV="1">
              <a:off x="838484" y="725713"/>
              <a:ext cx="10471332" cy="1"/>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6C9631-E79C-4F7C-80A6-4808086DB672}"/>
                </a:ext>
              </a:extLst>
            </p:cNvPr>
            <p:cNvCxnSpPr>
              <a:cxnSpLocks/>
            </p:cNvCxnSpPr>
            <p:nvPr/>
          </p:nvCxnSpPr>
          <p:spPr>
            <a:xfrm flipV="1">
              <a:off x="11303284" y="725715"/>
              <a:ext cx="0" cy="3314715"/>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7E3935C-6183-4F33-AC68-B0708E31E944}"/>
              </a:ext>
            </a:extLst>
          </p:cNvPr>
          <p:cNvGrpSpPr/>
          <p:nvPr/>
        </p:nvGrpSpPr>
        <p:grpSpPr>
          <a:xfrm rot="10800000">
            <a:off x="838485" y="2389826"/>
            <a:ext cx="10471332" cy="3314717"/>
            <a:chOff x="838484" y="725713"/>
            <a:chExt cx="10471332" cy="3314717"/>
          </a:xfrm>
        </p:grpSpPr>
        <p:cxnSp>
          <p:nvCxnSpPr>
            <p:cNvPr id="33" name="Straight Connector 32">
              <a:extLst>
                <a:ext uri="{FF2B5EF4-FFF2-40B4-BE49-F238E27FC236}">
                  <a16:creationId xmlns:a16="http://schemas.microsoft.com/office/drawing/2014/main" id="{63C26C04-D744-4DAE-8CE8-5057116A8205}"/>
                </a:ext>
              </a:extLst>
            </p:cNvPr>
            <p:cNvCxnSpPr/>
            <p:nvPr/>
          </p:nvCxnSpPr>
          <p:spPr>
            <a:xfrm flipV="1">
              <a:off x="838484" y="725714"/>
              <a:ext cx="0" cy="653143"/>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B342BE2-471D-4475-A343-CE27405526E7}"/>
                </a:ext>
              </a:extLst>
            </p:cNvPr>
            <p:cNvCxnSpPr>
              <a:cxnSpLocks/>
            </p:cNvCxnSpPr>
            <p:nvPr/>
          </p:nvCxnSpPr>
          <p:spPr>
            <a:xfrm flipV="1">
              <a:off x="838484" y="725713"/>
              <a:ext cx="10471332" cy="1"/>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D7287C2-244E-4940-B720-60BE0B480018}"/>
                </a:ext>
              </a:extLst>
            </p:cNvPr>
            <p:cNvCxnSpPr>
              <a:cxnSpLocks/>
            </p:cNvCxnSpPr>
            <p:nvPr/>
          </p:nvCxnSpPr>
          <p:spPr>
            <a:xfrm flipV="1">
              <a:off x="11303284" y="725715"/>
              <a:ext cx="0" cy="3314715"/>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grpSp>
      <p:sp>
        <p:nvSpPr>
          <p:cNvPr id="14" name="Text Placeholder 13"/>
          <p:cNvSpPr>
            <a:spLocks noGrp="1"/>
          </p:cNvSpPr>
          <p:nvPr>
            <p:ph type="body" sz="quarter" idx="14" hasCustomPrompt="1"/>
          </p:nvPr>
        </p:nvSpPr>
        <p:spPr>
          <a:xfrm>
            <a:off x="1689064" y="2097119"/>
            <a:ext cx="8928894" cy="1691992"/>
          </a:xfrm>
        </p:spPr>
        <p:txBody>
          <a:bodyPr anchor="ctr">
            <a:noAutofit/>
          </a:bodyPr>
          <a:lstStyle>
            <a:lvl1pPr marL="0" indent="0" algn="l">
              <a:lnSpc>
                <a:spcPct val="100000"/>
              </a:lnSpc>
              <a:spcBef>
                <a:spcPts val="0"/>
              </a:spcBef>
              <a:buNone/>
              <a:defRPr sz="3200" b="0" i="0">
                <a:solidFill>
                  <a:srgbClr val="6699CC"/>
                </a:solidFill>
              </a:defRPr>
            </a:lvl1pPr>
            <a:lvl2pPr marL="0" indent="0" algn="ctr">
              <a:lnSpc>
                <a:spcPct val="100000"/>
              </a:lnSpc>
              <a:spcBef>
                <a:spcPts val="0"/>
              </a:spcBef>
              <a:buNone/>
              <a:defRPr sz="3200">
                <a:solidFill>
                  <a:schemeClr val="bg1"/>
                </a:solidFill>
              </a:defRPr>
            </a:lvl2pPr>
            <a:lvl3pPr marL="0" indent="0" algn="ctr">
              <a:lnSpc>
                <a:spcPct val="100000"/>
              </a:lnSpc>
              <a:spcBef>
                <a:spcPts val="0"/>
              </a:spcBef>
              <a:buNone/>
              <a:defRPr sz="3200">
                <a:solidFill>
                  <a:schemeClr val="bg1"/>
                </a:solidFill>
              </a:defRPr>
            </a:lvl3pPr>
            <a:lvl4pPr marL="0" indent="0" algn="ctr">
              <a:lnSpc>
                <a:spcPct val="100000"/>
              </a:lnSpc>
              <a:spcBef>
                <a:spcPts val="0"/>
              </a:spcBef>
              <a:buNone/>
              <a:defRPr sz="3200">
                <a:solidFill>
                  <a:schemeClr val="bg1"/>
                </a:solidFill>
              </a:defRPr>
            </a:lvl4pPr>
            <a:lvl5pPr marL="0" indent="0" algn="ctr">
              <a:lnSpc>
                <a:spcPct val="100000"/>
              </a:lnSpc>
              <a:spcBef>
                <a:spcPts val="0"/>
              </a:spcBef>
              <a:buNone/>
              <a:defRPr sz="3200">
                <a:solidFill>
                  <a:schemeClr val="bg1"/>
                </a:solidFill>
              </a:defRPr>
            </a:lvl5pPr>
            <a:lvl6pPr marL="0" indent="0" algn="ctr">
              <a:lnSpc>
                <a:spcPct val="100000"/>
              </a:lnSpc>
              <a:spcBef>
                <a:spcPts val="0"/>
              </a:spcBef>
              <a:buNone/>
              <a:defRPr sz="3200">
                <a:solidFill>
                  <a:schemeClr val="bg1"/>
                </a:solidFill>
              </a:defRPr>
            </a:lvl6pPr>
            <a:lvl7pPr marL="0" indent="0" algn="ctr">
              <a:lnSpc>
                <a:spcPct val="100000"/>
              </a:lnSpc>
              <a:spcBef>
                <a:spcPts val="0"/>
              </a:spcBef>
              <a:buNone/>
              <a:defRPr sz="3200">
                <a:solidFill>
                  <a:schemeClr val="bg1"/>
                </a:solidFill>
              </a:defRPr>
            </a:lvl7pPr>
            <a:lvl8pPr marL="0" indent="0" algn="ctr">
              <a:lnSpc>
                <a:spcPct val="100000"/>
              </a:lnSpc>
              <a:spcBef>
                <a:spcPts val="0"/>
              </a:spcBef>
              <a:buNone/>
              <a:defRPr sz="3200">
                <a:solidFill>
                  <a:schemeClr val="bg1"/>
                </a:solidFill>
              </a:defRPr>
            </a:lvl8pPr>
            <a:lvl9pPr marL="0" indent="0" algn="ctr">
              <a:lnSpc>
                <a:spcPct val="100000"/>
              </a:lnSpc>
              <a:spcBef>
                <a:spcPts val="0"/>
              </a:spcBef>
              <a:buNone/>
              <a:defRPr sz="3200">
                <a:solidFill>
                  <a:schemeClr val="bg1"/>
                </a:solidFill>
              </a:defRPr>
            </a:lvl9pPr>
          </a:lstStyle>
          <a:p>
            <a:pPr lvl="0"/>
            <a:r>
              <a:t>Insert quotation here using 32 pt sentence case. It is not necessary to add quotation marks to the text.</a:t>
            </a:r>
          </a:p>
        </p:txBody>
      </p:sp>
      <p:sp>
        <p:nvSpPr>
          <p:cNvPr id="16" name="Text Placeholder 13"/>
          <p:cNvSpPr>
            <a:spLocks noGrp="1"/>
          </p:cNvSpPr>
          <p:nvPr>
            <p:ph type="body" sz="quarter" idx="15" hasCustomPrompt="1"/>
          </p:nvPr>
        </p:nvSpPr>
        <p:spPr>
          <a:xfrm>
            <a:off x="4766062" y="3938380"/>
            <a:ext cx="5851896" cy="460375"/>
          </a:xfrm>
        </p:spPr>
        <p:txBody>
          <a:bodyPr>
            <a:noAutofit/>
          </a:bodyPr>
          <a:lstStyle>
            <a:lvl1pPr marL="228600" indent="-228600" algn="r">
              <a:lnSpc>
                <a:spcPct val="100000"/>
              </a:lnSpc>
              <a:spcBef>
                <a:spcPts val="0"/>
              </a:spcBef>
              <a:buClr>
                <a:srgbClr val="000000"/>
              </a:buClr>
              <a:buFont typeface="Arial" panose="020B0604020202020204" pitchFamily="34" charset="0"/>
              <a:buChar char="–"/>
              <a:defRPr sz="2000" b="0" i="0">
                <a:solidFill>
                  <a:schemeClr val="tx1"/>
                </a:solidFill>
              </a:defRPr>
            </a:lvl1pPr>
            <a:lvl2pPr marL="228600" indent="-228600" algn="r">
              <a:lnSpc>
                <a:spcPct val="100000"/>
              </a:lnSpc>
              <a:spcBef>
                <a:spcPts val="0"/>
              </a:spcBef>
              <a:buFont typeface="Arial" panose="020B0604020202020204" pitchFamily="34" charset="0"/>
              <a:buChar char="–"/>
              <a:defRPr sz="2000"/>
            </a:lvl2pPr>
            <a:lvl3pPr marL="228600" indent="-228600" algn="r">
              <a:lnSpc>
                <a:spcPct val="100000"/>
              </a:lnSpc>
              <a:spcBef>
                <a:spcPts val="0"/>
              </a:spcBef>
              <a:buFont typeface="Arial" panose="020B0604020202020204" pitchFamily="34" charset="0"/>
              <a:buChar char="–"/>
              <a:defRPr sz="2000"/>
            </a:lvl3pPr>
            <a:lvl4pPr marL="228600" indent="-228600" algn="r">
              <a:lnSpc>
                <a:spcPct val="100000"/>
              </a:lnSpc>
              <a:spcBef>
                <a:spcPts val="0"/>
              </a:spcBef>
              <a:buFont typeface="Arial" panose="020B0604020202020204" pitchFamily="34" charset="0"/>
              <a:buChar char="–"/>
              <a:defRPr sz="2000"/>
            </a:lvl4pPr>
            <a:lvl5pPr marL="228600" indent="-228600" algn="r">
              <a:lnSpc>
                <a:spcPct val="100000"/>
              </a:lnSpc>
              <a:spcBef>
                <a:spcPts val="0"/>
              </a:spcBef>
              <a:buFont typeface="Arial" panose="020B0604020202020204" pitchFamily="34" charset="0"/>
              <a:buChar char="–"/>
              <a:defRPr sz="2000"/>
            </a:lvl5pPr>
            <a:lvl6pPr marL="228600" indent="-228600" algn="r">
              <a:lnSpc>
                <a:spcPct val="100000"/>
              </a:lnSpc>
              <a:spcBef>
                <a:spcPts val="0"/>
              </a:spcBef>
              <a:buFont typeface="Arial" panose="020B0604020202020204" pitchFamily="34" charset="0"/>
              <a:buChar char="–"/>
              <a:defRPr sz="2000"/>
            </a:lvl6pPr>
            <a:lvl7pPr marL="228600" indent="-228600" algn="r">
              <a:lnSpc>
                <a:spcPct val="100000"/>
              </a:lnSpc>
              <a:spcBef>
                <a:spcPts val="0"/>
              </a:spcBef>
              <a:buFont typeface="Arial" panose="020B0604020202020204" pitchFamily="34" charset="0"/>
              <a:buChar char="–"/>
              <a:defRPr sz="2000"/>
            </a:lvl7pPr>
            <a:lvl8pPr marL="228600" indent="-228600" algn="r">
              <a:lnSpc>
                <a:spcPct val="100000"/>
              </a:lnSpc>
              <a:spcBef>
                <a:spcPts val="0"/>
              </a:spcBef>
              <a:buFont typeface="Arial" panose="020B0604020202020204" pitchFamily="34" charset="0"/>
              <a:buChar char="–"/>
              <a:defRPr sz="2000"/>
            </a:lvl8pPr>
            <a:lvl9pPr marL="0" indent="0" algn="r">
              <a:lnSpc>
                <a:spcPct val="100000"/>
              </a:lnSpc>
              <a:spcBef>
                <a:spcPts val="0"/>
              </a:spcBef>
              <a:buFont typeface="Arial" panose="020B0604020202020204" pitchFamily="34" charset="0"/>
              <a:buNone/>
              <a:defRPr sz="2000"/>
            </a:lvl9pPr>
          </a:lstStyle>
          <a:p>
            <a:pPr lvl="0"/>
            <a:r>
              <a:t>Quotation attribution or source</a:t>
            </a:r>
          </a:p>
        </p:txBody>
      </p:sp>
    </p:spTree>
    <p:extLst>
      <p:ext uri="{BB962C8B-B14F-4D97-AF65-F5344CB8AC3E}">
        <p14:creationId xmlns:p14="http://schemas.microsoft.com/office/powerpoint/2010/main" val="419497000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ntent Boxes w Blue Filled Quote">
    <p:spTree>
      <p:nvGrpSpPr>
        <p:cNvPr id="1" name=""/>
        <p:cNvGrpSpPr/>
        <p:nvPr/>
      </p:nvGrpSpPr>
      <p:grpSpPr>
        <a:xfrm>
          <a:off x="0" y="0"/>
          <a:ext cx="0" cy="0"/>
          <a:chOff x="0" y="0"/>
          <a:chExt cx="0" cy="0"/>
        </a:xfrm>
      </p:grpSpPr>
      <p:sp>
        <p:nvSpPr>
          <p:cNvPr id="17" name="Rectangle 16"/>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7" name="Rectangle 6"/>
          <p:cNvSpPr/>
          <p:nvPr/>
        </p:nvSpPr>
        <p:spPr>
          <a:xfrm>
            <a:off x="7911253" y="1130021"/>
            <a:ext cx="4280747" cy="51945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2" name="Text Placeholder 13"/>
          <p:cNvSpPr>
            <a:spLocks noGrp="1"/>
          </p:cNvSpPr>
          <p:nvPr>
            <p:ph type="body" sz="quarter" idx="14" hasCustomPrompt="1"/>
          </p:nvPr>
        </p:nvSpPr>
        <p:spPr>
          <a:xfrm>
            <a:off x="711200" y="1418944"/>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1" name="Content Placeholder 10"/>
          <p:cNvSpPr>
            <a:spLocks noGrp="1"/>
          </p:cNvSpPr>
          <p:nvPr>
            <p:ph sz="quarter" idx="13" hasCustomPrompt="1"/>
          </p:nvPr>
        </p:nvSpPr>
        <p:spPr>
          <a:xfrm>
            <a:off x="711200" y="1930994"/>
            <a:ext cx="6742176" cy="1737360"/>
          </a:xfrm>
        </p:spPr>
        <p:txBody>
          <a:bodyPr>
            <a:noAutofit/>
          </a:bodyPr>
          <a:lstStyle>
            <a:lvl1pPr>
              <a:defRPr sz="1800" b="0" i="0"/>
            </a:lvl1pPr>
            <a:lvl2pPr>
              <a:defRPr sz="1600" b="0" i="0"/>
            </a:lvl2pPr>
            <a:lvl3pPr>
              <a:defRPr sz="1400" b="0" i="0"/>
            </a:lvl3pPr>
            <a:lvl4pPr>
              <a:defRPr sz="1200" b="0" i="0"/>
            </a:lvl4pPr>
            <a:lvl5pPr>
              <a:defRPr sz="1200" b="0" i="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13"/>
          <p:cNvSpPr>
            <a:spLocks noGrp="1"/>
          </p:cNvSpPr>
          <p:nvPr>
            <p:ph type="body" sz="quarter" idx="16" hasCustomPrompt="1"/>
          </p:nvPr>
        </p:nvSpPr>
        <p:spPr>
          <a:xfrm>
            <a:off x="711200" y="3773257"/>
            <a:ext cx="6742176" cy="525818"/>
          </a:xfrm>
        </p:spPr>
        <p:txBody>
          <a:bodyPr anchor="b">
            <a:noAutofit/>
          </a:bodyPr>
          <a:lstStyle>
            <a:lvl1pPr marL="0" indent="0">
              <a:lnSpc>
                <a:spcPct val="100000"/>
              </a:lnSpc>
              <a:spcBef>
                <a:spcPts val="0"/>
              </a:spcBef>
              <a:buNone/>
              <a:defRPr sz="2400" b="0" i="0">
                <a:solidFill>
                  <a:srgbClr val="FF6600"/>
                </a:solidFill>
              </a:defRPr>
            </a:lvl1pPr>
            <a:lvl2pPr marL="0" indent="0">
              <a:lnSpc>
                <a:spcPct val="100000"/>
              </a:lnSpc>
              <a:spcBef>
                <a:spcPts val="0"/>
              </a:spcBef>
              <a:buNone/>
              <a:defRPr sz="2200">
                <a:solidFill>
                  <a:srgbClr val="FF6600"/>
                </a:solidFill>
              </a:defRPr>
            </a:lvl2pPr>
            <a:lvl3pPr marL="0" indent="0">
              <a:lnSpc>
                <a:spcPct val="100000"/>
              </a:lnSpc>
              <a:spcBef>
                <a:spcPts val="0"/>
              </a:spcBef>
              <a:buNone/>
              <a:defRPr sz="2200">
                <a:solidFill>
                  <a:srgbClr val="FF6600"/>
                </a:solidFill>
              </a:defRPr>
            </a:lvl3pPr>
            <a:lvl4pPr marL="0" indent="0">
              <a:lnSpc>
                <a:spcPct val="100000"/>
              </a:lnSpc>
              <a:spcBef>
                <a:spcPts val="0"/>
              </a:spcBef>
              <a:buNone/>
              <a:defRPr sz="2200">
                <a:solidFill>
                  <a:srgbClr val="FF6600"/>
                </a:solidFill>
              </a:defRPr>
            </a:lvl4pPr>
            <a:lvl5pPr marL="0" indent="0">
              <a:lnSpc>
                <a:spcPct val="100000"/>
              </a:lnSpc>
              <a:spcBef>
                <a:spcPts val="0"/>
              </a:spcBef>
              <a:buNone/>
              <a:defRPr sz="2200">
                <a:solidFill>
                  <a:srgbClr val="FF6600"/>
                </a:solidFill>
              </a:defRPr>
            </a:lvl5pPr>
            <a:lvl6pPr marL="0" indent="0">
              <a:lnSpc>
                <a:spcPct val="100000"/>
              </a:lnSpc>
              <a:spcBef>
                <a:spcPts val="0"/>
              </a:spcBef>
              <a:buNone/>
              <a:defRPr sz="2200">
                <a:solidFill>
                  <a:srgbClr val="FF6600"/>
                </a:solidFill>
              </a:defRPr>
            </a:lvl6pPr>
            <a:lvl7pPr marL="0" indent="0">
              <a:lnSpc>
                <a:spcPct val="100000"/>
              </a:lnSpc>
              <a:spcBef>
                <a:spcPts val="0"/>
              </a:spcBef>
              <a:buNone/>
              <a:defRPr sz="2200">
                <a:solidFill>
                  <a:srgbClr val="FF6600"/>
                </a:solidFill>
              </a:defRPr>
            </a:lvl7pPr>
            <a:lvl8pPr marL="0" indent="0">
              <a:lnSpc>
                <a:spcPct val="100000"/>
              </a:lnSpc>
              <a:spcBef>
                <a:spcPts val="0"/>
              </a:spcBef>
              <a:buNone/>
              <a:defRPr sz="2200">
                <a:solidFill>
                  <a:srgbClr val="FF6600"/>
                </a:solidFill>
              </a:defRPr>
            </a:lvl8pPr>
            <a:lvl9pPr marL="0" indent="0">
              <a:lnSpc>
                <a:spcPct val="100000"/>
              </a:lnSpc>
              <a:spcBef>
                <a:spcPts val="0"/>
              </a:spcBef>
              <a:buNone/>
              <a:defRPr sz="2200">
                <a:solidFill>
                  <a:srgbClr val="FF6600"/>
                </a:solidFill>
              </a:defRPr>
            </a:lvl9pPr>
          </a:lstStyle>
          <a:p>
            <a:pPr lvl="0"/>
            <a:r>
              <a:t>Header Text</a:t>
            </a:r>
          </a:p>
        </p:txBody>
      </p:sp>
      <p:sp>
        <p:nvSpPr>
          <p:cNvPr id="13" name="Content Placeholder 10"/>
          <p:cNvSpPr>
            <a:spLocks noGrp="1"/>
          </p:cNvSpPr>
          <p:nvPr>
            <p:ph sz="quarter" idx="15" hasCustomPrompt="1"/>
          </p:nvPr>
        </p:nvSpPr>
        <p:spPr>
          <a:xfrm>
            <a:off x="711200" y="4285308"/>
            <a:ext cx="6742176" cy="1737360"/>
          </a:xfrm>
        </p:spPr>
        <p:txBody>
          <a:bodyPr>
            <a:noAutofit/>
          </a:bodyPr>
          <a:lstStyle>
            <a:lvl1pPr>
              <a:defRPr sz="1800" b="0" i="0"/>
            </a:lvl1pPr>
            <a:lvl2pPr>
              <a:defRPr sz="1600" b="0" i="0"/>
            </a:lvl2pPr>
            <a:lvl3pPr>
              <a:defRPr sz="1400" b="0" i="0"/>
            </a:lvl3pPr>
            <a:lvl4pPr>
              <a:defRPr sz="1200" b="0" i="0"/>
            </a:lvl4pPr>
            <a:lvl5pPr>
              <a:defRPr sz="1200" b="0" i="0" baseline="0"/>
            </a:lvl5pPr>
            <a:lvl6pPr>
              <a:defRPr sz="1100"/>
            </a:lvl6pPr>
            <a:lvl7pPr>
              <a:defRPr sz="1100"/>
            </a:lvl7pPr>
            <a:lvl8pPr>
              <a:defRPr sz="1100"/>
            </a:lvl8pPr>
            <a:lvl9pPr>
              <a:defRPr sz="1100"/>
            </a:lvl9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5" name="Text Placeholder 13"/>
          <p:cNvSpPr>
            <a:spLocks noGrp="1"/>
          </p:cNvSpPr>
          <p:nvPr>
            <p:ph type="body" sz="quarter" idx="17" hasCustomPrompt="1"/>
          </p:nvPr>
        </p:nvSpPr>
        <p:spPr bwMode="white">
          <a:xfrm>
            <a:off x="8152005" y="2125492"/>
            <a:ext cx="3430395" cy="2817065"/>
          </a:xfrm>
        </p:spPr>
        <p:txBody>
          <a:bodyPr>
            <a:noAutofit/>
          </a:bodyPr>
          <a:lstStyle>
            <a:lvl1pPr marL="0" indent="0">
              <a:lnSpc>
                <a:spcPct val="100000"/>
              </a:lnSpc>
              <a:spcBef>
                <a:spcPts val="1000"/>
              </a:spcBef>
              <a:buNone/>
              <a:defRPr sz="1800" b="0" i="0">
                <a:solidFill>
                  <a:srgbClr val="FFFFFF"/>
                </a:solidFill>
              </a:defRPr>
            </a:lvl1pPr>
            <a:lvl2pPr marL="0" indent="0">
              <a:lnSpc>
                <a:spcPct val="100000"/>
              </a:lnSpc>
              <a:spcBef>
                <a:spcPts val="1000"/>
              </a:spcBef>
              <a:buNone/>
              <a:defRPr sz="1800">
                <a:solidFill>
                  <a:srgbClr val="FFFFFF"/>
                </a:solidFill>
              </a:defRPr>
            </a:lvl2pPr>
            <a:lvl3pPr marL="0" indent="0">
              <a:lnSpc>
                <a:spcPct val="100000"/>
              </a:lnSpc>
              <a:spcBef>
                <a:spcPts val="1000"/>
              </a:spcBef>
              <a:buNone/>
              <a:defRPr sz="1800">
                <a:solidFill>
                  <a:srgbClr val="FFFFFF"/>
                </a:solidFill>
              </a:defRPr>
            </a:lvl3pPr>
            <a:lvl4pPr marL="0" indent="0">
              <a:lnSpc>
                <a:spcPct val="100000"/>
              </a:lnSpc>
              <a:spcBef>
                <a:spcPts val="1000"/>
              </a:spcBef>
              <a:buNone/>
              <a:defRPr sz="1800">
                <a:solidFill>
                  <a:srgbClr val="FFFFFF"/>
                </a:solidFill>
              </a:defRPr>
            </a:lvl4pPr>
            <a:lvl5pPr marL="0" indent="0">
              <a:lnSpc>
                <a:spcPct val="100000"/>
              </a:lnSpc>
              <a:spcBef>
                <a:spcPts val="1000"/>
              </a:spcBef>
              <a:buNone/>
              <a:defRPr sz="1800">
                <a:solidFill>
                  <a:srgbClr val="FFFFFF"/>
                </a:solidFill>
              </a:defRPr>
            </a:lvl5pPr>
            <a:lvl6pPr marL="0" indent="0">
              <a:lnSpc>
                <a:spcPct val="100000"/>
              </a:lnSpc>
              <a:spcBef>
                <a:spcPts val="1000"/>
              </a:spcBef>
              <a:buNone/>
              <a:defRPr sz="1800">
                <a:solidFill>
                  <a:srgbClr val="FFFFFF"/>
                </a:solidFill>
              </a:defRPr>
            </a:lvl6pPr>
            <a:lvl7pPr marL="0" indent="0">
              <a:lnSpc>
                <a:spcPct val="100000"/>
              </a:lnSpc>
              <a:spcBef>
                <a:spcPts val="1000"/>
              </a:spcBef>
              <a:buNone/>
              <a:defRPr sz="1800">
                <a:solidFill>
                  <a:srgbClr val="FFFFFF"/>
                </a:solidFill>
              </a:defRPr>
            </a:lvl7pPr>
            <a:lvl8pPr marL="0" indent="0">
              <a:lnSpc>
                <a:spcPct val="100000"/>
              </a:lnSpc>
              <a:spcBef>
                <a:spcPts val="1000"/>
              </a:spcBef>
              <a:buNone/>
              <a:defRPr sz="1800">
                <a:solidFill>
                  <a:srgbClr val="FFFFFF"/>
                </a:solidFill>
              </a:defRPr>
            </a:lvl8pPr>
            <a:lvl9pPr marL="0" indent="0">
              <a:lnSpc>
                <a:spcPct val="100000"/>
              </a:lnSpc>
              <a:spcBef>
                <a:spcPts val="1000"/>
              </a:spcBef>
              <a:buNone/>
              <a:defRPr sz="1800">
                <a:solidFill>
                  <a:srgbClr val="FFFFFF"/>
                </a:solidFill>
              </a:defRPr>
            </a:lvl9pPr>
          </a:lstStyle>
          <a:p>
            <a:pPr lvl="0"/>
            <a:r>
              <a:t>Add quotation text  here; there is no need for additional quotation marks</a:t>
            </a:r>
          </a:p>
        </p:txBody>
      </p:sp>
      <p:sp>
        <p:nvSpPr>
          <p:cNvPr id="16" name="Text Placeholder 13"/>
          <p:cNvSpPr>
            <a:spLocks noGrp="1"/>
          </p:cNvSpPr>
          <p:nvPr>
            <p:ph type="body" sz="quarter" idx="18" hasCustomPrompt="1"/>
          </p:nvPr>
        </p:nvSpPr>
        <p:spPr bwMode="white">
          <a:xfrm>
            <a:off x="8152005" y="5110666"/>
            <a:ext cx="3430395" cy="290314"/>
          </a:xfrm>
        </p:spPr>
        <p:txBody>
          <a:bodyPr>
            <a:noAutofit/>
          </a:bodyPr>
          <a:lstStyle>
            <a:lvl1pPr marL="182880" indent="-182880" algn="r">
              <a:lnSpc>
                <a:spcPct val="100000"/>
              </a:lnSpc>
              <a:spcBef>
                <a:spcPts val="0"/>
              </a:spcBef>
              <a:buClr>
                <a:srgbClr val="FFFFFF"/>
              </a:buClr>
              <a:buFont typeface="Arial" panose="020B0604020202020204" pitchFamily="34" charset="0"/>
              <a:buChar char="–"/>
              <a:defRPr sz="1400" b="0" i="0">
                <a:solidFill>
                  <a:srgbClr val="FFFFFF"/>
                </a:solidFill>
              </a:defRPr>
            </a:lvl1pPr>
            <a:lvl2pPr marL="182880" indent="-182880" algn="r">
              <a:lnSpc>
                <a:spcPct val="100000"/>
              </a:lnSpc>
              <a:spcBef>
                <a:spcPts val="0"/>
              </a:spcBef>
              <a:buFont typeface="Arial" panose="020B0604020202020204" pitchFamily="34" charset="0"/>
              <a:buChar char="–"/>
              <a:defRPr sz="1400">
                <a:solidFill>
                  <a:srgbClr val="FFFFFF"/>
                </a:solidFill>
              </a:defRPr>
            </a:lvl2pPr>
            <a:lvl3pPr marL="182880" indent="-182880" algn="r">
              <a:lnSpc>
                <a:spcPct val="100000"/>
              </a:lnSpc>
              <a:spcBef>
                <a:spcPts val="0"/>
              </a:spcBef>
              <a:buFont typeface="Arial" panose="020B0604020202020204" pitchFamily="34" charset="0"/>
              <a:buChar char="–"/>
              <a:defRPr sz="1400">
                <a:solidFill>
                  <a:srgbClr val="FFFFFF"/>
                </a:solidFill>
              </a:defRPr>
            </a:lvl3pPr>
            <a:lvl4pPr marL="182880" indent="-182880" algn="r">
              <a:lnSpc>
                <a:spcPct val="100000"/>
              </a:lnSpc>
              <a:spcBef>
                <a:spcPts val="0"/>
              </a:spcBef>
              <a:buFont typeface="Arial" panose="020B0604020202020204" pitchFamily="34" charset="0"/>
              <a:buChar char="–"/>
              <a:defRPr sz="1400">
                <a:solidFill>
                  <a:srgbClr val="FFFFFF"/>
                </a:solidFill>
              </a:defRPr>
            </a:lvl4pPr>
            <a:lvl5pPr marL="182880" indent="-182880" algn="r">
              <a:lnSpc>
                <a:spcPct val="100000"/>
              </a:lnSpc>
              <a:spcBef>
                <a:spcPts val="0"/>
              </a:spcBef>
              <a:buFont typeface="Arial" panose="020B0604020202020204" pitchFamily="34" charset="0"/>
              <a:buChar char="–"/>
              <a:defRPr sz="1400">
                <a:solidFill>
                  <a:srgbClr val="FFFFFF"/>
                </a:solidFill>
              </a:defRPr>
            </a:lvl5pPr>
            <a:lvl6pPr marL="285750" indent="-285750" algn="r">
              <a:lnSpc>
                <a:spcPct val="100000"/>
              </a:lnSpc>
              <a:spcBef>
                <a:spcPts val="0"/>
              </a:spcBef>
              <a:buFont typeface="Arial" panose="020B0604020202020204" pitchFamily="34" charset="0"/>
              <a:buChar char="–"/>
              <a:defRPr sz="1400">
                <a:solidFill>
                  <a:srgbClr val="FFFFFF"/>
                </a:solidFill>
              </a:defRPr>
            </a:lvl6pPr>
            <a:lvl7pPr marL="182880" indent="-182880" algn="r">
              <a:lnSpc>
                <a:spcPct val="100000"/>
              </a:lnSpc>
              <a:spcBef>
                <a:spcPts val="0"/>
              </a:spcBef>
              <a:buFont typeface="Arial" panose="020B0604020202020204" pitchFamily="34" charset="0"/>
              <a:buChar char="–"/>
              <a:defRPr sz="1400">
                <a:solidFill>
                  <a:srgbClr val="FFFFFF"/>
                </a:solidFill>
              </a:defRPr>
            </a:lvl7pPr>
            <a:lvl8pPr marL="182880" indent="-182880" algn="r">
              <a:lnSpc>
                <a:spcPct val="100000"/>
              </a:lnSpc>
              <a:spcBef>
                <a:spcPts val="0"/>
              </a:spcBef>
              <a:buFont typeface="Arial" panose="020B0604020202020204" pitchFamily="34" charset="0"/>
              <a:buChar char="–"/>
              <a:defRPr sz="1400">
                <a:solidFill>
                  <a:srgbClr val="FFFFFF"/>
                </a:solidFill>
              </a:defRPr>
            </a:lvl8pPr>
            <a:lvl9pPr marL="182880" indent="-182880" algn="r">
              <a:lnSpc>
                <a:spcPct val="100000"/>
              </a:lnSpc>
              <a:spcBef>
                <a:spcPts val="0"/>
              </a:spcBef>
              <a:buFont typeface="Arial" panose="020B0604020202020204" pitchFamily="34" charset="0"/>
              <a:buChar char="–"/>
              <a:defRPr sz="1400">
                <a:solidFill>
                  <a:srgbClr val="FFFFFF"/>
                </a:solidFill>
              </a:defRPr>
            </a:lvl9pPr>
          </a:lstStyle>
          <a:p>
            <a:pPr lvl="0"/>
            <a:r>
              <a:t>Quote attribution / source</a:t>
            </a:r>
          </a:p>
        </p:txBody>
      </p:sp>
      <p:pic>
        <p:nvPicPr>
          <p:cNvPr id="18" name="Picture 17"/>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a:off x="10890586" y="5569090"/>
            <a:ext cx="844214" cy="669000"/>
          </a:xfrm>
          <a:prstGeom prst="rect">
            <a:avLst/>
          </a:prstGeom>
        </p:spPr>
      </p:pic>
      <p:pic>
        <p:nvPicPr>
          <p:cNvPr id="19" name="Picture 18"/>
          <p:cNvPicPr>
            <a:picLocks noChangeAspect="1"/>
          </p:cNvPicPr>
          <p:nvPr/>
        </p:nvPicPr>
        <p:blipFill>
          <a:blip r:embed="rId2" cstate="screen">
            <a:alphaModFix amt="45000"/>
            <a:extLst>
              <a:ext uri="{28A0092B-C50C-407E-A947-70E740481C1C}">
                <a14:useLocalDpi xmlns:a14="http://schemas.microsoft.com/office/drawing/2010/main"/>
              </a:ext>
            </a:extLst>
          </a:blip>
          <a:stretch>
            <a:fillRect/>
          </a:stretch>
        </p:blipFill>
        <p:spPr>
          <a:xfrm rot="10800000">
            <a:off x="8152005" y="1320037"/>
            <a:ext cx="844214" cy="669000"/>
          </a:xfrm>
          <a:prstGeom prst="rect">
            <a:avLst/>
          </a:prstGeom>
        </p:spPr>
      </p:pic>
    </p:spTree>
    <p:extLst>
      <p:ext uri="{BB962C8B-B14F-4D97-AF65-F5344CB8AC3E}">
        <p14:creationId xmlns:p14="http://schemas.microsoft.com/office/powerpoint/2010/main" val="295755200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6" name="Rectangle 5"/>
          <p:cNvSpPr/>
          <p:nvPr/>
        </p:nvSpPr>
        <p:spPr bwMode="ltGray">
          <a:xfrm>
            <a:off x="0" y="1130021"/>
            <a:ext cx="12192000" cy="519457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Media Placeholder 7"/>
          <p:cNvSpPr>
            <a:spLocks noGrp="1"/>
          </p:cNvSpPr>
          <p:nvPr>
            <p:ph type="media" sz="quarter" idx="13"/>
          </p:nvPr>
        </p:nvSpPr>
        <p:spPr>
          <a:xfrm>
            <a:off x="2438401" y="1524000"/>
            <a:ext cx="7315198" cy="4572000"/>
          </a:xfrm>
          <a:solidFill>
            <a:srgbClr val="595959"/>
          </a:solidFill>
        </p:spPr>
        <p:txBody>
          <a:bodyPr tIns="1645920">
            <a:noAutofit/>
          </a:bodyPr>
          <a:lstStyle>
            <a:lvl1pPr marL="0" indent="0" algn="ctr">
              <a:buNone/>
              <a:defRPr b="0" i="0">
                <a:solidFill>
                  <a:schemeClr val="bg1"/>
                </a:solidFill>
              </a:defRPr>
            </a:lvl1pPr>
          </a:lstStyle>
          <a:p>
            <a:r>
              <a:rPr lang="en-US"/>
              <a:t>Click icon to add media</a:t>
            </a:r>
            <a:endParaRPr dirty="0"/>
          </a:p>
        </p:txBody>
      </p:sp>
      <p:cxnSp>
        <p:nvCxnSpPr>
          <p:cNvPr id="11" name="Straight Connector 10"/>
          <p:cNvCxnSpPr/>
          <p:nvPr/>
        </p:nvCxnSpPr>
        <p:spPr bwMode="white">
          <a:xfrm>
            <a:off x="10630111" y="2216677"/>
            <a:ext cx="0" cy="3021264"/>
          </a:xfrm>
          <a:prstGeom prst="line">
            <a:avLst/>
          </a:prstGeom>
          <a:ln w="12700" cmpd="sng">
            <a:solidFill>
              <a:srgbClr val="FFFFFF"/>
            </a:solidFill>
          </a:ln>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2"/>
          <a:stretch>
            <a:fillRect/>
          </a:stretch>
        </p:blipFill>
        <p:spPr>
          <a:xfrm>
            <a:off x="10927141" y="3225659"/>
            <a:ext cx="660400" cy="1003300"/>
          </a:xfrm>
          <a:prstGeom prst="rect">
            <a:avLst/>
          </a:prstGeom>
        </p:spPr>
      </p:pic>
    </p:spTree>
    <p:extLst>
      <p:ext uri="{BB962C8B-B14F-4D97-AF65-F5344CB8AC3E}">
        <p14:creationId xmlns:p14="http://schemas.microsoft.com/office/powerpoint/2010/main" val="7319390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Organized Text Boxes">
    <p:spTree>
      <p:nvGrpSpPr>
        <p:cNvPr id="1" name=""/>
        <p:cNvGrpSpPr/>
        <p:nvPr/>
      </p:nvGrpSpPr>
      <p:grpSpPr>
        <a:xfrm>
          <a:off x="0" y="0"/>
          <a:ext cx="0" cy="0"/>
          <a:chOff x="0" y="0"/>
          <a:chExt cx="0" cy="0"/>
        </a:xfrm>
      </p:grpSpPr>
      <p:sp>
        <p:nvSpPr>
          <p:cNvPr id="20" name="Rectangle 19"/>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13"/>
          <p:cNvSpPr>
            <a:spLocks noGrp="1"/>
          </p:cNvSpPr>
          <p:nvPr>
            <p:ph type="body" sz="quarter" idx="15" hasCustomPrompt="1"/>
          </p:nvPr>
        </p:nvSpPr>
        <p:spPr>
          <a:xfrm>
            <a:off x="928607" y="1583473"/>
            <a:ext cx="10334788" cy="780802"/>
          </a:xfrm>
          <a:solidFill>
            <a:srgbClr val="595959"/>
          </a:solidFill>
        </p:spPr>
        <p:txBody>
          <a:bodyPr tIns="0" bIns="0" anchor="b">
            <a:noAutofit/>
          </a:bodyPr>
          <a:lstStyle>
            <a:lvl1pPr marL="0" indent="0" algn="ctr">
              <a:lnSpc>
                <a:spcPct val="100000"/>
              </a:lnSpc>
              <a:spcBef>
                <a:spcPts val="0"/>
              </a:spcBef>
              <a:buNone/>
              <a:defRPr sz="2400" b="0" i="0">
                <a:solidFill>
                  <a:schemeClr val="bg1"/>
                </a:solidFill>
              </a:defRPr>
            </a:lvl1pPr>
            <a:lvl2pPr marL="0" indent="0" algn="ctr">
              <a:lnSpc>
                <a:spcPct val="100000"/>
              </a:lnSpc>
              <a:spcBef>
                <a:spcPts val="0"/>
              </a:spcBef>
              <a:buNone/>
              <a:defRPr sz="2400">
                <a:solidFill>
                  <a:schemeClr val="bg1"/>
                </a:solidFill>
              </a:defRPr>
            </a:lvl2pPr>
            <a:lvl3pPr marL="0" indent="0" algn="ctr">
              <a:lnSpc>
                <a:spcPct val="100000"/>
              </a:lnSpc>
              <a:spcBef>
                <a:spcPts val="0"/>
              </a:spcBef>
              <a:buNone/>
              <a:defRPr sz="2400">
                <a:solidFill>
                  <a:schemeClr val="bg1"/>
                </a:solidFill>
              </a:defRPr>
            </a:lvl3pPr>
            <a:lvl4pPr marL="0" indent="0" algn="ctr">
              <a:lnSpc>
                <a:spcPct val="100000"/>
              </a:lnSpc>
              <a:spcBef>
                <a:spcPts val="0"/>
              </a:spcBef>
              <a:buNone/>
              <a:defRPr sz="2400">
                <a:solidFill>
                  <a:schemeClr val="bg1"/>
                </a:solidFill>
              </a:defRPr>
            </a:lvl4pPr>
            <a:lvl5pPr marL="0" indent="0" algn="ctr">
              <a:lnSpc>
                <a:spcPct val="100000"/>
              </a:lnSpc>
              <a:spcBef>
                <a:spcPts val="0"/>
              </a:spcBef>
              <a:buNone/>
              <a:defRPr sz="2400">
                <a:solidFill>
                  <a:schemeClr val="bg1"/>
                </a:solidFill>
              </a:defRPr>
            </a:lvl5pPr>
            <a:lvl6pPr marL="0" indent="0" algn="ctr">
              <a:lnSpc>
                <a:spcPct val="100000"/>
              </a:lnSpc>
              <a:spcBef>
                <a:spcPts val="0"/>
              </a:spcBef>
              <a:buNone/>
              <a:defRPr sz="2400">
                <a:solidFill>
                  <a:schemeClr val="bg1"/>
                </a:solidFill>
              </a:defRPr>
            </a:lvl6pPr>
            <a:lvl7pPr marL="0" indent="0" algn="ctr">
              <a:lnSpc>
                <a:spcPct val="100000"/>
              </a:lnSpc>
              <a:spcBef>
                <a:spcPts val="0"/>
              </a:spcBef>
              <a:buNone/>
              <a:defRPr sz="2400">
                <a:solidFill>
                  <a:schemeClr val="bg1"/>
                </a:solidFill>
              </a:defRPr>
            </a:lvl7pPr>
            <a:lvl8pPr marL="0" indent="0" algn="ctr">
              <a:lnSpc>
                <a:spcPct val="100000"/>
              </a:lnSpc>
              <a:spcBef>
                <a:spcPts val="0"/>
              </a:spcBef>
              <a:buNone/>
              <a:defRPr sz="2400">
                <a:solidFill>
                  <a:schemeClr val="bg1"/>
                </a:solidFill>
              </a:defRPr>
            </a:lvl8pPr>
            <a:lvl9pPr marL="0" indent="0" algn="ctr">
              <a:lnSpc>
                <a:spcPct val="100000"/>
              </a:lnSpc>
              <a:spcBef>
                <a:spcPts val="0"/>
              </a:spcBef>
              <a:buNone/>
              <a:defRPr sz="2400">
                <a:solidFill>
                  <a:schemeClr val="bg1"/>
                </a:solidFill>
              </a:defRPr>
            </a:lvl9pPr>
          </a:lstStyle>
          <a:p>
            <a:pPr lvl="0"/>
            <a:r>
              <a:t>Content Header</a:t>
            </a:r>
          </a:p>
        </p:txBody>
      </p:sp>
      <p:sp>
        <p:nvSpPr>
          <p:cNvPr id="11" name="Text Placeholder 13"/>
          <p:cNvSpPr>
            <a:spLocks noGrp="1"/>
          </p:cNvSpPr>
          <p:nvPr>
            <p:ph type="body" sz="quarter" idx="17" hasCustomPrompt="1"/>
          </p:nvPr>
        </p:nvSpPr>
        <p:spPr>
          <a:xfrm>
            <a:off x="928607" y="2379844"/>
            <a:ext cx="10334788" cy="458091"/>
          </a:xfrm>
          <a:solidFill>
            <a:srgbClr val="595959"/>
          </a:solidFill>
        </p:spPr>
        <p:txBody>
          <a:bodyPr tIns="0" rIns="91440" bIns="0">
            <a:noAutofit/>
          </a:bodyPr>
          <a:lstStyle>
            <a:lvl1pPr marL="0" indent="0" algn="ctr">
              <a:lnSpc>
                <a:spcPct val="100000"/>
              </a:lnSpc>
              <a:spcBef>
                <a:spcPts val="0"/>
              </a:spcBef>
              <a:buNone/>
              <a:defRPr sz="1600" b="0" i="0">
                <a:solidFill>
                  <a:schemeClr val="bg1"/>
                </a:solidFill>
              </a:defRPr>
            </a:lvl1pPr>
            <a:lvl2pPr marL="0" indent="0" algn="ctr">
              <a:lnSpc>
                <a:spcPct val="100000"/>
              </a:lnSpc>
              <a:spcBef>
                <a:spcPts val="0"/>
              </a:spcBef>
              <a:buNone/>
              <a:defRPr sz="1600">
                <a:solidFill>
                  <a:schemeClr val="bg1"/>
                </a:solidFill>
              </a:defRPr>
            </a:lvl2pPr>
            <a:lvl3pPr marL="0" indent="0" algn="ctr">
              <a:lnSpc>
                <a:spcPct val="100000"/>
              </a:lnSpc>
              <a:spcBef>
                <a:spcPts val="0"/>
              </a:spcBef>
              <a:buNone/>
              <a:defRPr sz="1600">
                <a:solidFill>
                  <a:schemeClr val="bg1"/>
                </a:solidFill>
              </a:defRPr>
            </a:lvl3pPr>
            <a:lvl4pPr marL="0" indent="0" algn="ctr">
              <a:lnSpc>
                <a:spcPct val="100000"/>
              </a:lnSpc>
              <a:spcBef>
                <a:spcPts val="0"/>
              </a:spcBef>
              <a:buNone/>
              <a:defRPr sz="1600">
                <a:solidFill>
                  <a:schemeClr val="bg1"/>
                </a:solidFill>
              </a:defRPr>
            </a:lvl4pPr>
            <a:lvl5pPr marL="0" indent="0" algn="ctr">
              <a:lnSpc>
                <a:spcPct val="100000"/>
              </a:lnSpc>
              <a:spcBef>
                <a:spcPts val="0"/>
              </a:spcBef>
              <a:buNone/>
              <a:defRPr sz="1600">
                <a:solidFill>
                  <a:schemeClr val="bg1"/>
                </a:solidFill>
              </a:defRPr>
            </a:lvl5pPr>
            <a:lvl6pPr marL="0" indent="0" algn="ctr">
              <a:lnSpc>
                <a:spcPct val="100000"/>
              </a:lnSpc>
              <a:spcBef>
                <a:spcPts val="0"/>
              </a:spcBef>
              <a:buNone/>
              <a:defRPr sz="1600">
                <a:solidFill>
                  <a:schemeClr val="bg1"/>
                </a:solidFill>
              </a:defRPr>
            </a:lvl6pPr>
            <a:lvl7pPr marL="0" indent="0" algn="ctr">
              <a:lnSpc>
                <a:spcPct val="100000"/>
              </a:lnSpc>
              <a:spcBef>
                <a:spcPts val="0"/>
              </a:spcBef>
              <a:buNone/>
              <a:defRPr sz="1600">
                <a:solidFill>
                  <a:schemeClr val="bg1"/>
                </a:solidFill>
              </a:defRPr>
            </a:lvl7pPr>
            <a:lvl8pPr marL="0" indent="0" algn="ctr">
              <a:lnSpc>
                <a:spcPct val="100000"/>
              </a:lnSpc>
              <a:spcBef>
                <a:spcPts val="0"/>
              </a:spcBef>
              <a:buNone/>
              <a:defRPr sz="1600">
                <a:solidFill>
                  <a:schemeClr val="bg1"/>
                </a:solidFill>
              </a:defRPr>
            </a:lvl8pPr>
            <a:lvl9pPr marL="0" indent="0" algn="ctr">
              <a:lnSpc>
                <a:spcPct val="100000"/>
              </a:lnSpc>
              <a:spcBef>
                <a:spcPts val="0"/>
              </a:spcBef>
              <a:buNone/>
              <a:defRPr sz="1600">
                <a:solidFill>
                  <a:schemeClr val="bg1"/>
                </a:solidFill>
              </a:defRPr>
            </a:lvl9pPr>
          </a:lstStyle>
          <a:p>
            <a:pPr lvl="0"/>
            <a:r>
              <a:t>Click to add text</a:t>
            </a:r>
          </a:p>
        </p:txBody>
      </p:sp>
      <p:sp>
        <p:nvSpPr>
          <p:cNvPr id="12" name="Text Placeholder 13"/>
          <p:cNvSpPr>
            <a:spLocks noGrp="1"/>
          </p:cNvSpPr>
          <p:nvPr>
            <p:ph type="body" sz="quarter" idx="18" hasCustomPrompt="1"/>
          </p:nvPr>
        </p:nvSpPr>
        <p:spPr>
          <a:xfrm>
            <a:off x="928607" y="2990901"/>
            <a:ext cx="3364992" cy="1188720"/>
          </a:xfrm>
          <a:solidFill>
            <a:schemeClr val="accent4"/>
          </a:solidFill>
        </p:spPr>
        <p:txBody>
          <a:bodyPr lIns="182880" rIns="182880" anchor="ctr">
            <a:noAutofit/>
          </a:bodyPr>
          <a:lstStyle>
            <a:lvl1pPr marL="0" indent="0" algn="ctr">
              <a:lnSpc>
                <a:spcPct val="100000"/>
              </a:lnSpc>
              <a:spcBef>
                <a:spcPts val="0"/>
              </a:spcBef>
              <a:buNone/>
              <a:defRPr sz="2000" b="0" i="0">
                <a:solidFill>
                  <a:srgbClr val="FFFFFF"/>
                </a:solidFill>
              </a:defRPr>
            </a:lvl1pPr>
            <a:lvl2pPr marL="0" indent="0" algn="ctr">
              <a:lnSpc>
                <a:spcPct val="100000"/>
              </a:lnSpc>
              <a:spcBef>
                <a:spcPts val="0"/>
              </a:spcBef>
              <a:buNone/>
              <a:defRPr sz="2000">
                <a:solidFill>
                  <a:schemeClr val="bg1"/>
                </a:solidFill>
              </a:defRPr>
            </a:lvl2pPr>
            <a:lvl3pPr marL="0" indent="0" algn="ctr">
              <a:lnSpc>
                <a:spcPct val="100000"/>
              </a:lnSpc>
              <a:spcBef>
                <a:spcPts val="0"/>
              </a:spcBef>
              <a:buNone/>
              <a:defRPr sz="2000">
                <a:solidFill>
                  <a:schemeClr val="bg1"/>
                </a:solidFill>
              </a:defRPr>
            </a:lvl3pPr>
            <a:lvl4pPr marL="0" indent="0" algn="ctr">
              <a:lnSpc>
                <a:spcPct val="100000"/>
              </a:lnSpc>
              <a:spcBef>
                <a:spcPts val="0"/>
              </a:spcBef>
              <a:buNone/>
              <a:defRPr sz="2000">
                <a:solidFill>
                  <a:schemeClr val="bg1"/>
                </a:solidFill>
              </a:defRPr>
            </a:lvl4pPr>
            <a:lvl5pPr marL="0" indent="0" algn="ctr">
              <a:lnSpc>
                <a:spcPct val="100000"/>
              </a:lnSpc>
              <a:spcBef>
                <a:spcPts val="0"/>
              </a:spcBef>
              <a:buNone/>
              <a:defRPr sz="2000">
                <a:solidFill>
                  <a:schemeClr val="bg1"/>
                </a:solidFill>
              </a:defRPr>
            </a:lvl5pPr>
            <a:lvl6pPr marL="0" indent="0" algn="ctr">
              <a:lnSpc>
                <a:spcPct val="100000"/>
              </a:lnSpc>
              <a:spcBef>
                <a:spcPts val="0"/>
              </a:spcBef>
              <a:buNone/>
              <a:defRPr sz="2000">
                <a:solidFill>
                  <a:schemeClr val="bg1"/>
                </a:solidFill>
              </a:defRPr>
            </a:lvl6pPr>
            <a:lvl7pPr marL="0" indent="0" algn="ctr">
              <a:lnSpc>
                <a:spcPct val="100000"/>
              </a:lnSpc>
              <a:spcBef>
                <a:spcPts val="0"/>
              </a:spcBef>
              <a:buNone/>
              <a:defRPr sz="2000">
                <a:solidFill>
                  <a:schemeClr val="bg1"/>
                </a:solidFill>
              </a:defRPr>
            </a:lvl7pPr>
            <a:lvl8pPr marL="0" indent="0" algn="ctr">
              <a:lnSpc>
                <a:spcPct val="100000"/>
              </a:lnSpc>
              <a:spcBef>
                <a:spcPts val="0"/>
              </a:spcBef>
              <a:buNone/>
              <a:defRPr sz="2000">
                <a:solidFill>
                  <a:schemeClr val="bg1"/>
                </a:solidFill>
              </a:defRPr>
            </a:lvl8pPr>
            <a:lvl9pPr marL="0" indent="0" algn="ctr">
              <a:lnSpc>
                <a:spcPct val="100000"/>
              </a:lnSpc>
              <a:spcBef>
                <a:spcPts val="0"/>
              </a:spcBef>
              <a:buNone/>
              <a:defRPr sz="2000">
                <a:solidFill>
                  <a:schemeClr val="bg1"/>
                </a:solidFill>
              </a:defRPr>
            </a:lvl9pPr>
          </a:lstStyle>
          <a:p>
            <a:pPr lvl="0"/>
            <a:r>
              <a:t>Subheader Content Title</a:t>
            </a:r>
          </a:p>
        </p:txBody>
      </p:sp>
      <p:sp>
        <p:nvSpPr>
          <p:cNvPr id="15" name="Text Placeholder 13"/>
          <p:cNvSpPr>
            <a:spLocks noGrp="1"/>
          </p:cNvSpPr>
          <p:nvPr>
            <p:ph type="body" sz="quarter" idx="21" hasCustomPrompt="1"/>
          </p:nvPr>
        </p:nvSpPr>
        <p:spPr>
          <a:xfrm>
            <a:off x="928607" y="4203378"/>
            <a:ext cx="3364992" cy="454398"/>
          </a:xfrm>
          <a:solidFill>
            <a:srgbClr val="FFFFFF"/>
          </a:solidFill>
        </p:spPr>
        <p:txBody>
          <a:bodyPr anchor="b">
            <a:noAutofit/>
          </a:bodyPr>
          <a:lstStyle>
            <a:lvl1pPr marL="0" indent="0" algn="ctr">
              <a:lnSpc>
                <a:spcPct val="100000"/>
              </a:lnSpc>
              <a:spcBef>
                <a:spcPts val="0"/>
              </a:spcBef>
              <a:buNone/>
              <a:defRPr sz="1800" b="0" i="0">
                <a:solidFill>
                  <a:srgbClr val="FF6600"/>
                </a:solidFill>
              </a:defRPr>
            </a:lvl1pPr>
            <a:lvl2pPr marL="0" indent="0" algn="ctr">
              <a:lnSpc>
                <a:spcPct val="100000"/>
              </a:lnSpc>
              <a:spcBef>
                <a:spcPts val="0"/>
              </a:spcBef>
              <a:buNone/>
              <a:defRPr sz="1800">
                <a:solidFill>
                  <a:schemeClr val="tx2"/>
                </a:solidFill>
              </a:defRPr>
            </a:lvl2pPr>
            <a:lvl3pPr marL="0" indent="0" algn="ctr">
              <a:lnSpc>
                <a:spcPct val="100000"/>
              </a:lnSpc>
              <a:spcBef>
                <a:spcPts val="0"/>
              </a:spcBef>
              <a:buNone/>
              <a:defRPr sz="1800">
                <a:solidFill>
                  <a:schemeClr val="tx2"/>
                </a:solidFill>
              </a:defRPr>
            </a:lvl3pPr>
            <a:lvl4pPr marL="0" indent="0" algn="ctr">
              <a:lnSpc>
                <a:spcPct val="100000"/>
              </a:lnSpc>
              <a:spcBef>
                <a:spcPts val="0"/>
              </a:spcBef>
              <a:buNone/>
              <a:defRPr sz="1800">
                <a:solidFill>
                  <a:schemeClr val="tx2"/>
                </a:solidFill>
              </a:defRPr>
            </a:lvl4pPr>
            <a:lvl5pPr marL="0" indent="0" algn="ctr">
              <a:lnSpc>
                <a:spcPct val="100000"/>
              </a:lnSpc>
              <a:spcBef>
                <a:spcPts val="0"/>
              </a:spcBef>
              <a:buNone/>
              <a:defRPr sz="1800">
                <a:solidFill>
                  <a:schemeClr val="tx2"/>
                </a:solidFill>
              </a:defRPr>
            </a:lvl5pPr>
            <a:lvl6pPr marL="0" indent="0" algn="ctr">
              <a:lnSpc>
                <a:spcPct val="100000"/>
              </a:lnSpc>
              <a:spcBef>
                <a:spcPts val="0"/>
              </a:spcBef>
              <a:buNone/>
              <a:defRPr sz="1800">
                <a:solidFill>
                  <a:schemeClr val="tx2"/>
                </a:solidFill>
              </a:defRPr>
            </a:lvl6pPr>
            <a:lvl7pPr marL="0" indent="0" algn="ctr">
              <a:lnSpc>
                <a:spcPct val="100000"/>
              </a:lnSpc>
              <a:spcBef>
                <a:spcPts val="0"/>
              </a:spcBef>
              <a:buNone/>
              <a:defRPr sz="1800">
                <a:solidFill>
                  <a:schemeClr val="tx2"/>
                </a:solidFill>
              </a:defRPr>
            </a:lvl7pPr>
            <a:lvl8pPr marL="0" indent="0" algn="ctr">
              <a:lnSpc>
                <a:spcPct val="100000"/>
              </a:lnSpc>
              <a:spcBef>
                <a:spcPts val="0"/>
              </a:spcBef>
              <a:buNone/>
              <a:defRPr sz="1800">
                <a:solidFill>
                  <a:schemeClr val="tx2"/>
                </a:solidFill>
              </a:defRPr>
            </a:lvl8pPr>
            <a:lvl9pPr marL="0" indent="0" algn="ctr">
              <a:lnSpc>
                <a:spcPct val="100000"/>
              </a:lnSpc>
              <a:spcBef>
                <a:spcPts val="0"/>
              </a:spcBef>
              <a:buNone/>
              <a:defRPr sz="1800">
                <a:solidFill>
                  <a:schemeClr val="tx2"/>
                </a:solidFill>
              </a:defRPr>
            </a:lvl9pPr>
          </a:lstStyle>
          <a:p>
            <a:pPr lvl="0"/>
            <a:r>
              <a:t>% Stat / Content</a:t>
            </a:r>
          </a:p>
        </p:txBody>
      </p:sp>
      <p:sp>
        <p:nvSpPr>
          <p:cNvPr id="10" name="Text Placeholder 13"/>
          <p:cNvSpPr>
            <a:spLocks noGrp="1"/>
          </p:cNvSpPr>
          <p:nvPr>
            <p:ph type="body" sz="quarter" idx="16" hasCustomPrompt="1"/>
          </p:nvPr>
        </p:nvSpPr>
        <p:spPr>
          <a:xfrm>
            <a:off x="928607" y="4657775"/>
            <a:ext cx="3364992" cy="1030505"/>
          </a:xfrm>
          <a:solidFill>
            <a:srgbClr val="FFFFFF"/>
          </a:solidFill>
        </p:spPr>
        <p:txBody>
          <a:bodyPr>
            <a:noAutofit/>
          </a:bodyPr>
          <a:lstStyle>
            <a:lvl1pPr marL="0" indent="0" algn="ctr">
              <a:lnSpc>
                <a:spcPct val="100000"/>
              </a:lnSpc>
              <a:spcBef>
                <a:spcPts val="0"/>
              </a:spcBef>
              <a:buNone/>
              <a:defRPr sz="1400" b="0" i="0"/>
            </a:lvl1pPr>
            <a:lvl2pPr marL="0" indent="0" algn="ctr">
              <a:lnSpc>
                <a:spcPct val="100000"/>
              </a:lnSpc>
              <a:spcBef>
                <a:spcPts val="0"/>
              </a:spcBef>
              <a:buNone/>
              <a:defRPr sz="1400"/>
            </a:lvl2pPr>
            <a:lvl3pPr marL="0" indent="0" algn="ctr">
              <a:lnSpc>
                <a:spcPct val="100000"/>
              </a:lnSpc>
              <a:spcBef>
                <a:spcPts val="0"/>
              </a:spcBef>
              <a:buNone/>
              <a:defRPr sz="1400"/>
            </a:lvl3pPr>
            <a:lvl4pPr marL="0" indent="0" algn="ctr">
              <a:lnSpc>
                <a:spcPct val="100000"/>
              </a:lnSpc>
              <a:spcBef>
                <a:spcPts val="0"/>
              </a:spcBef>
              <a:buNone/>
              <a:defRPr sz="1400"/>
            </a:lvl4pPr>
            <a:lvl5pPr marL="0" indent="0" algn="ctr">
              <a:lnSpc>
                <a:spcPct val="100000"/>
              </a:lnSpc>
              <a:spcBef>
                <a:spcPts val="0"/>
              </a:spcBef>
              <a:buNone/>
              <a:defRPr sz="1400"/>
            </a:lvl5pPr>
            <a:lvl6pPr marL="0" indent="0" algn="ctr">
              <a:lnSpc>
                <a:spcPct val="100000"/>
              </a:lnSpc>
              <a:spcBef>
                <a:spcPts val="0"/>
              </a:spcBef>
              <a:buNone/>
              <a:defRPr sz="1400"/>
            </a:lvl6pPr>
            <a:lvl7pPr marL="0" indent="0" algn="ctr">
              <a:lnSpc>
                <a:spcPct val="100000"/>
              </a:lnSpc>
              <a:spcBef>
                <a:spcPts val="0"/>
              </a:spcBef>
              <a:buNone/>
              <a:defRPr sz="1400"/>
            </a:lvl7pPr>
            <a:lvl8pPr marL="0" indent="0" algn="ctr">
              <a:lnSpc>
                <a:spcPct val="100000"/>
              </a:lnSpc>
              <a:spcBef>
                <a:spcPts val="0"/>
              </a:spcBef>
              <a:buNone/>
              <a:defRPr sz="1400"/>
            </a:lvl8pPr>
            <a:lvl9pPr marL="0" indent="0" algn="ctr">
              <a:lnSpc>
                <a:spcPct val="100000"/>
              </a:lnSpc>
              <a:spcBef>
                <a:spcPts val="0"/>
              </a:spcBef>
              <a:buNone/>
              <a:defRPr sz="1400"/>
            </a:lvl9pPr>
          </a:lstStyle>
          <a:p>
            <a:pPr lvl="0"/>
            <a:r>
              <a:t>Click to add text</a:t>
            </a:r>
          </a:p>
        </p:txBody>
      </p:sp>
      <p:sp>
        <p:nvSpPr>
          <p:cNvPr id="13" name="Text Placeholder 13"/>
          <p:cNvSpPr>
            <a:spLocks noGrp="1"/>
          </p:cNvSpPr>
          <p:nvPr>
            <p:ph type="body" sz="quarter" idx="19" hasCustomPrompt="1"/>
          </p:nvPr>
        </p:nvSpPr>
        <p:spPr>
          <a:xfrm>
            <a:off x="4413504" y="2990901"/>
            <a:ext cx="3364992" cy="1188720"/>
          </a:xfrm>
          <a:solidFill>
            <a:schemeClr val="accent1"/>
          </a:solidFill>
        </p:spPr>
        <p:txBody>
          <a:bodyPr lIns="182880" rIns="182880" anchor="ctr">
            <a:noAutofit/>
          </a:bodyPr>
          <a:lstStyle>
            <a:lvl1pPr marL="0" indent="0" algn="ctr">
              <a:lnSpc>
                <a:spcPct val="100000"/>
              </a:lnSpc>
              <a:spcBef>
                <a:spcPts val="0"/>
              </a:spcBef>
              <a:buNone/>
              <a:defRPr sz="2000" b="0" i="0">
                <a:solidFill>
                  <a:srgbClr val="FFFFFF"/>
                </a:solidFill>
              </a:defRPr>
            </a:lvl1pPr>
            <a:lvl2pPr marL="0" indent="0" algn="ctr">
              <a:lnSpc>
                <a:spcPct val="100000"/>
              </a:lnSpc>
              <a:spcBef>
                <a:spcPts val="0"/>
              </a:spcBef>
              <a:buNone/>
              <a:defRPr sz="2000">
                <a:solidFill>
                  <a:schemeClr val="bg1"/>
                </a:solidFill>
              </a:defRPr>
            </a:lvl2pPr>
            <a:lvl3pPr marL="0" indent="0" algn="ctr">
              <a:lnSpc>
                <a:spcPct val="100000"/>
              </a:lnSpc>
              <a:spcBef>
                <a:spcPts val="0"/>
              </a:spcBef>
              <a:buNone/>
              <a:defRPr sz="2000">
                <a:solidFill>
                  <a:schemeClr val="bg1"/>
                </a:solidFill>
              </a:defRPr>
            </a:lvl3pPr>
            <a:lvl4pPr marL="0" indent="0" algn="ctr">
              <a:lnSpc>
                <a:spcPct val="100000"/>
              </a:lnSpc>
              <a:spcBef>
                <a:spcPts val="0"/>
              </a:spcBef>
              <a:buNone/>
              <a:defRPr sz="2000">
                <a:solidFill>
                  <a:schemeClr val="bg1"/>
                </a:solidFill>
              </a:defRPr>
            </a:lvl4pPr>
            <a:lvl5pPr marL="0" indent="0" algn="ctr">
              <a:lnSpc>
                <a:spcPct val="100000"/>
              </a:lnSpc>
              <a:spcBef>
                <a:spcPts val="0"/>
              </a:spcBef>
              <a:buNone/>
              <a:defRPr sz="2000">
                <a:solidFill>
                  <a:schemeClr val="bg1"/>
                </a:solidFill>
              </a:defRPr>
            </a:lvl5pPr>
            <a:lvl6pPr marL="0" indent="0" algn="ctr">
              <a:lnSpc>
                <a:spcPct val="100000"/>
              </a:lnSpc>
              <a:spcBef>
                <a:spcPts val="0"/>
              </a:spcBef>
              <a:buNone/>
              <a:defRPr sz="2000">
                <a:solidFill>
                  <a:schemeClr val="bg1"/>
                </a:solidFill>
              </a:defRPr>
            </a:lvl6pPr>
            <a:lvl7pPr marL="0" indent="0" algn="ctr">
              <a:lnSpc>
                <a:spcPct val="100000"/>
              </a:lnSpc>
              <a:spcBef>
                <a:spcPts val="0"/>
              </a:spcBef>
              <a:buNone/>
              <a:defRPr sz="2000">
                <a:solidFill>
                  <a:schemeClr val="bg1"/>
                </a:solidFill>
              </a:defRPr>
            </a:lvl7pPr>
            <a:lvl8pPr marL="0" indent="0" algn="ctr">
              <a:lnSpc>
                <a:spcPct val="100000"/>
              </a:lnSpc>
              <a:spcBef>
                <a:spcPts val="0"/>
              </a:spcBef>
              <a:buNone/>
              <a:defRPr sz="2000">
                <a:solidFill>
                  <a:schemeClr val="bg1"/>
                </a:solidFill>
              </a:defRPr>
            </a:lvl8pPr>
            <a:lvl9pPr marL="0" indent="0" algn="ctr">
              <a:lnSpc>
                <a:spcPct val="100000"/>
              </a:lnSpc>
              <a:spcBef>
                <a:spcPts val="0"/>
              </a:spcBef>
              <a:buNone/>
              <a:defRPr sz="2000">
                <a:solidFill>
                  <a:schemeClr val="bg1"/>
                </a:solidFill>
              </a:defRPr>
            </a:lvl9pPr>
          </a:lstStyle>
          <a:p>
            <a:pPr lvl="0"/>
            <a:r>
              <a:t>Subheader Content Title</a:t>
            </a:r>
          </a:p>
        </p:txBody>
      </p:sp>
      <p:sp>
        <p:nvSpPr>
          <p:cNvPr id="16" name="Text Placeholder 13"/>
          <p:cNvSpPr>
            <a:spLocks noGrp="1"/>
          </p:cNvSpPr>
          <p:nvPr>
            <p:ph type="body" sz="quarter" idx="22" hasCustomPrompt="1"/>
          </p:nvPr>
        </p:nvSpPr>
        <p:spPr>
          <a:xfrm>
            <a:off x="4413504" y="4203378"/>
            <a:ext cx="3364992" cy="454398"/>
          </a:xfrm>
          <a:solidFill>
            <a:srgbClr val="FFFFFF"/>
          </a:solidFill>
        </p:spPr>
        <p:txBody>
          <a:bodyPr anchor="b">
            <a:noAutofit/>
          </a:bodyPr>
          <a:lstStyle>
            <a:lvl1pPr marL="0" indent="0" algn="ctr">
              <a:lnSpc>
                <a:spcPct val="100000"/>
              </a:lnSpc>
              <a:spcBef>
                <a:spcPts val="0"/>
              </a:spcBef>
              <a:buNone/>
              <a:defRPr sz="1800" b="0" i="0">
                <a:solidFill>
                  <a:srgbClr val="FF6600"/>
                </a:solidFill>
              </a:defRPr>
            </a:lvl1pPr>
            <a:lvl2pPr marL="0" indent="0" algn="ctr">
              <a:lnSpc>
                <a:spcPct val="100000"/>
              </a:lnSpc>
              <a:spcBef>
                <a:spcPts val="0"/>
              </a:spcBef>
              <a:buNone/>
              <a:defRPr sz="1800">
                <a:solidFill>
                  <a:schemeClr val="tx2"/>
                </a:solidFill>
              </a:defRPr>
            </a:lvl2pPr>
            <a:lvl3pPr marL="0" indent="0" algn="ctr">
              <a:lnSpc>
                <a:spcPct val="100000"/>
              </a:lnSpc>
              <a:spcBef>
                <a:spcPts val="0"/>
              </a:spcBef>
              <a:buNone/>
              <a:defRPr sz="1800">
                <a:solidFill>
                  <a:schemeClr val="tx2"/>
                </a:solidFill>
              </a:defRPr>
            </a:lvl3pPr>
            <a:lvl4pPr marL="0" indent="0" algn="ctr">
              <a:lnSpc>
                <a:spcPct val="100000"/>
              </a:lnSpc>
              <a:spcBef>
                <a:spcPts val="0"/>
              </a:spcBef>
              <a:buNone/>
              <a:defRPr sz="1800">
                <a:solidFill>
                  <a:schemeClr val="tx2"/>
                </a:solidFill>
              </a:defRPr>
            </a:lvl4pPr>
            <a:lvl5pPr marL="0" indent="0" algn="ctr">
              <a:lnSpc>
                <a:spcPct val="100000"/>
              </a:lnSpc>
              <a:spcBef>
                <a:spcPts val="0"/>
              </a:spcBef>
              <a:buNone/>
              <a:defRPr sz="1800">
                <a:solidFill>
                  <a:schemeClr val="tx2"/>
                </a:solidFill>
              </a:defRPr>
            </a:lvl5pPr>
            <a:lvl6pPr marL="0" indent="0" algn="ctr">
              <a:lnSpc>
                <a:spcPct val="100000"/>
              </a:lnSpc>
              <a:spcBef>
                <a:spcPts val="0"/>
              </a:spcBef>
              <a:buNone/>
              <a:defRPr sz="1800">
                <a:solidFill>
                  <a:schemeClr val="tx2"/>
                </a:solidFill>
              </a:defRPr>
            </a:lvl6pPr>
            <a:lvl7pPr marL="0" indent="0" algn="ctr">
              <a:lnSpc>
                <a:spcPct val="100000"/>
              </a:lnSpc>
              <a:spcBef>
                <a:spcPts val="0"/>
              </a:spcBef>
              <a:buNone/>
              <a:defRPr sz="1800">
                <a:solidFill>
                  <a:schemeClr val="tx2"/>
                </a:solidFill>
              </a:defRPr>
            </a:lvl7pPr>
            <a:lvl8pPr marL="0" indent="0" algn="ctr">
              <a:lnSpc>
                <a:spcPct val="100000"/>
              </a:lnSpc>
              <a:spcBef>
                <a:spcPts val="0"/>
              </a:spcBef>
              <a:buNone/>
              <a:defRPr sz="1800">
                <a:solidFill>
                  <a:schemeClr val="tx2"/>
                </a:solidFill>
              </a:defRPr>
            </a:lvl8pPr>
            <a:lvl9pPr marL="0" indent="0" algn="ctr">
              <a:lnSpc>
                <a:spcPct val="100000"/>
              </a:lnSpc>
              <a:spcBef>
                <a:spcPts val="0"/>
              </a:spcBef>
              <a:buNone/>
              <a:defRPr sz="1800">
                <a:solidFill>
                  <a:schemeClr val="tx2"/>
                </a:solidFill>
              </a:defRPr>
            </a:lvl9pPr>
          </a:lstStyle>
          <a:p>
            <a:pPr lvl="0"/>
            <a:r>
              <a:t>% Stat / Content</a:t>
            </a:r>
          </a:p>
        </p:txBody>
      </p:sp>
      <p:sp>
        <p:nvSpPr>
          <p:cNvPr id="18" name="Text Placeholder 13"/>
          <p:cNvSpPr>
            <a:spLocks noGrp="1"/>
          </p:cNvSpPr>
          <p:nvPr>
            <p:ph type="body" sz="quarter" idx="24" hasCustomPrompt="1"/>
          </p:nvPr>
        </p:nvSpPr>
        <p:spPr>
          <a:xfrm>
            <a:off x="4413504" y="4657775"/>
            <a:ext cx="3364992" cy="1033272"/>
          </a:xfrm>
          <a:solidFill>
            <a:srgbClr val="FFFFFF"/>
          </a:solidFill>
        </p:spPr>
        <p:txBody>
          <a:bodyPr>
            <a:noAutofit/>
          </a:bodyPr>
          <a:lstStyle>
            <a:lvl1pPr marL="0" indent="0" algn="ctr">
              <a:lnSpc>
                <a:spcPct val="100000"/>
              </a:lnSpc>
              <a:spcBef>
                <a:spcPts val="0"/>
              </a:spcBef>
              <a:buNone/>
              <a:defRPr sz="1400" b="0" i="0"/>
            </a:lvl1pPr>
            <a:lvl2pPr marL="0" indent="0" algn="ctr">
              <a:lnSpc>
                <a:spcPct val="100000"/>
              </a:lnSpc>
              <a:spcBef>
                <a:spcPts val="0"/>
              </a:spcBef>
              <a:buNone/>
              <a:defRPr sz="1400"/>
            </a:lvl2pPr>
            <a:lvl3pPr marL="0" indent="0" algn="ctr">
              <a:lnSpc>
                <a:spcPct val="100000"/>
              </a:lnSpc>
              <a:spcBef>
                <a:spcPts val="0"/>
              </a:spcBef>
              <a:buNone/>
              <a:defRPr sz="1400"/>
            </a:lvl3pPr>
            <a:lvl4pPr marL="0" indent="0" algn="ctr">
              <a:lnSpc>
                <a:spcPct val="100000"/>
              </a:lnSpc>
              <a:spcBef>
                <a:spcPts val="0"/>
              </a:spcBef>
              <a:buNone/>
              <a:defRPr sz="1400"/>
            </a:lvl4pPr>
            <a:lvl5pPr marL="0" indent="0" algn="ctr">
              <a:lnSpc>
                <a:spcPct val="100000"/>
              </a:lnSpc>
              <a:spcBef>
                <a:spcPts val="0"/>
              </a:spcBef>
              <a:buNone/>
              <a:defRPr sz="1400"/>
            </a:lvl5pPr>
            <a:lvl6pPr marL="0" indent="0" algn="ctr">
              <a:lnSpc>
                <a:spcPct val="100000"/>
              </a:lnSpc>
              <a:spcBef>
                <a:spcPts val="0"/>
              </a:spcBef>
              <a:buNone/>
              <a:defRPr sz="1400"/>
            </a:lvl6pPr>
            <a:lvl7pPr marL="0" indent="0" algn="ctr">
              <a:lnSpc>
                <a:spcPct val="100000"/>
              </a:lnSpc>
              <a:spcBef>
                <a:spcPts val="0"/>
              </a:spcBef>
              <a:buNone/>
              <a:defRPr sz="1400"/>
            </a:lvl7pPr>
            <a:lvl8pPr marL="0" indent="0" algn="ctr">
              <a:lnSpc>
                <a:spcPct val="100000"/>
              </a:lnSpc>
              <a:spcBef>
                <a:spcPts val="0"/>
              </a:spcBef>
              <a:buNone/>
              <a:defRPr sz="1400"/>
            </a:lvl8pPr>
            <a:lvl9pPr marL="0" indent="0" algn="ctr">
              <a:lnSpc>
                <a:spcPct val="100000"/>
              </a:lnSpc>
              <a:spcBef>
                <a:spcPts val="0"/>
              </a:spcBef>
              <a:buNone/>
              <a:defRPr sz="1400"/>
            </a:lvl9pPr>
          </a:lstStyle>
          <a:p>
            <a:pPr lvl="0"/>
            <a:r>
              <a:t>Click to add text</a:t>
            </a:r>
          </a:p>
        </p:txBody>
      </p:sp>
      <p:sp>
        <p:nvSpPr>
          <p:cNvPr id="14" name="Text Placeholder 13"/>
          <p:cNvSpPr>
            <a:spLocks noGrp="1"/>
          </p:cNvSpPr>
          <p:nvPr>
            <p:ph type="body" sz="quarter" idx="20" hasCustomPrompt="1"/>
          </p:nvPr>
        </p:nvSpPr>
        <p:spPr>
          <a:xfrm>
            <a:off x="7898401" y="2990901"/>
            <a:ext cx="3364992" cy="1188720"/>
          </a:xfrm>
          <a:solidFill>
            <a:srgbClr val="FF6600"/>
          </a:solidFill>
        </p:spPr>
        <p:txBody>
          <a:bodyPr lIns="182880" rIns="182880" anchor="ctr">
            <a:noAutofit/>
          </a:bodyPr>
          <a:lstStyle>
            <a:lvl1pPr marL="0" indent="0" algn="ctr">
              <a:lnSpc>
                <a:spcPct val="100000"/>
              </a:lnSpc>
              <a:spcBef>
                <a:spcPts val="0"/>
              </a:spcBef>
              <a:buNone/>
              <a:defRPr sz="2000" b="0" i="0">
                <a:solidFill>
                  <a:srgbClr val="FFFFFF"/>
                </a:solidFill>
              </a:defRPr>
            </a:lvl1pPr>
            <a:lvl2pPr marL="0" indent="0" algn="ctr">
              <a:lnSpc>
                <a:spcPct val="100000"/>
              </a:lnSpc>
              <a:spcBef>
                <a:spcPts val="0"/>
              </a:spcBef>
              <a:buNone/>
              <a:defRPr sz="2000">
                <a:solidFill>
                  <a:schemeClr val="bg1"/>
                </a:solidFill>
              </a:defRPr>
            </a:lvl2pPr>
            <a:lvl3pPr marL="0" indent="0" algn="ctr">
              <a:lnSpc>
                <a:spcPct val="100000"/>
              </a:lnSpc>
              <a:spcBef>
                <a:spcPts val="0"/>
              </a:spcBef>
              <a:buNone/>
              <a:defRPr sz="2000">
                <a:solidFill>
                  <a:schemeClr val="bg1"/>
                </a:solidFill>
              </a:defRPr>
            </a:lvl3pPr>
            <a:lvl4pPr marL="0" indent="0" algn="ctr">
              <a:lnSpc>
                <a:spcPct val="100000"/>
              </a:lnSpc>
              <a:spcBef>
                <a:spcPts val="0"/>
              </a:spcBef>
              <a:buNone/>
              <a:defRPr sz="2000">
                <a:solidFill>
                  <a:schemeClr val="bg1"/>
                </a:solidFill>
              </a:defRPr>
            </a:lvl4pPr>
            <a:lvl5pPr marL="0" indent="0" algn="ctr">
              <a:lnSpc>
                <a:spcPct val="100000"/>
              </a:lnSpc>
              <a:spcBef>
                <a:spcPts val="0"/>
              </a:spcBef>
              <a:buNone/>
              <a:defRPr sz="2000">
                <a:solidFill>
                  <a:schemeClr val="bg1"/>
                </a:solidFill>
              </a:defRPr>
            </a:lvl5pPr>
            <a:lvl6pPr marL="0" indent="0" algn="ctr">
              <a:lnSpc>
                <a:spcPct val="100000"/>
              </a:lnSpc>
              <a:spcBef>
                <a:spcPts val="0"/>
              </a:spcBef>
              <a:buNone/>
              <a:defRPr sz="2000">
                <a:solidFill>
                  <a:schemeClr val="bg1"/>
                </a:solidFill>
              </a:defRPr>
            </a:lvl6pPr>
            <a:lvl7pPr marL="0" indent="0" algn="ctr">
              <a:lnSpc>
                <a:spcPct val="100000"/>
              </a:lnSpc>
              <a:spcBef>
                <a:spcPts val="0"/>
              </a:spcBef>
              <a:buNone/>
              <a:defRPr sz="2000">
                <a:solidFill>
                  <a:schemeClr val="bg1"/>
                </a:solidFill>
              </a:defRPr>
            </a:lvl7pPr>
            <a:lvl8pPr marL="0" indent="0" algn="ctr">
              <a:lnSpc>
                <a:spcPct val="100000"/>
              </a:lnSpc>
              <a:spcBef>
                <a:spcPts val="0"/>
              </a:spcBef>
              <a:buNone/>
              <a:defRPr sz="2000">
                <a:solidFill>
                  <a:schemeClr val="bg1"/>
                </a:solidFill>
              </a:defRPr>
            </a:lvl8pPr>
            <a:lvl9pPr marL="0" indent="0" algn="ctr">
              <a:lnSpc>
                <a:spcPct val="100000"/>
              </a:lnSpc>
              <a:spcBef>
                <a:spcPts val="0"/>
              </a:spcBef>
              <a:buNone/>
              <a:defRPr sz="2000">
                <a:solidFill>
                  <a:schemeClr val="bg1"/>
                </a:solidFill>
              </a:defRPr>
            </a:lvl9pPr>
          </a:lstStyle>
          <a:p>
            <a:pPr lvl="0"/>
            <a:r>
              <a:t>Subheader Content Title</a:t>
            </a:r>
          </a:p>
        </p:txBody>
      </p:sp>
      <p:sp>
        <p:nvSpPr>
          <p:cNvPr id="17" name="Text Placeholder 13"/>
          <p:cNvSpPr>
            <a:spLocks noGrp="1"/>
          </p:cNvSpPr>
          <p:nvPr>
            <p:ph type="body" sz="quarter" idx="23" hasCustomPrompt="1"/>
          </p:nvPr>
        </p:nvSpPr>
        <p:spPr>
          <a:xfrm>
            <a:off x="7898401" y="4203378"/>
            <a:ext cx="3364992" cy="454398"/>
          </a:xfrm>
          <a:solidFill>
            <a:srgbClr val="FFFFFF"/>
          </a:solidFill>
        </p:spPr>
        <p:txBody>
          <a:bodyPr anchor="b">
            <a:noAutofit/>
          </a:bodyPr>
          <a:lstStyle>
            <a:lvl1pPr marL="0" indent="0" algn="ctr">
              <a:lnSpc>
                <a:spcPct val="100000"/>
              </a:lnSpc>
              <a:spcBef>
                <a:spcPts val="0"/>
              </a:spcBef>
              <a:buNone/>
              <a:defRPr sz="1800" b="0" i="0">
                <a:solidFill>
                  <a:srgbClr val="FF6600"/>
                </a:solidFill>
              </a:defRPr>
            </a:lvl1pPr>
            <a:lvl2pPr marL="0" indent="0" algn="ctr">
              <a:lnSpc>
                <a:spcPct val="100000"/>
              </a:lnSpc>
              <a:spcBef>
                <a:spcPts val="0"/>
              </a:spcBef>
              <a:buNone/>
              <a:defRPr sz="1800">
                <a:solidFill>
                  <a:schemeClr val="tx2"/>
                </a:solidFill>
              </a:defRPr>
            </a:lvl2pPr>
            <a:lvl3pPr marL="0" indent="0" algn="ctr">
              <a:lnSpc>
                <a:spcPct val="100000"/>
              </a:lnSpc>
              <a:spcBef>
                <a:spcPts val="0"/>
              </a:spcBef>
              <a:buNone/>
              <a:defRPr sz="1800">
                <a:solidFill>
                  <a:schemeClr val="tx2"/>
                </a:solidFill>
              </a:defRPr>
            </a:lvl3pPr>
            <a:lvl4pPr marL="0" indent="0" algn="ctr">
              <a:lnSpc>
                <a:spcPct val="100000"/>
              </a:lnSpc>
              <a:spcBef>
                <a:spcPts val="0"/>
              </a:spcBef>
              <a:buNone/>
              <a:defRPr sz="1800">
                <a:solidFill>
                  <a:schemeClr val="tx2"/>
                </a:solidFill>
              </a:defRPr>
            </a:lvl4pPr>
            <a:lvl5pPr marL="0" indent="0" algn="ctr">
              <a:lnSpc>
                <a:spcPct val="100000"/>
              </a:lnSpc>
              <a:spcBef>
                <a:spcPts val="0"/>
              </a:spcBef>
              <a:buNone/>
              <a:defRPr sz="1800">
                <a:solidFill>
                  <a:schemeClr val="tx2"/>
                </a:solidFill>
              </a:defRPr>
            </a:lvl5pPr>
            <a:lvl6pPr marL="0" indent="0" algn="ctr">
              <a:lnSpc>
                <a:spcPct val="100000"/>
              </a:lnSpc>
              <a:spcBef>
                <a:spcPts val="0"/>
              </a:spcBef>
              <a:buNone/>
              <a:defRPr sz="1800">
                <a:solidFill>
                  <a:schemeClr val="tx2"/>
                </a:solidFill>
              </a:defRPr>
            </a:lvl6pPr>
            <a:lvl7pPr marL="0" indent="0" algn="ctr">
              <a:lnSpc>
                <a:spcPct val="100000"/>
              </a:lnSpc>
              <a:spcBef>
                <a:spcPts val="0"/>
              </a:spcBef>
              <a:buNone/>
              <a:defRPr sz="1800">
                <a:solidFill>
                  <a:schemeClr val="tx2"/>
                </a:solidFill>
              </a:defRPr>
            </a:lvl7pPr>
            <a:lvl8pPr marL="0" indent="0" algn="ctr">
              <a:lnSpc>
                <a:spcPct val="100000"/>
              </a:lnSpc>
              <a:spcBef>
                <a:spcPts val="0"/>
              </a:spcBef>
              <a:buNone/>
              <a:defRPr sz="1800">
                <a:solidFill>
                  <a:schemeClr val="tx2"/>
                </a:solidFill>
              </a:defRPr>
            </a:lvl8pPr>
            <a:lvl9pPr marL="0" indent="0" algn="ctr">
              <a:lnSpc>
                <a:spcPct val="100000"/>
              </a:lnSpc>
              <a:spcBef>
                <a:spcPts val="0"/>
              </a:spcBef>
              <a:buNone/>
              <a:defRPr sz="1800">
                <a:solidFill>
                  <a:schemeClr val="tx2"/>
                </a:solidFill>
              </a:defRPr>
            </a:lvl9pPr>
          </a:lstStyle>
          <a:p>
            <a:pPr lvl="0"/>
            <a:r>
              <a:t>% Stat / Content</a:t>
            </a:r>
          </a:p>
        </p:txBody>
      </p:sp>
      <p:sp>
        <p:nvSpPr>
          <p:cNvPr id="19" name="Text Placeholder 13"/>
          <p:cNvSpPr>
            <a:spLocks noGrp="1"/>
          </p:cNvSpPr>
          <p:nvPr>
            <p:ph type="body" sz="quarter" idx="25" hasCustomPrompt="1"/>
          </p:nvPr>
        </p:nvSpPr>
        <p:spPr>
          <a:xfrm>
            <a:off x="7898401" y="4657775"/>
            <a:ext cx="3364992" cy="1033272"/>
          </a:xfrm>
          <a:solidFill>
            <a:srgbClr val="FFFFFF"/>
          </a:solidFill>
        </p:spPr>
        <p:txBody>
          <a:bodyPr>
            <a:noAutofit/>
          </a:bodyPr>
          <a:lstStyle>
            <a:lvl1pPr marL="0" indent="0" algn="ctr">
              <a:lnSpc>
                <a:spcPct val="100000"/>
              </a:lnSpc>
              <a:spcBef>
                <a:spcPts val="0"/>
              </a:spcBef>
              <a:buNone/>
              <a:defRPr sz="1400" b="0" i="0"/>
            </a:lvl1pPr>
            <a:lvl2pPr marL="0" indent="0" algn="ctr">
              <a:lnSpc>
                <a:spcPct val="100000"/>
              </a:lnSpc>
              <a:spcBef>
                <a:spcPts val="0"/>
              </a:spcBef>
              <a:buNone/>
              <a:defRPr sz="1400"/>
            </a:lvl2pPr>
            <a:lvl3pPr marL="0" indent="0" algn="ctr">
              <a:lnSpc>
                <a:spcPct val="100000"/>
              </a:lnSpc>
              <a:spcBef>
                <a:spcPts val="0"/>
              </a:spcBef>
              <a:buNone/>
              <a:defRPr sz="1400"/>
            </a:lvl3pPr>
            <a:lvl4pPr marL="0" indent="0" algn="ctr">
              <a:lnSpc>
                <a:spcPct val="100000"/>
              </a:lnSpc>
              <a:spcBef>
                <a:spcPts val="0"/>
              </a:spcBef>
              <a:buNone/>
              <a:defRPr sz="1400"/>
            </a:lvl4pPr>
            <a:lvl5pPr marL="0" indent="0" algn="ctr">
              <a:lnSpc>
                <a:spcPct val="100000"/>
              </a:lnSpc>
              <a:spcBef>
                <a:spcPts val="0"/>
              </a:spcBef>
              <a:buNone/>
              <a:defRPr sz="1400"/>
            </a:lvl5pPr>
            <a:lvl6pPr marL="0" indent="0" algn="ctr">
              <a:lnSpc>
                <a:spcPct val="100000"/>
              </a:lnSpc>
              <a:spcBef>
                <a:spcPts val="0"/>
              </a:spcBef>
              <a:buNone/>
              <a:defRPr sz="1400"/>
            </a:lvl6pPr>
            <a:lvl7pPr marL="0" indent="0" algn="ctr">
              <a:lnSpc>
                <a:spcPct val="100000"/>
              </a:lnSpc>
              <a:spcBef>
                <a:spcPts val="0"/>
              </a:spcBef>
              <a:buNone/>
              <a:defRPr sz="1400"/>
            </a:lvl7pPr>
            <a:lvl8pPr marL="0" indent="0" algn="ctr">
              <a:lnSpc>
                <a:spcPct val="100000"/>
              </a:lnSpc>
              <a:spcBef>
                <a:spcPts val="0"/>
              </a:spcBef>
              <a:buNone/>
              <a:defRPr sz="1400"/>
            </a:lvl8pPr>
            <a:lvl9pPr marL="0" indent="0" algn="ctr">
              <a:lnSpc>
                <a:spcPct val="100000"/>
              </a:lnSpc>
              <a:spcBef>
                <a:spcPts val="0"/>
              </a:spcBef>
              <a:buNone/>
              <a:defRPr sz="1400"/>
            </a:lvl9pPr>
          </a:lstStyle>
          <a:p>
            <a:pPr lvl="0"/>
            <a:r>
              <a:t>Click to add text</a:t>
            </a:r>
          </a:p>
        </p:txBody>
      </p:sp>
    </p:spTree>
    <p:extLst>
      <p:ext uri="{BB962C8B-B14F-4D97-AF65-F5344CB8AC3E}">
        <p14:creationId xmlns:p14="http://schemas.microsoft.com/office/powerpoint/2010/main" val="14110012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ext Grid below Content">
    <p:spTree>
      <p:nvGrpSpPr>
        <p:cNvPr id="1" name=""/>
        <p:cNvGrpSpPr/>
        <p:nvPr/>
      </p:nvGrpSpPr>
      <p:grpSpPr>
        <a:xfrm>
          <a:off x="0" y="0"/>
          <a:ext cx="0" cy="0"/>
          <a:chOff x="0" y="0"/>
          <a:chExt cx="0" cy="0"/>
        </a:xfrm>
      </p:grpSpPr>
      <p:sp>
        <p:nvSpPr>
          <p:cNvPr id="12" name="Rectangle 11"/>
          <p:cNvSpPr/>
          <p:nvPr/>
        </p:nvSpPr>
        <p:spPr>
          <a:xfrm>
            <a:off x="0" y="1130021"/>
            <a:ext cx="12192000" cy="5194579"/>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13" name="Rectangle 12"/>
          <p:cNvSpPr/>
          <p:nvPr/>
        </p:nvSpPr>
        <p:spPr>
          <a:xfrm>
            <a:off x="0" y="1130021"/>
            <a:ext cx="12192000" cy="2045473"/>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7" name="Content Placeholder 6"/>
          <p:cNvSpPr>
            <a:spLocks noGrp="1"/>
          </p:cNvSpPr>
          <p:nvPr>
            <p:ph sz="quarter" idx="13" hasCustomPrompt="1"/>
          </p:nvPr>
        </p:nvSpPr>
        <p:spPr>
          <a:xfrm>
            <a:off x="642939" y="1529292"/>
            <a:ext cx="10939461" cy="1385359"/>
          </a:xfrm>
        </p:spPr>
        <p:txBody>
          <a:bodyPr>
            <a:noAutofit/>
          </a:bodyPr>
          <a:lstStyle>
            <a:lvl1pPr>
              <a:defRPr sz="1800" b="0" i="0"/>
            </a:lvl1pPr>
            <a:lvl2pPr>
              <a:defRPr sz="1600" b="0" i="0"/>
            </a:lvl2pPr>
            <a:lvl3pPr>
              <a:defRPr sz="1400" b="0" i="0"/>
            </a:lvl3pPr>
            <a:lvl4pPr>
              <a:defRPr sz="1200" b="0" i="0"/>
            </a:lvl4pPr>
            <a:lvl5pPr>
              <a:defRPr sz="1200"/>
            </a:lvl5pPr>
            <a:lvl6pPr>
              <a:defRPr sz="1200"/>
            </a:lvl6pPr>
            <a:lvl7pPr>
              <a:defRPr sz="1200"/>
            </a:lvl7pPr>
            <a:lvl8pPr>
              <a:defRPr sz="1200"/>
            </a:lvl8pPr>
            <a:lvl9pPr>
              <a:defRPr sz="1200"/>
            </a:lvl9pPr>
          </a:lstStyle>
          <a:p>
            <a:pPr lvl="0"/>
            <a:r>
              <a:t>Click to add text or choose an icon below to insert other content</a:t>
            </a:r>
          </a:p>
          <a:p>
            <a:pPr lvl="1"/>
            <a:r>
              <a:t>Second level</a:t>
            </a:r>
          </a:p>
          <a:p>
            <a:pPr lvl="2"/>
            <a:r>
              <a:t>Third level</a:t>
            </a:r>
          </a:p>
          <a:p>
            <a:pPr lvl="3"/>
            <a:r>
              <a:t>Fourth level</a:t>
            </a:r>
          </a:p>
        </p:txBody>
      </p:sp>
      <p:sp>
        <p:nvSpPr>
          <p:cNvPr id="9" name="Text Placeholder 13"/>
          <p:cNvSpPr>
            <a:spLocks noGrp="1"/>
          </p:cNvSpPr>
          <p:nvPr>
            <p:ph type="body" sz="quarter" idx="15" hasCustomPrompt="1"/>
          </p:nvPr>
        </p:nvSpPr>
        <p:spPr>
          <a:xfrm>
            <a:off x="627555" y="3394661"/>
            <a:ext cx="2533651" cy="400110"/>
          </a:xfrm>
        </p:spPr>
        <p:txBody>
          <a:bodyPr anchor="ctr">
            <a:noAutofit/>
          </a:bodyPr>
          <a:lstStyle>
            <a:lvl1pPr marL="0" indent="0" algn="ctr">
              <a:lnSpc>
                <a:spcPct val="100000"/>
              </a:lnSpc>
              <a:spcBef>
                <a:spcPts val="0"/>
              </a:spcBef>
              <a:buNone/>
              <a:defRPr sz="2000" b="0" i="0">
                <a:solidFill>
                  <a:srgbClr val="FF6600"/>
                </a:solidFill>
              </a:defRPr>
            </a:lvl1pPr>
            <a:lvl2pPr marL="0" indent="0" algn="ctr">
              <a:lnSpc>
                <a:spcPct val="100000"/>
              </a:lnSpc>
              <a:spcBef>
                <a:spcPts val="0"/>
              </a:spcBef>
              <a:buNone/>
              <a:defRPr sz="2000"/>
            </a:lvl2pPr>
            <a:lvl3pPr marL="0" indent="0" algn="ctr">
              <a:lnSpc>
                <a:spcPct val="100000"/>
              </a:lnSpc>
              <a:spcBef>
                <a:spcPts val="0"/>
              </a:spcBef>
              <a:buNone/>
              <a:defRPr sz="2000"/>
            </a:lvl3pPr>
            <a:lvl4pPr marL="0" indent="0" algn="ctr">
              <a:lnSpc>
                <a:spcPct val="100000"/>
              </a:lnSpc>
              <a:spcBef>
                <a:spcPts val="0"/>
              </a:spcBef>
              <a:buNone/>
              <a:defRPr sz="2000"/>
            </a:lvl4pPr>
            <a:lvl5pPr marL="0" indent="0" algn="ctr">
              <a:lnSpc>
                <a:spcPct val="100000"/>
              </a:lnSpc>
              <a:spcBef>
                <a:spcPts val="0"/>
              </a:spcBef>
              <a:buNone/>
              <a:defRPr sz="2000"/>
            </a:lvl5pPr>
            <a:lvl6pPr marL="0" indent="0" algn="ctr">
              <a:lnSpc>
                <a:spcPct val="100000"/>
              </a:lnSpc>
              <a:spcBef>
                <a:spcPts val="0"/>
              </a:spcBef>
              <a:buNone/>
              <a:defRPr sz="2000"/>
            </a:lvl6pPr>
            <a:lvl7pPr marL="0" indent="0" algn="ctr">
              <a:lnSpc>
                <a:spcPct val="100000"/>
              </a:lnSpc>
              <a:spcBef>
                <a:spcPts val="0"/>
              </a:spcBef>
              <a:buNone/>
              <a:defRPr sz="2000"/>
            </a:lvl7pPr>
            <a:lvl8pPr marL="0" indent="0" algn="ctr">
              <a:lnSpc>
                <a:spcPct val="100000"/>
              </a:lnSpc>
              <a:spcBef>
                <a:spcPts val="0"/>
              </a:spcBef>
              <a:buNone/>
              <a:defRPr sz="2000"/>
            </a:lvl8pPr>
            <a:lvl9pPr marL="0" indent="0" algn="ctr">
              <a:lnSpc>
                <a:spcPct val="100000"/>
              </a:lnSpc>
              <a:spcBef>
                <a:spcPts val="0"/>
              </a:spcBef>
              <a:buNone/>
              <a:defRPr sz="2000"/>
            </a:lvl9pPr>
          </a:lstStyle>
          <a:p>
            <a:pPr lvl="0"/>
            <a:r>
              <a:t>Header Text</a:t>
            </a:r>
          </a:p>
        </p:txBody>
      </p:sp>
      <p:sp>
        <p:nvSpPr>
          <p:cNvPr id="11" name="Text Placeholder 13"/>
          <p:cNvSpPr>
            <a:spLocks noGrp="1"/>
          </p:cNvSpPr>
          <p:nvPr>
            <p:ph type="body" sz="quarter" idx="16" hasCustomPrompt="1"/>
          </p:nvPr>
        </p:nvSpPr>
        <p:spPr>
          <a:xfrm>
            <a:off x="620956" y="3959080"/>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14" name="Text Placeholder 13"/>
          <p:cNvSpPr>
            <a:spLocks noGrp="1"/>
          </p:cNvSpPr>
          <p:nvPr>
            <p:ph type="body" sz="quarter" idx="17" hasCustomPrompt="1"/>
          </p:nvPr>
        </p:nvSpPr>
        <p:spPr>
          <a:xfrm>
            <a:off x="609600" y="4520554"/>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15" name="Text Placeholder 13"/>
          <p:cNvSpPr>
            <a:spLocks noGrp="1"/>
          </p:cNvSpPr>
          <p:nvPr>
            <p:ph type="body" sz="quarter" idx="18" hasCustomPrompt="1"/>
          </p:nvPr>
        </p:nvSpPr>
        <p:spPr>
          <a:xfrm>
            <a:off x="620956" y="5082028"/>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16" name="Text Placeholder 13"/>
          <p:cNvSpPr>
            <a:spLocks noGrp="1"/>
          </p:cNvSpPr>
          <p:nvPr>
            <p:ph type="body" sz="quarter" idx="19" hasCustomPrompt="1"/>
          </p:nvPr>
        </p:nvSpPr>
        <p:spPr>
          <a:xfrm>
            <a:off x="620956" y="5643502"/>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17" name="Text Placeholder 13"/>
          <p:cNvSpPr>
            <a:spLocks noGrp="1"/>
          </p:cNvSpPr>
          <p:nvPr>
            <p:ph type="body" sz="quarter" idx="20" hasCustomPrompt="1"/>
          </p:nvPr>
        </p:nvSpPr>
        <p:spPr>
          <a:xfrm>
            <a:off x="3434620" y="3390435"/>
            <a:ext cx="2533651" cy="400110"/>
          </a:xfrm>
        </p:spPr>
        <p:txBody>
          <a:bodyPr anchor="ctr">
            <a:noAutofit/>
          </a:bodyPr>
          <a:lstStyle>
            <a:lvl1pPr marL="0" indent="0" algn="ctr">
              <a:lnSpc>
                <a:spcPct val="100000"/>
              </a:lnSpc>
              <a:spcBef>
                <a:spcPts val="0"/>
              </a:spcBef>
              <a:buNone/>
              <a:defRPr sz="2000" b="0" i="0">
                <a:solidFill>
                  <a:srgbClr val="FF6600"/>
                </a:solidFill>
              </a:defRPr>
            </a:lvl1pPr>
            <a:lvl2pPr marL="0" indent="0" algn="ctr">
              <a:lnSpc>
                <a:spcPct val="100000"/>
              </a:lnSpc>
              <a:spcBef>
                <a:spcPts val="0"/>
              </a:spcBef>
              <a:buNone/>
              <a:defRPr sz="2000"/>
            </a:lvl2pPr>
            <a:lvl3pPr marL="0" indent="0" algn="ctr">
              <a:lnSpc>
                <a:spcPct val="100000"/>
              </a:lnSpc>
              <a:spcBef>
                <a:spcPts val="0"/>
              </a:spcBef>
              <a:buNone/>
              <a:defRPr sz="2000"/>
            </a:lvl3pPr>
            <a:lvl4pPr marL="0" indent="0" algn="ctr">
              <a:lnSpc>
                <a:spcPct val="100000"/>
              </a:lnSpc>
              <a:spcBef>
                <a:spcPts val="0"/>
              </a:spcBef>
              <a:buNone/>
              <a:defRPr sz="2000"/>
            </a:lvl4pPr>
            <a:lvl5pPr marL="0" indent="0" algn="ctr">
              <a:lnSpc>
                <a:spcPct val="100000"/>
              </a:lnSpc>
              <a:spcBef>
                <a:spcPts val="0"/>
              </a:spcBef>
              <a:buNone/>
              <a:defRPr sz="2000"/>
            </a:lvl5pPr>
            <a:lvl6pPr marL="0" indent="0" algn="ctr">
              <a:lnSpc>
                <a:spcPct val="100000"/>
              </a:lnSpc>
              <a:spcBef>
                <a:spcPts val="0"/>
              </a:spcBef>
              <a:buNone/>
              <a:defRPr sz="2000"/>
            </a:lvl6pPr>
            <a:lvl7pPr marL="0" indent="0" algn="ctr">
              <a:lnSpc>
                <a:spcPct val="100000"/>
              </a:lnSpc>
              <a:spcBef>
                <a:spcPts val="0"/>
              </a:spcBef>
              <a:buNone/>
              <a:defRPr sz="2000"/>
            </a:lvl7pPr>
            <a:lvl8pPr marL="0" indent="0" algn="ctr">
              <a:lnSpc>
                <a:spcPct val="100000"/>
              </a:lnSpc>
              <a:spcBef>
                <a:spcPts val="0"/>
              </a:spcBef>
              <a:buNone/>
              <a:defRPr sz="2000"/>
            </a:lvl8pPr>
            <a:lvl9pPr marL="0" indent="0" algn="ctr">
              <a:lnSpc>
                <a:spcPct val="100000"/>
              </a:lnSpc>
              <a:spcBef>
                <a:spcPts val="0"/>
              </a:spcBef>
              <a:buNone/>
              <a:defRPr sz="2000"/>
            </a:lvl9pPr>
          </a:lstStyle>
          <a:p>
            <a:pPr lvl="0"/>
            <a:r>
              <a:t>Header Text</a:t>
            </a:r>
          </a:p>
        </p:txBody>
      </p:sp>
      <p:sp>
        <p:nvSpPr>
          <p:cNvPr id="18" name="Text Placeholder 13"/>
          <p:cNvSpPr>
            <a:spLocks noGrp="1"/>
          </p:cNvSpPr>
          <p:nvPr>
            <p:ph type="body" sz="quarter" idx="21" hasCustomPrompt="1"/>
          </p:nvPr>
        </p:nvSpPr>
        <p:spPr>
          <a:xfrm>
            <a:off x="3434620" y="3954854"/>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19" name="Text Placeholder 13"/>
          <p:cNvSpPr>
            <a:spLocks noGrp="1"/>
          </p:cNvSpPr>
          <p:nvPr>
            <p:ph type="body" sz="quarter" idx="22" hasCustomPrompt="1"/>
          </p:nvPr>
        </p:nvSpPr>
        <p:spPr>
          <a:xfrm>
            <a:off x="3434620" y="4516328"/>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0" name="Text Placeholder 13"/>
          <p:cNvSpPr>
            <a:spLocks noGrp="1"/>
          </p:cNvSpPr>
          <p:nvPr>
            <p:ph type="body" sz="quarter" idx="23" hasCustomPrompt="1"/>
          </p:nvPr>
        </p:nvSpPr>
        <p:spPr>
          <a:xfrm>
            <a:off x="3434620" y="5077802"/>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1" name="Text Placeholder 13"/>
          <p:cNvSpPr>
            <a:spLocks noGrp="1"/>
          </p:cNvSpPr>
          <p:nvPr>
            <p:ph type="body" sz="quarter" idx="24" hasCustomPrompt="1"/>
          </p:nvPr>
        </p:nvSpPr>
        <p:spPr>
          <a:xfrm>
            <a:off x="3434620" y="5639276"/>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2" name="Text Placeholder 13"/>
          <p:cNvSpPr>
            <a:spLocks noGrp="1"/>
          </p:cNvSpPr>
          <p:nvPr>
            <p:ph type="body" sz="quarter" idx="25" hasCustomPrompt="1"/>
          </p:nvPr>
        </p:nvSpPr>
        <p:spPr>
          <a:xfrm>
            <a:off x="6241685" y="3390435"/>
            <a:ext cx="2533651" cy="400110"/>
          </a:xfrm>
        </p:spPr>
        <p:txBody>
          <a:bodyPr anchor="ctr">
            <a:noAutofit/>
          </a:bodyPr>
          <a:lstStyle>
            <a:lvl1pPr marL="0" indent="0" algn="ctr">
              <a:lnSpc>
                <a:spcPct val="100000"/>
              </a:lnSpc>
              <a:spcBef>
                <a:spcPts val="0"/>
              </a:spcBef>
              <a:buNone/>
              <a:defRPr sz="2000" b="0" i="0">
                <a:solidFill>
                  <a:srgbClr val="FF6600"/>
                </a:solidFill>
              </a:defRPr>
            </a:lvl1pPr>
            <a:lvl2pPr marL="0" indent="0" algn="ctr">
              <a:lnSpc>
                <a:spcPct val="100000"/>
              </a:lnSpc>
              <a:spcBef>
                <a:spcPts val="0"/>
              </a:spcBef>
              <a:buNone/>
              <a:defRPr sz="2000"/>
            </a:lvl2pPr>
            <a:lvl3pPr marL="0" indent="0" algn="ctr">
              <a:lnSpc>
                <a:spcPct val="100000"/>
              </a:lnSpc>
              <a:spcBef>
                <a:spcPts val="0"/>
              </a:spcBef>
              <a:buNone/>
              <a:defRPr sz="2000"/>
            </a:lvl3pPr>
            <a:lvl4pPr marL="0" indent="0" algn="ctr">
              <a:lnSpc>
                <a:spcPct val="100000"/>
              </a:lnSpc>
              <a:spcBef>
                <a:spcPts val="0"/>
              </a:spcBef>
              <a:buNone/>
              <a:defRPr sz="2000"/>
            </a:lvl4pPr>
            <a:lvl5pPr marL="0" indent="0" algn="ctr">
              <a:lnSpc>
                <a:spcPct val="100000"/>
              </a:lnSpc>
              <a:spcBef>
                <a:spcPts val="0"/>
              </a:spcBef>
              <a:buNone/>
              <a:defRPr sz="2000"/>
            </a:lvl5pPr>
            <a:lvl6pPr marL="0" indent="0" algn="ctr">
              <a:lnSpc>
                <a:spcPct val="100000"/>
              </a:lnSpc>
              <a:spcBef>
                <a:spcPts val="0"/>
              </a:spcBef>
              <a:buNone/>
              <a:defRPr sz="2000"/>
            </a:lvl6pPr>
            <a:lvl7pPr marL="0" indent="0" algn="ctr">
              <a:lnSpc>
                <a:spcPct val="100000"/>
              </a:lnSpc>
              <a:spcBef>
                <a:spcPts val="0"/>
              </a:spcBef>
              <a:buNone/>
              <a:defRPr sz="2000"/>
            </a:lvl7pPr>
            <a:lvl8pPr marL="0" indent="0" algn="ctr">
              <a:lnSpc>
                <a:spcPct val="100000"/>
              </a:lnSpc>
              <a:spcBef>
                <a:spcPts val="0"/>
              </a:spcBef>
              <a:buNone/>
              <a:defRPr sz="2000"/>
            </a:lvl8pPr>
            <a:lvl9pPr marL="0" indent="0" algn="ctr">
              <a:lnSpc>
                <a:spcPct val="100000"/>
              </a:lnSpc>
              <a:spcBef>
                <a:spcPts val="0"/>
              </a:spcBef>
              <a:buNone/>
              <a:defRPr sz="2000"/>
            </a:lvl9pPr>
          </a:lstStyle>
          <a:p>
            <a:pPr lvl="0"/>
            <a:r>
              <a:t>Header Text</a:t>
            </a:r>
          </a:p>
        </p:txBody>
      </p:sp>
      <p:sp>
        <p:nvSpPr>
          <p:cNvPr id="23" name="Text Placeholder 13"/>
          <p:cNvSpPr>
            <a:spLocks noGrp="1"/>
          </p:cNvSpPr>
          <p:nvPr>
            <p:ph type="body" sz="quarter" idx="26" hasCustomPrompt="1"/>
          </p:nvPr>
        </p:nvSpPr>
        <p:spPr>
          <a:xfrm>
            <a:off x="6241685" y="3954854"/>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4" name="Text Placeholder 13"/>
          <p:cNvSpPr>
            <a:spLocks noGrp="1"/>
          </p:cNvSpPr>
          <p:nvPr>
            <p:ph type="body" sz="quarter" idx="27" hasCustomPrompt="1"/>
          </p:nvPr>
        </p:nvSpPr>
        <p:spPr>
          <a:xfrm>
            <a:off x="6241685" y="4516328"/>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5" name="Text Placeholder 13"/>
          <p:cNvSpPr>
            <a:spLocks noGrp="1"/>
          </p:cNvSpPr>
          <p:nvPr>
            <p:ph type="body" sz="quarter" idx="28" hasCustomPrompt="1"/>
          </p:nvPr>
        </p:nvSpPr>
        <p:spPr>
          <a:xfrm>
            <a:off x="6241685" y="5077802"/>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6" name="Text Placeholder 13"/>
          <p:cNvSpPr>
            <a:spLocks noGrp="1"/>
          </p:cNvSpPr>
          <p:nvPr>
            <p:ph type="body" sz="quarter" idx="29" hasCustomPrompt="1"/>
          </p:nvPr>
        </p:nvSpPr>
        <p:spPr>
          <a:xfrm>
            <a:off x="6241685" y="5639276"/>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7" name="Text Placeholder 13"/>
          <p:cNvSpPr>
            <a:spLocks noGrp="1"/>
          </p:cNvSpPr>
          <p:nvPr>
            <p:ph type="body" sz="quarter" idx="30" hasCustomPrompt="1"/>
          </p:nvPr>
        </p:nvSpPr>
        <p:spPr>
          <a:xfrm>
            <a:off x="9048749" y="3394661"/>
            <a:ext cx="2533651" cy="400110"/>
          </a:xfrm>
        </p:spPr>
        <p:txBody>
          <a:bodyPr anchor="ctr">
            <a:noAutofit/>
          </a:bodyPr>
          <a:lstStyle>
            <a:lvl1pPr marL="0" indent="0" algn="ctr">
              <a:lnSpc>
                <a:spcPct val="100000"/>
              </a:lnSpc>
              <a:spcBef>
                <a:spcPts val="0"/>
              </a:spcBef>
              <a:buNone/>
              <a:defRPr sz="2000" b="0" i="0">
                <a:solidFill>
                  <a:srgbClr val="FF6600"/>
                </a:solidFill>
              </a:defRPr>
            </a:lvl1pPr>
            <a:lvl2pPr marL="0" indent="0" algn="ctr">
              <a:lnSpc>
                <a:spcPct val="100000"/>
              </a:lnSpc>
              <a:spcBef>
                <a:spcPts val="0"/>
              </a:spcBef>
              <a:buNone/>
              <a:defRPr sz="2000"/>
            </a:lvl2pPr>
            <a:lvl3pPr marL="0" indent="0" algn="ctr">
              <a:lnSpc>
                <a:spcPct val="100000"/>
              </a:lnSpc>
              <a:spcBef>
                <a:spcPts val="0"/>
              </a:spcBef>
              <a:buNone/>
              <a:defRPr sz="2000"/>
            </a:lvl3pPr>
            <a:lvl4pPr marL="0" indent="0" algn="ctr">
              <a:lnSpc>
                <a:spcPct val="100000"/>
              </a:lnSpc>
              <a:spcBef>
                <a:spcPts val="0"/>
              </a:spcBef>
              <a:buNone/>
              <a:defRPr sz="2000"/>
            </a:lvl4pPr>
            <a:lvl5pPr marL="0" indent="0" algn="ctr">
              <a:lnSpc>
                <a:spcPct val="100000"/>
              </a:lnSpc>
              <a:spcBef>
                <a:spcPts val="0"/>
              </a:spcBef>
              <a:buNone/>
              <a:defRPr sz="2000"/>
            </a:lvl5pPr>
            <a:lvl6pPr marL="0" indent="0" algn="ctr">
              <a:lnSpc>
                <a:spcPct val="100000"/>
              </a:lnSpc>
              <a:spcBef>
                <a:spcPts val="0"/>
              </a:spcBef>
              <a:buNone/>
              <a:defRPr sz="2000"/>
            </a:lvl6pPr>
            <a:lvl7pPr marL="0" indent="0" algn="ctr">
              <a:lnSpc>
                <a:spcPct val="100000"/>
              </a:lnSpc>
              <a:spcBef>
                <a:spcPts val="0"/>
              </a:spcBef>
              <a:buNone/>
              <a:defRPr sz="2000"/>
            </a:lvl7pPr>
            <a:lvl8pPr marL="0" indent="0" algn="ctr">
              <a:lnSpc>
                <a:spcPct val="100000"/>
              </a:lnSpc>
              <a:spcBef>
                <a:spcPts val="0"/>
              </a:spcBef>
              <a:buNone/>
              <a:defRPr sz="2000"/>
            </a:lvl8pPr>
            <a:lvl9pPr marL="0" indent="0" algn="ctr">
              <a:lnSpc>
                <a:spcPct val="100000"/>
              </a:lnSpc>
              <a:spcBef>
                <a:spcPts val="0"/>
              </a:spcBef>
              <a:buNone/>
              <a:defRPr sz="2000"/>
            </a:lvl9pPr>
          </a:lstStyle>
          <a:p>
            <a:pPr lvl="0"/>
            <a:r>
              <a:t>Header Text</a:t>
            </a:r>
          </a:p>
        </p:txBody>
      </p:sp>
      <p:sp>
        <p:nvSpPr>
          <p:cNvPr id="28" name="Text Placeholder 13"/>
          <p:cNvSpPr>
            <a:spLocks noGrp="1"/>
          </p:cNvSpPr>
          <p:nvPr>
            <p:ph type="body" sz="quarter" idx="31" hasCustomPrompt="1"/>
          </p:nvPr>
        </p:nvSpPr>
        <p:spPr>
          <a:xfrm>
            <a:off x="9048749" y="3954854"/>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29" name="Text Placeholder 13"/>
          <p:cNvSpPr>
            <a:spLocks noGrp="1"/>
          </p:cNvSpPr>
          <p:nvPr>
            <p:ph type="body" sz="quarter" idx="32" hasCustomPrompt="1"/>
          </p:nvPr>
        </p:nvSpPr>
        <p:spPr>
          <a:xfrm>
            <a:off x="9048749" y="4516328"/>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30" name="Text Placeholder 13"/>
          <p:cNvSpPr>
            <a:spLocks noGrp="1"/>
          </p:cNvSpPr>
          <p:nvPr>
            <p:ph type="body" sz="quarter" idx="33" hasCustomPrompt="1"/>
          </p:nvPr>
        </p:nvSpPr>
        <p:spPr>
          <a:xfrm>
            <a:off x="9048749" y="5077802"/>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
        <p:nvSpPr>
          <p:cNvPr id="31" name="Text Placeholder 13"/>
          <p:cNvSpPr>
            <a:spLocks noGrp="1"/>
          </p:cNvSpPr>
          <p:nvPr>
            <p:ph type="body" sz="quarter" idx="34" hasCustomPrompt="1"/>
          </p:nvPr>
        </p:nvSpPr>
        <p:spPr>
          <a:xfrm>
            <a:off x="9048749" y="5639276"/>
            <a:ext cx="2533651" cy="369332"/>
          </a:xfrm>
          <a:solidFill>
            <a:srgbClr val="595959"/>
          </a:solidFill>
        </p:spPr>
        <p:txBody>
          <a:bodyPr anchor="ctr">
            <a:noAutofit/>
          </a:bodyPr>
          <a:lstStyle>
            <a:lvl1pPr marL="0" indent="0" algn="ctr">
              <a:lnSpc>
                <a:spcPct val="100000"/>
              </a:lnSpc>
              <a:spcBef>
                <a:spcPts val="0"/>
              </a:spcBef>
              <a:buNone/>
              <a:defRPr sz="1800" b="0" i="0">
                <a:solidFill>
                  <a:srgbClr val="F2F2F2"/>
                </a:solidFill>
              </a:defRPr>
            </a:lvl1pPr>
            <a:lvl2pPr marL="0" indent="0" algn="ctr">
              <a:lnSpc>
                <a:spcPct val="100000"/>
              </a:lnSpc>
              <a:spcBef>
                <a:spcPts val="0"/>
              </a:spcBef>
              <a:buNone/>
              <a:defRPr sz="1800"/>
            </a:lvl2pPr>
            <a:lvl3pPr marL="0" indent="0" algn="ctr">
              <a:lnSpc>
                <a:spcPct val="100000"/>
              </a:lnSpc>
              <a:spcBef>
                <a:spcPts val="0"/>
              </a:spcBef>
              <a:buNone/>
              <a:defRPr sz="1800"/>
            </a:lvl3pPr>
            <a:lvl4pPr marL="0" indent="0" algn="ctr">
              <a:lnSpc>
                <a:spcPct val="100000"/>
              </a:lnSpc>
              <a:spcBef>
                <a:spcPts val="0"/>
              </a:spcBef>
              <a:buNone/>
              <a:defRPr sz="1800"/>
            </a:lvl4pPr>
            <a:lvl5pPr marL="0" indent="0" algn="ctr">
              <a:lnSpc>
                <a:spcPct val="100000"/>
              </a:lnSpc>
              <a:spcBef>
                <a:spcPts val="0"/>
              </a:spcBef>
              <a:buNone/>
              <a:defRPr sz="1800"/>
            </a:lvl5pPr>
            <a:lvl6pPr marL="0" indent="0" algn="ctr">
              <a:lnSpc>
                <a:spcPct val="100000"/>
              </a:lnSpc>
              <a:spcBef>
                <a:spcPts val="0"/>
              </a:spcBef>
              <a:buNone/>
              <a:defRPr sz="1800"/>
            </a:lvl6pPr>
            <a:lvl7pPr marL="0" indent="0" algn="ctr">
              <a:lnSpc>
                <a:spcPct val="100000"/>
              </a:lnSpc>
              <a:spcBef>
                <a:spcPts val="0"/>
              </a:spcBef>
              <a:buNone/>
              <a:defRPr sz="1800"/>
            </a:lvl7pPr>
            <a:lvl8pPr marL="0" indent="0" algn="ctr">
              <a:lnSpc>
                <a:spcPct val="100000"/>
              </a:lnSpc>
              <a:spcBef>
                <a:spcPts val="0"/>
              </a:spcBef>
              <a:buNone/>
              <a:defRPr sz="1800"/>
            </a:lvl8pPr>
            <a:lvl9pPr marL="0" indent="0" algn="ctr">
              <a:lnSpc>
                <a:spcPct val="100000"/>
              </a:lnSpc>
              <a:spcBef>
                <a:spcPts val="0"/>
              </a:spcBef>
              <a:buNone/>
              <a:defRPr sz="1800"/>
            </a:lvl9pPr>
          </a:lstStyle>
          <a:p>
            <a:pPr lvl="0"/>
            <a:r>
              <a:t>Click to add text</a:t>
            </a:r>
          </a:p>
        </p:txBody>
      </p:sp>
    </p:spTree>
    <p:extLst>
      <p:ext uri="{BB962C8B-B14F-4D97-AF65-F5344CB8AC3E}">
        <p14:creationId xmlns:p14="http://schemas.microsoft.com/office/powerpoint/2010/main" val="223100349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4 Text Boxes w Stats">
    <p:spTree>
      <p:nvGrpSpPr>
        <p:cNvPr id="1" name=""/>
        <p:cNvGrpSpPr/>
        <p:nvPr/>
      </p:nvGrpSpPr>
      <p:grpSpPr>
        <a:xfrm>
          <a:off x="0" y="0"/>
          <a:ext cx="0" cy="0"/>
          <a:chOff x="0" y="0"/>
          <a:chExt cx="0" cy="0"/>
        </a:xfrm>
      </p:grpSpPr>
      <p:sp>
        <p:nvSpPr>
          <p:cNvPr id="24" name="Rectangle 23"/>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8" name="Text Placeholder 13"/>
          <p:cNvSpPr>
            <a:spLocks noGrp="1"/>
          </p:cNvSpPr>
          <p:nvPr>
            <p:ph type="body" sz="quarter" idx="14" hasCustomPrompt="1"/>
          </p:nvPr>
        </p:nvSpPr>
        <p:spPr>
          <a:xfrm>
            <a:off x="462332" y="1903446"/>
            <a:ext cx="4003869" cy="531845"/>
          </a:xfrm>
          <a:solidFill>
            <a:srgbClr val="FFFFFF"/>
          </a:solidFill>
          <a:ln>
            <a:noFill/>
          </a:ln>
        </p:spPr>
        <p:txBody>
          <a:bodyPr anchor="ctr">
            <a:noAutofit/>
          </a:bodyPr>
          <a:lstStyle>
            <a:lvl1pPr marL="0" indent="0">
              <a:lnSpc>
                <a:spcPct val="100000"/>
              </a:lnSpc>
              <a:spcBef>
                <a:spcPts val="0"/>
              </a:spcBef>
              <a:buNone/>
              <a:defRPr sz="2000" b="0" i="0">
                <a:solidFill>
                  <a:srgbClr val="FF6600"/>
                </a:solidFill>
              </a:defRPr>
            </a:lvl1pPr>
            <a:lvl2pPr marL="0" indent="0">
              <a:lnSpc>
                <a:spcPct val="100000"/>
              </a:lnSpc>
              <a:spcBef>
                <a:spcPts val="0"/>
              </a:spcBef>
              <a:buNone/>
              <a:defRPr sz="2000">
                <a:solidFill>
                  <a:srgbClr val="FF6600"/>
                </a:solidFill>
              </a:defRPr>
            </a:lvl2pPr>
            <a:lvl3pPr marL="0" indent="0">
              <a:lnSpc>
                <a:spcPct val="100000"/>
              </a:lnSpc>
              <a:spcBef>
                <a:spcPts val="0"/>
              </a:spcBef>
              <a:buNone/>
              <a:defRPr sz="2000">
                <a:solidFill>
                  <a:srgbClr val="FF6600"/>
                </a:solidFill>
              </a:defRPr>
            </a:lvl3pPr>
            <a:lvl4pPr marL="0" indent="0">
              <a:lnSpc>
                <a:spcPct val="100000"/>
              </a:lnSpc>
              <a:spcBef>
                <a:spcPts val="0"/>
              </a:spcBef>
              <a:buNone/>
              <a:defRPr sz="2000">
                <a:solidFill>
                  <a:srgbClr val="FF6600"/>
                </a:solidFill>
              </a:defRPr>
            </a:lvl4pPr>
            <a:lvl5pPr marL="0" indent="0">
              <a:lnSpc>
                <a:spcPct val="100000"/>
              </a:lnSpc>
              <a:spcBef>
                <a:spcPts val="0"/>
              </a:spcBef>
              <a:buNone/>
              <a:defRPr sz="2000">
                <a:solidFill>
                  <a:srgbClr val="FF6600"/>
                </a:solidFill>
              </a:defRPr>
            </a:lvl5pPr>
            <a:lvl6pPr marL="0" indent="0">
              <a:lnSpc>
                <a:spcPct val="100000"/>
              </a:lnSpc>
              <a:spcBef>
                <a:spcPts val="0"/>
              </a:spcBef>
              <a:buNone/>
              <a:defRPr sz="2000">
                <a:solidFill>
                  <a:srgbClr val="FF6600"/>
                </a:solidFill>
              </a:defRPr>
            </a:lvl6pPr>
            <a:lvl7pPr marL="0" indent="0">
              <a:lnSpc>
                <a:spcPct val="100000"/>
              </a:lnSpc>
              <a:spcBef>
                <a:spcPts val="0"/>
              </a:spcBef>
              <a:buNone/>
              <a:defRPr sz="2000">
                <a:solidFill>
                  <a:srgbClr val="FF6600"/>
                </a:solidFill>
              </a:defRPr>
            </a:lvl7pPr>
            <a:lvl8pPr marL="0" indent="0">
              <a:lnSpc>
                <a:spcPct val="100000"/>
              </a:lnSpc>
              <a:spcBef>
                <a:spcPts val="0"/>
              </a:spcBef>
              <a:buNone/>
              <a:defRPr sz="2000">
                <a:solidFill>
                  <a:srgbClr val="FF6600"/>
                </a:solidFill>
              </a:defRPr>
            </a:lvl8pPr>
            <a:lvl9pPr marL="0" indent="0">
              <a:lnSpc>
                <a:spcPct val="100000"/>
              </a:lnSpc>
              <a:spcBef>
                <a:spcPts val="0"/>
              </a:spcBef>
              <a:buNone/>
              <a:defRPr sz="2000">
                <a:solidFill>
                  <a:srgbClr val="FF6600"/>
                </a:solidFill>
              </a:defRPr>
            </a:lvl9pPr>
          </a:lstStyle>
          <a:p>
            <a:pPr lvl="0"/>
            <a:r>
              <a:t>Header Text</a:t>
            </a:r>
          </a:p>
        </p:txBody>
      </p:sp>
      <p:sp>
        <p:nvSpPr>
          <p:cNvPr id="10" name="Text Placeholder 9"/>
          <p:cNvSpPr>
            <a:spLocks noGrp="1"/>
          </p:cNvSpPr>
          <p:nvPr>
            <p:ph type="body" sz="quarter" idx="15" hasCustomPrompt="1"/>
          </p:nvPr>
        </p:nvSpPr>
        <p:spPr>
          <a:xfrm>
            <a:off x="462332" y="2435226"/>
            <a:ext cx="3998976" cy="1260475"/>
          </a:xfrm>
          <a:solidFill>
            <a:srgbClr val="595959"/>
          </a:solidFill>
          <a:ln>
            <a:noFill/>
          </a:ln>
        </p:spPr>
        <p:txBody>
          <a:bodyPr lIns="228600" tIns="182880" rIns="228600" bIns="182880">
            <a:noAutofit/>
          </a:bodyPr>
          <a:lstStyle>
            <a:lvl1pPr marL="182880" indent="-182880">
              <a:spcBef>
                <a:spcPts val="800"/>
              </a:spcBef>
              <a:buClr>
                <a:srgbClr val="FFFFFF"/>
              </a:buClr>
              <a:defRPr sz="1600" b="0" i="0">
                <a:solidFill>
                  <a:srgbClr val="FFFFFF"/>
                </a:solidFill>
              </a:defRPr>
            </a:lvl1pPr>
            <a:lvl2pPr marL="502920" indent="-182880">
              <a:spcBef>
                <a:spcPts val="500"/>
              </a:spcBef>
              <a:buClr>
                <a:srgbClr val="FFFFFF"/>
              </a:buClr>
              <a:defRPr sz="1400" b="0" i="0">
                <a:solidFill>
                  <a:srgbClr val="FFFFFF"/>
                </a:solidFill>
              </a:defRPr>
            </a:lvl2pPr>
            <a:lvl3pPr marL="822960" indent="-182880">
              <a:spcBef>
                <a:spcPts val="500"/>
              </a:spcBef>
              <a:buClr>
                <a:srgbClr val="FFFFFF"/>
              </a:buClr>
              <a:defRPr sz="1200" b="0" i="0">
                <a:solidFill>
                  <a:srgbClr val="FFFFFF"/>
                </a:solidFill>
              </a:defRPr>
            </a:lvl3pPr>
            <a:lvl4pPr marL="1143000" indent="-182880">
              <a:spcBef>
                <a:spcPts val="800"/>
              </a:spcBef>
              <a:defRPr sz="1100">
                <a:solidFill>
                  <a:srgbClr val="FFFFFF"/>
                </a:solidFill>
              </a:defRPr>
            </a:lvl4pPr>
            <a:lvl5pPr marL="1463040" indent="-182880">
              <a:spcBef>
                <a:spcPts val="800"/>
              </a:spcBef>
              <a:defRPr sz="1100">
                <a:solidFill>
                  <a:srgbClr val="FFFFFF"/>
                </a:solidFill>
              </a:defRPr>
            </a:lvl5pPr>
            <a:lvl6pPr marL="1783080" indent="-182880">
              <a:spcBef>
                <a:spcPts val="800"/>
              </a:spcBef>
              <a:defRPr sz="1100">
                <a:solidFill>
                  <a:srgbClr val="FFFFFF"/>
                </a:solidFill>
              </a:defRPr>
            </a:lvl6pPr>
            <a:lvl7pPr marL="2103120" indent="-182880">
              <a:spcBef>
                <a:spcPts val="800"/>
              </a:spcBef>
              <a:defRPr sz="1100">
                <a:solidFill>
                  <a:srgbClr val="FFFFFF"/>
                </a:solidFill>
              </a:defRPr>
            </a:lvl7pPr>
            <a:lvl8pPr marL="2423160" indent="-182880">
              <a:spcBef>
                <a:spcPts val="800"/>
              </a:spcBef>
              <a:defRPr sz="1100">
                <a:solidFill>
                  <a:srgbClr val="FFFFFF"/>
                </a:solidFill>
              </a:defRPr>
            </a:lvl8pPr>
            <a:lvl9pPr marL="2743200" indent="-182880">
              <a:spcBef>
                <a:spcPts val="800"/>
              </a:spcBef>
              <a:defRPr sz="1100">
                <a:solidFill>
                  <a:srgbClr val="FFFFFF"/>
                </a:solidFill>
              </a:defRPr>
            </a:lvl9pPr>
          </a:lstStyle>
          <a:p>
            <a:pPr lvl="0"/>
            <a:r>
              <a:t>Click to add text</a:t>
            </a:r>
          </a:p>
          <a:p>
            <a:pPr lvl="1"/>
            <a:r>
              <a:t>Second level</a:t>
            </a:r>
          </a:p>
          <a:p>
            <a:pPr lvl="2"/>
            <a:r>
              <a:t>Third level</a:t>
            </a:r>
          </a:p>
        </p:txBody>
      </p:sp>
      <p:sp>
        <p:nvSpPr>
          <p:cNvPr id="11" name="Text Placeholder 13"/>
          <p:cNvSpPr>
            <a:spLocks noGrp="1"/>
          </p:cNvSpPr>
          <p:nvPr>
            <p:ph type="body" sz="quarter" idx="16" hasCustomPrompt="1"/>
          </p:nvPr>
        </p:nvSpPr>
        <p:spPr>
          <a:xfrm>
            <a:off x="4708798" y="1903446"/>
            <a:ext cx="4003869" cy="531845"/>
          </a:xfrm>
          <a:solidFill>
            <a:srgbClr val="FFFFFF"/>
          </a:solidFill>
          <a:ln>
            <a:noFill/>
          </a:ln>
        </p:spPr>
        <p:txBody>
          <a:bodyPr anchor="ctr">
            <a:noAutofit/>
          </a:bodyPr>
          <a:lstStyle>
            <a:lvl1pPr marL="0" indent="0">
              <a:lnSpc>
                <a:spcPct val="100000"/>
              </a:lnSpc>
              <a:spcBef>
                <a:spcPts val="0"/>
              </a:spcBef>
              <a:buNone/>
              <a:defRPr sz="2000" b="0" i="0">
                <a:solidFill>
                  <a:srgbClr val="FF6600"/>
                </a:solidFill>
              </a:defRPr>
            </a:lvl1pPr>
            <a:lvl2pPr marL="0" indent="0">
              <a:lnSpc>
                <a:spcPct val="100000"/>
              </a:lnSpc>
              <a:spcBef>
                <a:spcPts val="0"/>
              </a:spcBef>
              <a:buNone/>
              <a:defRPr sz="2000">
                <a:solidFill>
                  <a:srgbClr val="FF6600"/>
                </a:solidFill>
              </a:defRPr>
            </a:lvl2pPr>
            <a:lvl3pPr marL="0" indent="0">
              <a:lnSpc>
                <a:spcPct val="100000"/>
              </a:lnSpc>
              <a:spcBef>
                <a:spcPts val="0"/>
              </a:spcBef>
              <a:buNone/>
              <a:defRPr sz="2000">
                <a:solidFill>
                  <a:srgbClr val="FF6600"/>
                </a:solidFill>
              </a:defRPr>
            </a:lvl3pPr>
            <a:lvl4pPr marL="0" indent="0">
              <a:lnSpc>
                <a:spcPct val="100000"/>
              </a:lnSpc>
              <a:spcBef>
                <a:spcPts val="0"/>
              </a:spcBef>
              <a:buNone/>
              <a:defRPr sz="2000">
                <a:solidFill>
                  <a:srgbClr val="FF6600"/>
                </a:solidFill>
              </a:defRPr>
            </a:lvl4pPr>
            <a:lvl5pPr marL="0" indent="0">
              <a:lnSpc>
                <a:spcPct val="100000"/>
              </a:lnSpc>
              <a:spcBef>
                <a:spcPts val="0"/>
              </a:spcBef>
              <a:buNone/>
              <a:defRPr sz="2000">
                <a:solidFill>
                  <a:srgbClr val="FF6600"/>
                </a:solidFill>
              </a:defRPr>
            </a:lvl5pPr>
            <a:lvl6pPr marL="0" indent="0">
              <a:lnSpc>
                <a:spcPct val="100000"/>
              </a:lnSpc>
              <a:spcBef>
                <a:spcPts val="0"/>
              </a:spcBef>
              <a:buNone/>
              <a:defRPr sz="2000">
                <a:solidFill>
                  <a:srgbClr val="FF6600"/>
                </a:solidFill>
              </a:defRPr>
            </a:lvl6pPr>
            <a:lvl7pPr marL="0" indent="0">
              <a:lnSpc>
                <a:spcPct val="100000"/>
              </a:lnSpc>
              <a:spcBef>
                <a:spcPts val="0"/>
              </a:spcBef>
              <a:buNone/>
              <a:defRPr sz="2000">
                <a:solidFill>
                  <a:srgbClr val="FF6600"/>
                </a:solidFill>
              </a:defRPr>
            </a:lvl7pPr>
            <a:lvl8pPr marL="0" indent="0">
              <a:lnSpc>
                <a:spcPct val="100000"/>
              </a:lnSpc>
              <a:spcBef>
                <a:spcPts val="0"/>
              </a:spcBef>
              <a:buNone/>
              <a:defRPr sz="2000">
                <a:solidFill>
                  <a:srgbClr val="FF6600"/>
                </a:solidFill>
              </a:defRPr>
            </a:lvl8pPr>
            <a:lvl9pPr marL="0" indent="0">
              <a:lnSpc>
                <a:spcPct val="100000"/>
              </a:lnSpc>
              <a:spcBef>
                <a:spcPts val="0"/>
              </a:spcBef>
              <a:buNone/>
              <a:defRPr sz="2000">
                <a:solidFill>
                  <a:srgbClr val="FF6600"/>
                </a:solidFill>
              </a:defRPr>
            </a:lvl9pPr>
          </a:lstStyle>
          <a:p>
            <a:pPr lvl="0"/>
            <a:r>
              <a:t>Header Text</a:t>
            </a:r>
          </a:p>
        </p:txBody>
      </p:sp>
      <p:sp>
        <p:nvSpPr>
          <p:cNvPr id="12" name="Text Placeholder 9"/>
          <p:cNvSpPr>
            <a:spLocks noGrp="1"/>
          </p:cNvSpPr>
          <p:nvPr>
            <p:ph type="body" sz="quarter" idx="17" hasCustomPrompt="1"/>
          </p:nvPr>
        </p:nvSpPr>
        <p:spPr>
          <a:xfrm>
            <a:off x="4708797" y="2435226"/>
            <a:ext cx="3998976" cy="1260475"/>
          </a:xfrm>
          <a:solidFill>
            <a:srgbClr val="595959"/>
          </a:solidFill>
          <a:ln>
            <a:noFill/>
          </a:ln>
        </p:spPr>
        <p:txBody>
          <a:bodyPr lIns="228600" tIns="182880" rIns="228600" bIns="182880">
            <a:noAutofit/>
          </a:bodyPr>
          <a:lstStyle>
            <a:lvl1pPr marL="182880" indent="-182880">
              <a:spcBef>
                <a:spcPts val="800"/>
              </a:spcBef>
              <a:buClr>
                <a:srgbClr val="FFFFFF"/>
              </a:buClr>
              <a:defRPr sz="1600" b="0" i="0">
                <a:solidFill>
                  <a:srgbClr val="FFFFFF"/>
                </a:solidFill>
              </a:defRPr>
            </a:lvl1pPr>
            <a:lvl2pPr marL="502920" indent="-182880">
              <a:spcBef>
                <a:spcPts val="500"/>
              </a:spcBef>
              <a:buClr>
                <a:srgbClr val="FFFFFF"/>
              </a:buClr>
              <a:defRPr sz="1400" b="0" i="0">
                <a:solidFill>
                  <a:srgbClr val="FFFFFF"/>
                </a:solidFill>
              </a:defRPr>
            </a:lvl2pPr>
            <a:lvl3pPr marL="822960" indent="-182880">
              <a:spcBef>
                <a:spcPts val="500"/>
              </a:spcBef>
              <a:buClr>
                <a:srgbClr val="FFFFFF"/>
              </a:buClr>
              <a:defRPr sz="1200" b="0" i="0">
                <a:solidFill>
                  <a:srgbClr val="FFFFFF"/>
                </a:solidFill>
              </a:defRPr>
            </a:lvl3pPr>
            <a:lvl4pPr marL="1143000" indent="-182880">
              <a:spcBef>
                <a:spcPts val="800"/>
              </a:spcBef>
              <a:defRPr sz="1100">
                <a:solidFill>
                  <a:srgbClr val="FFFFFF"/>
                </a:solidFill>
              </a:defRPr>
            </a:lvl4pPr>
            <a:lvl5pPr marL="1463040" indent="-182880">
              <a:spcBef>
                <a:spcPts val="800"/>
              </a:spcBef>
              <a:defRPr sz="1100">
                <a:solidFill>
                  <a:srgbClr val="FFFFFF"/>
                </a:solidFill>
              </a:defRPr>
            </a:lvl5pPr>
            <a:lvl6pPr marL="1783080" indent="-182880">
              <a:spcBef>
                <a:spcPts val="800"/>
              </a:spcBef>
              <a:defRPr sz="1100">
                <a:solidFill>
                  <a:srgbClr val="FFFFFF"/>
                </a:solidFill>
              </a:defRPr>
            </a:lvl6pPr>
            <a:lvl7pPr marL="2103120" indent="-182880">
              <a:spcBef>
                <a:spcPts val="800"/>
              </a:spcBef>
              <a:defRPr sz="1100">
                <a:solidFill>
                  <a:srgbClr val="FFFFFF"/>
                </a:solidFill>
              </a:defRPr>
            </a:lvl7pPr>
            <a:lvl8pPr marL="2423160" indent="-182880">
              <a:spcBef>
                <a:spcPts val="800"/>
              </a:spcBef>
              <a:defRPr sz="1100">
                <a:solidFill>
                  <a:srgbClr val="FFFFFF"/>
                </a:solidFill>
              </a:defRPr>
            </a:lvl8pPr>
            <a:lvl9pPr marL="2743200" indent="-182880">
              <a:spcBef>
                <a:spcPts val="800"/>
              </a:spcBef>
              <a:defRPr sz="1100">
                <a:solidFill>
                  <a:srgbClr val="FFFFFF"/>
                </a:solidFill>
              </a:defRPr>
            </a:lvl9pPr>
          </a:lstStyle>
          <a:p>
            <a:pPr lvl="0"/>
            <a:r>
              <a:t>Click to add text</a:t>
            </a:r>
          </a:p>
          <a:p>
            <a:pPr lvl="1"/>
            <a:r>
              <a:t>Second level</a:t>
            </a:r>
          </a:p>
          <a:p>
            <a:pPr lvl="2"/>
            <a:r>
              <a:t>Third level</a:t>
            </a:r>
          </a:p>
        </p:txBody>
      </p:sp>
      <p:sp>
        <p:nvSpPr>
          <p:cNvPr id="13" name="Text Placeholder 13"/>
          <p:cNvSpPr>
            <a:spLocks noGrp="1"/>
          </p:cNvSpPr>
          <p:nvPr>
            <p:ph type="body" sz="quarter" idx="18" hasCustomPrompt="1"/>
          </p:nvPr>
        </p:nvSpPr>
        <p:spPr>
          <a:xfrm>
            <a:off x="462332" y="3848100"/>
            <a:ext cx="4003869" cy="531845"/>
          </a:xfrm>
          <a:solidFill>
            <a:srgbClr val="FFFFFF"/>
          </a:solidFill>
          <a:ln>
            <a:noFill/>
          </a:ln>
        </p:spPr>
        <p:txBody>
          <a:bodyPr anchor="ctr">
            <a:noAutofit/>
          </a:bodyPr>
          <a:lstStyle>
            <a:lvl1pPr marL="0" indent="0">
              <a:lnSpc>
                <a:spcPct val="100000"/>
              </a:lnSpc>
              <a:spcBef>
                <a:spcPts val="0"/>
              </a:spcBef>
              <a:buNone/>
              <a:defRPr sz="2000" b="0" i="0">
                <a:solidFill>
                  <a:srgbClr val="FF6600"/>
                </a:solidFill>
              </a:defRPr>
            </a:lvl1pPr>
            <a:lvl2pPr marL="0" indent="0">
              <a:lnSpc>
                <a:spcPct val="100000"/>
              </a:lnSpc>
              <a:spcBef>
                <a:spcPts val="0"/>
              </a:spcBef>
              <a:buNone/>
              <a:defRPr sz="2000">
                <a:solidFill>
                  <a:srgbClr val="FF6600"/>
                </a:solidFill>
              </a:defRPr>
            </a:lvl2pPr>
            <a:lvl3pPr marL="0" indent="0">
              <a:lnSpc>
                <a:spcPct val="100000"/>
              </a:lnSpc>
              <a:spcBef>
                <a:spcPts val="0"/>
              </a:spcBef>
              <a:buNone/>
              <a:defRPr sz="2000">
                <a:solidFill>
                  <a:srgbClr val="FF6600"/>
                </a:solidFill>
              </a:defRPr>
            </a:lvl3pPr>
            <a:lvl4pPr marL="0" indent="0">
              <a:lnSpc>
                <a:spcPct val="100000"/>
              </a:lnSpc>
              <a:spcBef>
                <a:spcPts val="0"/>
              </a:spcBef>
              <a:buNone/>
              <a:defRPr sz="2000">
                <a:solidFill>
                  <a:srgbClr val="FF6600"/>
                </a:solidFill>
              </a:defRPr>
            </a:lvl4pPr>
            <a:lvl5pPr marL="0" indent="0">
              <a:lnSpc>
                <a:spcPct val="100000"/>
              </a:lnSpc>
              <a:spcBef>
                <a:spcPts val="0"/>
              </a:spcBef>
              <a:buNone/>
              <a:defRPr sz="2000">
                <a:solidFill>
                  <a:srgbClr val="FF6600"/>
                </a:solidFill>
              </a:defRPr>
            </a:lvl5pPr>
            <a:lvl6pPr marL="0" indent="0">
              <a:lnSpc>
                <a:spcPct val="100000"/>
              </a:lnSpc>
              <a:spcBef>
                <a:spcPts val="0"/>
              </a:spcBef>
              <a:buNone/>
              <a:defRPr sz="2000">
                <a:solidFill>
                  <a:srgbClr val="FF6600"/>
                </a:solidFill>
              </a:defRPr>
            </a:lvl6pPr>
            <a:lvl7pPr marL="0" indent="0">
              <a:lnSpc>
                <a:spcPct val="100000"/>
              </a:lnSpc>
              <a:spcBef>
                <a:spcPts val="0"/>
              </a:spcBef>
              <a:buNone/>
              <a:defRPr sz="2000">
                <a:solidFill>
                  <a:srgbClr val="FF6600"/>
                </a:solidFill>
              </a:defRPr>
            </a:lvl7pPr>
            <a:lvl8pPr marL="0" indent="0">
              <a:lnSpc>
                <a:spcPct val="100000"/>
              </a:lnSpc>
              <a:spcBef>
                <a:spcPts val="0"/>
              </a:spcBef>
              <a:buNone/>
              <a:defRPr sz="2000">
                <a:solidFill>
                  <a:srgbClr val="FF6600"/>
                </a:solidFill>
              </a:defRPr>
            </a:lvl8pPr>
            <a:lvl9pPr marL="0" indent="0">
              <a:lnSpc>
                <a:spcPct val="100000"/>
              </a:lnSpc>
              <a:spcBef>
                <a:spcPts val="0"/>
              </a:spcBef>
              <a:buNone/>
              <a:defRPr sz="2000">
                <a:solidFill>
                  <a:srgbClr val="FF6600"/>
                </a:solidFill>
              </a:defRPr>
            </a:lvl9pPr>
          </a:lstStyle>
          <a:p>
            <a:pPr lvl="0"/>
            <a:r>
              <a:t>Header Text</a:t>
            </a:r>
          </a:p>
        </p:txBody>
      </p:sp>
      <p:sp>
        <p:nvSpPr>
          <p:cNvPr id="14" name="Text Placeholder 9"/>
          <p:cNvSpPr>
            <a:spLocks noGrp="1"/>
          </p:cNvSpPr>
          <p:nvPr>
            <p:ph type="body" sz="quarter" idx="19" hasCustomPrompt="1"/>
          </p:nvPr>
        </p:nvSpPr>
        <p:spPr>
          <a:xfrm>
            <a:off x="462332" y="4379880"/>
            <a:ext cx="3998976" cy="1260475"/>
          </a:xfrm>
          <a:solidFill>
            <a:srgbClr val="595959"/>
          </a:solidFill>
          <a:ln>
            <a:noFill/>
          </a:ln>
        </p:spPr>
        <p:txBody>
          <a:bodyPr lIns="228600" tIns="182880" rIns="228600" bIns="182880">
            <a:noAutofit/>
          </a:bodyPr>
          <a:lstStyle>
            <a:lvl1pPr marL="182880" indent="-182880">
              <a:spcBef>
                <a:spcPts val="800"/>
              </a:spcBef>
              <a:buClr>
                <a:srgbClr val="FFFFFF"/>
              </a:buClr>
              <a:defRPr sz="1600" b="0" i="0">
                <a:solidFill>
                  <a:srgbClr val="FFFFFF"/>
                </a:solidFill>
              </a:defRPr>
            </a:lvl1pPr>
            <a:lvl2pPr marL="502920" indent="-182880">
              <a:spcBef>
                <a:spcPts val="500"/>
              </a:spcBef>
              <a:buClr>
                <a:srgbClr val="FFFFFF"/>
              </a:buClr>
              <a:defRPr sz="1400" b="0" i="0">
                <a:solidFill>
                  <a:srgbClr val="FFFFFF"/>
                </a:solidFill>
              </a:defRPr>
            </a:lvl2pPr>
            <a:lvl3pPr marL="822960" indent="-182880">
              <a:spcBef>
                <a:spcPts val="500"/>
              </a:spcBef>
              <a:buClr>
                <a:srgbClr val="FFFFFF"/>
              </a:buClr>
              <a:defRPr sz="1200" b="0" i="0">
                <a:solidFill>
                  <a:srgbClr val="FFFFFF"/>
                </a:solidFill>
              </a:defRPr>
            </a:lvl3pPr>
            <a:lvl4pPr marL="1143000" indent="-182880">
              <a:spcBef>
                <a:spcPts val="800"/>
              </a:spcBef>
              <a:defRPr sz="1100">
                <a:solidFill>
                  <a:srgbClr val="FFFFFF"/>
                </a:solidFill>
              </a:defRPr>
            </a:lvl4pPr>
            <a:lvl5pPr marL="1463040" indent="-182880">
              <a:spcBef>
                <a:spcPts val="800"/>
              </a:spcBef>
              <a:defRPr sz="1100">
                <a:solidFill>
                  <a:srgbClr val="FFFFFF"/>
                </a:solidFill>
              </a:defRPr>
            </a:lvl5pPr>
            <a:lvl6pPr marL="1783080" indent="-182880">
              <a:spcBef>
                <a:spcPts val="800"/>
              </a:spcBef>
              <a:defRPr sz="1100">
                <a:solidFill>
                  <a:srgbClr val="FFFFFF"/>
                </a:solidFill>
              </a:defRPr>
            </a:lvl6pPr>
            <a:lvl7pPr marL="2103120" indent="-182880">
              <a:spcBef>
                <a:spcPts val="800"/>
              </a:spcBef>
              <a:defRPr sz="1100">
                <a:solidFill>
                  <a:srgbClr val="FFFFFF"/>
                </a:solidFill>
              </a:defRPr>
            </a:lvl7pPr>
            <a:lvl8pPr marL="2423160" indent="-182880">
              <a:spcBef>
                <a:spcPts val="800"/>
              </a:spcBef>
              <a:defRPr sz="1100">
                <a:solidFill>
                  <a:srgbClr val="FFFFFF"/>
                </a:solidFill>
              </a:defRPr>
            </a:lvl8pPr>
            <a:lvl9pPr marL="2743200" indent="-182880">
              <a:spcBef>
                <a:spcPts val="800"/>
              </a:spcBef>
              <a:defRPr sz="1100">
                <a:solidFill>
                  <a:srgbClr val="FFFFFF"/>
                </a:solidFill>
              </a:defRPr>
            </a:lvl9pPr>
          </a:lstStyle>
          <a:p>
            <a:pPr lvl="0"/>
            <a:r>
              <a:t>Click to add text</a:t>
            </a:r>
          </a:p>
          <a:p>
            <a:pPr lvl="1"/>
            <a:r>
              <a:t>Second level</a:t>
            </a:r>
          </a:p>
          <a:p>
            <a:pPr lvl="2"/>
            <a:r>
              <a:t>Third level</a:t>
            </a:r>
          </a:p>
        </p:txBody>
      </p:sp>
      <p:sp>
        <p:nvSpPr>
          <p:cNvPr id="15" name="Text Placeholder 13"/>
          <p:cNvSpPr>
            <a:spLocks noGrp="1"/>
          </p:cNvSpPr>
          <p:nvPr>
            <p:ph type="body" sz="quarter" idx="20" hasCustomPrompt="1"/>
          </p:nvPr>
        </p:nvSpPr>
        <p:spPr>
          <a:xfrm>
            <a:off x="4708798" y="3848100"/>
            <a:ext cx="4003869" cy="531845"/>
          </a:xfrm>
          <a:solidFill>
            <a:srgbClr val="FFFFFF"/>
          </a:solidFill>
          <a:ln>
            <a:noFill/>
          </a:ln>
        </p:spPr>
        <p:txBody>
          <a:bodyPr anchor="ctr">
            <a:noAutofit/>
          </a:bodyPr>
          <a:lstStyle>
            <a:lvl1pPr marL="0" indent="0">
              <a:lnSpc>
                <a:spcPct val="100000"/>
              </a:lnSpc>
              <a:spcBef>
                <a:spcPts val="0"/>
              </a:spcBef>
              <a:buNone/>
              <a:defRPr sz="2000" b="0" i="0">
                <a:solidFill>
                  <a:srgbClr val="FF6600"/>
                </a:solidFill>
              </a:defRPr>
            </a:lvl1pPr>
            <a:lvl2pPr marL="0" indent="0">
              <a:lnSpc>
                <a:spcPct val="100000"/>
              </a:lnSpc>
              <a:spcBef>
                <a:spcPts val="0"/>
              </a:spcBef>
              <a:buNone/>
              <a:defRPr sz="2000">
                <a:solidFill>
                  <a:srgbClr val="FF6600"/>
                </a:solidFill>
              </a:defRPr>
            </a:lvl2pPr>
            <a:lvl3pPr marL="0" indent="0">
              <a:lnSpc>
                <a:spcPct val="100000"/>
              </a:lnSpc>
              <a:spcBef>
                <a:spcPts val="0"/>
              </a:spcBef>
              <a:buNone/>
              <a:defRPr sz="2000">
                <a:solidFill>
                  <a:srgbClr val="FF6600"/>
                </a:solidFill>
              </a:defRPr>
            </a:lvl3pPr>
            <a:lvl4pPr marL="0" indent="0">
              <a:lnSpc>
                <a:spcPct val="100000"/>
              </a:lnSpc>
              <a:spcBef>
                <a:spcPts val="0"/>
              </a:spcBef>
              <a:buNone/>
              <a:defRPr sz="2000">
                <a:solidFill>
                  <a:srgbClr val="FF6600"/>
                </a:solidFill>
              </a:defRPr>
            </a:lvl4pPr>
            <a:lvl5pPr marL="0" indent="0">
              <a:lnSpc>
                <a:spcPct val="100000"/>
              </a:lnSpc>
              <a:spcBef>
                <a:spcPts val="0"/>
              </a:spcBef>
              <a:buNone/>
              <a:defRPr sz="2000">
                <a:solidFill>
                  <a:srgbClr val="FF6600"/>
                </a:solidFill>
              </a:defRPr>
            </a:lvl5pPr>
            <a:lvl6pPr marL="0" indent="0">
              <a:lnSpc>
                <a:spcPct val="100000"/>
              </a:lnSpc>
              <a:spcBef>
                <a:spcPts val="0"/>
              </a:spcBef>
              <a:buNone/>
              <a:defRPr sz="2000">
                <a:solidFill>
                  <a:srgbClr val="FF6600"/>
                </a:solidFill>
              </a:defRPr>
            </a:lvl6pPr>
            <a:lvl7pPr marL="0" indent="0">
              <a:lnSpc>
                <a:spcPct val="100000"/>
              </a:lnSpc>
              <a:spcBef>
                <a:spcPts val="0"/>
              </a:spcBef>
              <a:buNone/>
              <a:defRPr sz="2000">
                <a:solidFill>
                  <a:srgbClr val="FF6600"/>
                </a:solidFill>
              </a:defRPr>
            </a:lvl7pPr>
            <a:lvl8pPr marL="0" indent="0">
              <a:lnSpc>
                <a:spcPct val="100000"/>
              </a:lnSpc>
              <a:spcBef>
                <a:spcPts val="0"/>
              </a:spcBef>
              <a:buNone/>
              <a:defRPr sz="2000">
                <a:solidFill>
                  <a:srgbClr val="FF6600"/>
                </a:solidFill>
              </a:defRPr>
            </a:lvl8pPr>
            <a:lvl9pPr marL="0" indent="0">
              <a:lnSpc>
                <a:spcPct val="100000"/>
              </a:lnSpc>
              <a:spcBef>
                <a:spcPts val="0"/>
              </a:spcBef>
              <a:buNone/>
              <a:defRPr sz="2000">
                <a:solidFill>
                  <a:srgbClr val="FF6600"/>
                </a:solidFill>
              </a:defRPr>
            </a:lvl9pPr>
          </a:lstStyle>
          <a:p>
            <a:pPr lvl="0"/>
            <a:r>
              <a:t>Header Text</a:t>
            </a:r>
          </a:p>
        </p:txBody>
      </p:sp>
      <p:sp>
        <p:nvSpPr>
          <p:cNvPr id="16" name="Text Placeholder 9"/>
          <p:cNvSpPr>
            <a:spLocks noGrp="1"/>
          </p:cNvSpPr>
          <p:nvPr>
            <p:ph type="body" sz="quarter" idx="21" hasCustomPrompt="1"/>
          </p:nvPr>
        </p:nvSpPr>
        <p:spPr>
          <a:xfrm>
            <a:off x="4708797" y="4379880"/>
            <a:ext cx="3998976" cy="1260475"/>
          </a:xfrm>
          <a:solidFill>
            <a:srgbClr val="595959"/>
          </a:solidFill>
          <a:ln>
            <a:noFill/>
          </a:ln>
        </p:spPr>
        <p:txBody>
          <a:bodyPr lIns="228600" tIns="182880" rIns="228600" bIns="182880">
            <a:noAutofit/>
          </a:bodyPr>
          <a:lstStyle>
            <a:lvl1pPr marL="182880" indent="-182880">
              <a:spcBef>
                <a:spcPts val="800"/>
              </a:spcBef>
              <a:buClr>
                <a:srgbClr val="FFFFFF"/>
              </a:buClr>
              <a:defRPr sz="1600" b="0" i="0">
                <a:solidFill>
                  <a:srgbClr val="FFFFFF"/>
                </a:solidFill>
              </a:defRPr>
            </a:lvl1pPr>
            <a:lvl2pPr marL="502920" indent="-182880">
              <a:spcBef>
                <a:spcPts val="500"/>
              </a:spcBef>
              <a:buClr>
                <a:srgbClr val="FFFFFF"/>
              </a:buClr>
              <a:defRPr sz="1400" b="0" i="0">
                <a:solidFill>
                  <a:srgbClr val="FFFFFF"/>
                </a:solidFill>
              </a:defRPr>
            </a:lvl2pPr>
            <a:lvl3pPr marL="822960" indent="-182880">
              <a:spcBef>
                <a:spcPts val="500"/>
              </a:spcBef>
              <a:buClr>
                <a:srgbClr val="FFFFFF"/>
              </a:buClr>
              <a:defRPr sz="1200" b="0" i="0">
                <a:solidFill>
                  <a:srgbClr val="FFFFFF"/>
                </a:solidFill>
              </a:defRPr>
            </a:lvl3pPr>
            <a:lvl4pPr marL="1143000" indent="-182880">
              <a:spcBef>
                <a:spcPts val="800"/>
              </a:spcBef>
              <a:defRPr sz="1100">
                <a:solidFill>
                  <a:srgbClr val="FFFFFF"/>
                </a:solidFill>
              </a:defRPr>
            </a:lvl4pPr>
            <a:lvl5pPr marL="1463040" indent="-182880">
              <a:spcBef>
                <a:spcPts val="800"/>
              </a:spcBef>
              <a:defRPr sz="1100">
                <a:solidFill>
                  <a:srgbClr val="FFFFFF"/>
                </a:solidFill>
              </a:defRPr>
            </a:lvl5pPr>
            <a:lvl6pPr marL="1783080" indent="-182880">
              <a:spcBef>
                <a:spcPts val="800"/>
              </a:spcBef>
              <a:defRPr sz="1100">
                <a:solidFill>
                  <a:srgbClr val="FFFFFF"/>
                </a:solidFill>
              </a:defRPr>
            </a:lvl6pPr>
            <a:lvl7pPr marL="2103120" indent="-182880">
              <a:spcBef>
                <a:spcPts val="800"/>
              </a:spcBef>
              <a:defRPr sz="1100">
                <a:solidFill>
                  <a:srgbClr val="FFFFFF"/>
                </a:solidFill>
              </a:defRPr>
            </a:lvl7pPr>
            <a:lvl8pPr marL="2423160" indent="-182880">
              <a:spcBef>
                <a:spcPts val="800"/>
              </a:spcBef>
              <a:defRPr sz="1100">
                <a:solidFill>
                  <a:srgbClr val="FFFFFF"/>
                </a:solidFill>
              </a:defRPr>
            </a:lvl8pPr>
            <a:lvl9pPr marL="2743200" indent="-182880">
              <a:spcBef>
                <a:spcPts val="800"/>
              </a:spcBef>
              <a:defRPr sz="1100">
                <a:solidFill>
                  <a:srgbClr val="FFFFFF"/>
                </a:solidFill>
              </a:defRPr>
            </a:lvl9pPr>
          </a:lstStyle>
          <a:p>
            <a:pPr lvl="0"/>
            <a:r>
              <a:t>Click to add text</a:t>
            </a:r>
          </a:p>
          <a:p>
            <a:pPr lvl="1"/>
            <a:r>
              <a:t>Second level</a:t>
            </a:r>
          </a:p>
          <a:p>
            <a:pPr lvl="2"/>
            <a:r>
              <a:t>Third level</a:t>
            </a:r>
          </a:p>
        </p:txBody>
      </p:sp>
      <p:sp>
        <p:nvSpPr>
          <p:cNvPr id="18" name="Media Placeholder 17"/>
          <p:cNvSpPr>
            <a:spLocks noGrp="1"/>
          </p:cNvSpPr>
          <p:nvPr>
            <p:ph type="media" sz="quarter" idx="22" hasCustomPrompt="1"/>
          </p:nvPr>
        </p:nvSpPr>
        <p:spPr>
          <a:xfrm>
            <a:off x="9218913" y="3208175"/>
            <a:ext cx="9144" cy="1307592"/>
          </a:xfrm>
          <a:solidFill>
            <a:srgbClr val="FF6600"/>
          </a:solidFill>
        </p:spPr>
        <p:txBody>
          <a:bodyPr>
            <a:noAutofit/>
          </a:bodyPr>
          <a:lstStyle>
            <a:lvl1pPr marL="0" indent="0">
              <a:buNone/>
              <a:defRPr sz="100" b="0" i="0"/>
            </a:lvl1pPr>
          </a:lstStyle>
          <a:p>
            <a:r>
              <a:rPr dirty="0"/>
              <a:t> </a:t>
            </a:r>
          </a:p>
        </p:txBody>
      </p:sp>
      <p:sp>
        <p:nvSpPr>
          <p:cNvPr id="19" name="Text Placeholder 13"/>
          <p:cNvSpPr>
            <a:spLocks noGrp="1"/>
          </p:cNvSpPr>
          <p:nvPr>
            <p:ph type="body" sz="quarter" idx="23" hasCustomPrompt="1"/>
          </p:nvPr>
        </p:nvSpPr>
        <p:spPr>
          <a:xfrm>
            <a:off x="9643581" y="3208176"/>
            <a:ext cx="2192819" cy="524873"/>
          </a:xfrm>
        </p:spPr>
        <p:txBody>
          <a:bodyPr lIns="0" tIns="0" rIns="0" bIns="0" anchor="b">
            <a:noAutofit/>
          </a:bodyPr>
          <a:lstStyle>
            <a:lvl1pPr marL="0" indent="0">
              <a:lnSpc>
                <a:spcPct val="100000"/>
              </a:lnSpc>
              <a:spcBef>
                <a:spcPts val="0"/>
              </a:spcBef>
              <a:buNone/>
              <a:defRPr sz="1800" b="0" i="0"/>
            </a:lvl1pPr>
            <a:lvl2pPr marL="0" indent="0">
              <a:lnSpc>
                <a:spcPct val="100000"/>
              </a:lnSpc>
              <a:spcBef>
                <a:spcPts val="0"/>
              </a:spcBef>
              <a:buNone/>
              <a:defRPr sz="1800"/>
            </a:lvl2pPr>
            <a:lvl3pPr marL="0" indent="0">
              <a:lnSpc>
                <a:spcPct val="100000"/>
              </a:lnSpc>
              <a:spcBef>
                <a:spcPts val="0"/>
              </a:spcBef>
              <a:buNone/>
              <a:defRPr sz="1800"/>
            </a:lvl3pPr>
            <a:lvl4pPr marL="0" indent="0">
              <a:lnSpc>
                <a:spcPct val="100000"/>
              </a:lnSpc>
              <a:spcBef>
                <a:spcPts val="0"/>
              </a:spcBef>
              <a:buNone/>
              <a:defRPr sz="1800"/>
            </a:lvl4pPr>
            <a:lvl5pPr marL="0" indent="0">
              <a:lnSpc>
                <a:spcPct val="100000"/>
              </a:lnSpc>
              <a:spcBef>
                <a:spcPts val="0"/>
              </a:spcBef>
              <a:buNone/>
              <a:defRPr sz="1800"/>
            </a:lvl5pPr>
            <a:lvl6pPr marL="0" indent="0">
              <a:lnSpc>
                <a:spcPct val="100000"/>
              </a:lnSpc>
              <a:spcBef>
                <a:spcPts val="0"/>
              </a:spcBef>
              <a:buNone/>
              <a:defRPr sz="1800"/>
            </a:lvl6pPr>
            <a:lvl7pPr marL="0" indent="0">
              <a:lnSpc>
                <a:spcPct val="100000"/>
              </a:lnSpc>
              <a:spcBef>
                <a:spcPts val="0"/>
              </a:spcBef>
              <a:buNone/>
              <a:defRPr sz="1800"/>
            </a:lvl7pPr>
            <a:lvl8pPr marL="0" indent="0">
              <a:lnSpc>
                <a:spcPct val="100000"/>
              </a:lnSpc>
              <a:spcBef>
                <a:spcPts val="0"/>
              </a:spcBef>
              <a:buNone/>
              <a:defRPr sz="1800"/>
            </a:lvl8pPr>
            <a:lvl9pPr marL="0" indent="0">
              <a:lnSpc>
                <a:spcPct val="100000"/>
              </a:lnSpc>
              <a:spcBef>
                <a:spcPts val="0"/>
              </a:spcBef>
              <a:buNone/>
              <a:defRPr sz="1800"/>
            </a:lvl9pPr>
          </a:lstStyle>
          <a:p>
            <a:pPr lvl="0"/>
            <a:r>
              <a:t>Main Point</a:t>
            </a:r>
          </a:p>
        </p:txBody>
      </p:sp>
      <p:sp>
        <p:nvSpPr>
          <p:cNvPr id="20" name="Text Placeholder 13"/>
          <p:cNvSpPr>
            <a:spLocks noGrp="1"/>
          </p:cNvSpPr>
          <p:nvPr>
            <p:ph type="body" sz="quarter" idx="24" hasCustomPrompt="1"/>
          </p:nvPr>
        </p:nvSpPr>
        <p:spPr>
          <a:xfrm>
            <a:off x="9643582" y="3719579"/>
            <a:ext cx="2205518" cy="796189"/>
          </a:xfrm>
        </p:spPr>
        <p:txBody>
          <a:bodyPr lIns="0" tIns="0" rIns="0" bIns="0">
            <a:noAutofit/>
          </a:bodyPr>
          <a:lstStyle>
            <a:lvl1pPr marL="0" indent="0">
              <a:lnSpc>
                <a:spcPct val="100000"/>
              </a:lnSpc>
              <a:spcBef>
                <a:spcPts val="0"/>
              </a:spcBef>
              <a:buNone/>
              <a:defRPr sz="3600" b="0" i="0">
                <a:solidFill>
                  <a:srgbClr val="FF6600"/>
                </a:solidFill>
              </a:defRPr>
            </a:lvl1pPr>
            <a:lvl2pPr marL="0" indent="0">
              <a:lnSpc>
                <a:spcPct val="100000"/>
              </a:lnSpc>
              <a:spcBef>
                <a:spcPts val="0"/>
              </a:spcBef>
              <a:buNone/>
              <a:defRPr sz="3600">
                <a:solidFill>
                  <a:srgbClr val="FF6600"/>
                </a:solidFill>
              </a:defRPr>
            </a:lvl2pPr>
            <a:lvl3pPr marL="0" indent="0">
              <a:lnSpc>
                <a:spcPct val="100000"/>
              </a:lnSpc>
              <a:spcBef>
                <a:spcPts val="0"/>
              </a:spcBef>
              <a:buNone/>
              <a:defRPr sz="3600">
                <a:solidFill>
                  <a:srgbClr val="FF6600"/>
                </a:solidFill>
              </a:defRPr>
            </a:lvl3pPr>
            <a:lvl4pPr marL="0" indent="0">
              <a:lnSpc>
                <a:spcPct val="100000"/>
              </a:lnSpc>
              <a:spcBef>
                <a:spcPts val="0"/>
              </a:spcBef>
              <a:buNone/>
              <a:defRPr sz="3600">
                <a:solidFill>
                  <a:srgbClr val="FF6600"/>
                </a:solidFill>
              </a:defRPr>
            </a:lvl4pPr>
            <a:lvl5pPr marL="0" indent="0">
              <a:lnSpc>
                <a:spcPct val="100000"/>
              </a:lnSpc>
              <a:spcBef>
                <a:spcPts val="0"/>
              </a:spcBef>
              <a:buNone/>
              <a:defRPr sz="3600">
                <a:solidFill>
                  <a:srgbClr val="FF6600"/>
                </a:solidFill>
              </a:defRPr>
            </a:lvl5pPr>
            <a:lvl6pPr marL="0" indent="0">
              <a:lnSpc>
                <a:spcPct val="100000"/>
              </a:lnSpc>
              <a:spcBef>
                <a:spcPts val="0"/>
              </a:spcBef>
              <a:buNone/>
              <a:defRPr sz="3600">
                <a:solidFill>
                  <a:srgbClr val="FF6600"/>
                </a:solidFill>
              </a:defRPr>
            </a:lvl6pPr>
            <a:lvl7pPr marL="0" indent="0">
              <a:lnSpc>
                <a:spcPct val="100000"/>
              </a:lnSpc>
              <a:spcBef>
                <a:spcPts val="0"/>
              </a:spcBef>
              <a:buNone/>
              <a:defRPr sz="3600">
                <a:solidFill>
                  <a:srgbClr val="FF6600"/>
                </a:solidFill>
              </a:defRPr>
            </a:lvl7pPr>
            <a:lvl8pPr marL="0" indent="0">
              <a:lnSpc>
                <a:spcPct val="100000"/>
              </a:lnSpc>
              <a:spcBef>
                <a:spcPts val="0"/>
              </a:spcBef>
              <a:buNone/>
              <a:defRPr sz="3600">
                <a:solidFill>
                  <a:srgbClr val="FF6600"/>
                </a:solidFill>
              </a:defRPr>
            </a:lvl8pPr>
            <a:lvl9pPr marL="0" indent="0">
              <a:lnSpc>
                <a:spcPct val="100000"/>
              </a:lnSpc>
              <a:spcBef>
                <a:spcPts val="0"/>
              </a:spcBef>
              <a:buNone/>
              <a:defRPr sz="3600">
                <a:solidFill>
                  <a:srgbClr val="FF6600"/>
                </a:solidFill>
              </a:defRPr>
            </a:lvl9pPr>
          </a:lstStyle>
          <a:p>
            <a:pPr lvl="0"/>
            <a:r>
              <a:t>X%</a:t>
            </a:r>
          </a:p>
        </p:txBody>
      </p:sp>
    </p:spTree>
    <p:extLst>
      <p:ext uri="{BB962C8B-B14F-4D97-AF65-F5344CB8AC3E}">
        <p14:creationId xmlns:p14="http://schemas.microsoft.com/office/powerpoint/2010/main" val="12535936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Arrow">
    <p:spTree>
      <p:nvGrpSpPr>
        <p:cNvPr id="1" name=""/>
        <p:cNvGrpSpPr/>
        <p:nvPr/>
      </p:nvGrpSpPr>
      <p:grpSpPr>
        <a:xfrm>
          <a:off x="0" y="0"/>
          <a:ext cx="0" cy="0"/>
          <a:chOff x="0" y="0"/>
          <a:chExt cx="0" cy="0"/>
        </a:xfrm>
      </p:grpSpPr>
      <p:sp>
        <p:nvSpPr>
          <p:cNvPr id="11" name="Rectangle 10"/>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14" name="Rectangle 13"/>
          <p:cNvSpPr/>
          <p:nvPr/>
        </p:nvSpPr>
        <p:spPr bwMode="ltGray">
          <a:xfrm>
            <a:off x="2987589" y="2059460"/>
            <a:ext cx="9204411" cy="3517557"/>
          </a:xfrm>
          <a:prstGeom prst="rect">
            <a:avLst/>
          </a:prstGeom>
          <a:solidFill>
            <a:srgbClr val="66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5" name="Pentagon 7"/>
          <p:cNvSpPr/>
          <p:nvPr/>
        </p:nvSpPr>
        <p:spPr bwMode="white">
          <a:xfrm>
            <a:off x="0" y="1611223"/>
            <a:ext cx="4668109" cy="4263560"/>
          </a:xfrm>
          <a:prstGeom prst="homePlate">
            <a:avLst>
              <a:gd name="adj" fmla="val 3521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217337" y="3074978"/>
            <a:ext cx="3602684" cy="1336051"/>
          </a:xfrm>
        </p:spPr>
        <p:txBody>
          <a:bodyPr anchor="ctr">
            <a:noAutofit/>
          </a:bodyPr>
          <a:lstStyle>
            <a:lvl1pPr marL="0" indent="0" algn="ctr">
              <a:lnSpc>
                <a:spcPct val="100000"/>
              </a:lnSpc>
              <a:spcBef>
                <a:spcPts val="0"/>
              </a:spcBef>
              <a:buNone/>
              <a:defRPr sz="2400" b="0" i="0">
                <a:solidFill>
                  <a:srgbClr val="000000"/>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Header Text</a:t>
            </a:r>
          </a:p>
        </p:txBody>
      </p:sp>
      <p:sp>
        <p:nvSpPr>
          <p:cNvPr id="18" name="Text Placeholder 17"/>
          <p:cNvSpPr>
            <a:spLocks noGrp="1"/>
          </p:cNvSpPr>
          <p:nvPr>
            <p:ph type="body" sz="quarter" idx="15" hasCustomPrompt="1"/>
          </p:nvPr>
        </p:nvSpPr>
        <p:spPr>
          <a:xfrm>
            <a:off x="4909167" y="2223140"/>
            <a:ext cx="7041776" cy="3190194"/>
          </a:xfrm>
        </p:spPr>
        <p:txBody>
          <a:bodyPr anchor="ctr">
            <a:noAutofit/>
          </a:bodyPr>
          <a:lstStyle>
            <a:lvl1pPr>
              <a:buClr>
                <a:srgbClr val="FFFFFF"/>
              </a:buClr>
              <a:defRPr b="0" i="0">
                <a:solidFill>
                  <a:srgbClr val="FFFFFF"/>
                </a:solidFill>
                <a:latin typeface="+mn-lt"/>
              </a:defRPr>
            </a:lvl1pPr>
            <a:lvl2pPr>
              <a:buClr>
                <a:srgbClr val="FFFFFF"/>
              </a:buClr>
              <a:defRPr b="0" i="0">
                <a:solidFill>
                  <a:srgbClr val="FFFFFF"/>
                </a:solidFill>
                <a:latin typeface="+mn-lt"/>
              </a:defRPr>
            </a:lvl2pPr>
            <a:lvl3pPr>
              <a:buClr>
                <a:srgbClr val="FFFFFF"/>
              </a:buClr>
              <a:defRPr b="0" i="0">
                <a:solidFill>
                  <a:srgbClr val="FFFFFF"/>
                </a:solidFill>
                <a:latin typeface="+mn-lt"/>
              </a:defRPr>
            </a:lvl3pPr>
            <a:lvl4pPr>
              <a:buClr>
                <a:srgbClr val="FFFFFF"/>
              </a:buClr>
              <a:defRPr b="0" i="0">
                <a:solidFill>
                  <a:srgbClr val="FFFFFF"/>
                </a:solidFill>
                <a:latin typeface="+mn-lt"/>
              </a:defRPr>
            </a:lvl4pPr>
            <a:lvl5pPr>
              <a:buClr>
                <a:srgbClr val="FFFFFF"/>
              </a:buClr>
              <a:defRPr b="0" i="0">
                <a:solidFill>
                  <a:srgbClr val="FFFFFF"/>
                </a:solidFill>
                <a:latin typeface="+mn-lt"/>
              </a:defRPr>
            </a:lvl5pPr>
            <a:lvl6pPr>
              <a:buClr>
                <a:srgbClr val="FFFFFF"/>
              </a:buClr>
              <a:defRPr>
                <a:solidFill>
                  <a:schemeClr val="bg1"/>
                </a:solidFill>
              </a:defRPr>
            </a:lvl6pPr>
            <a:lvl7pPr>
              <a:buClr>
                <a:srgbClr val="FFFFFF"/>
              </a:buClr>
              <a:defRPr>
                <a:solidFill>
                  <a:schemeClr val="bg1"/>
                </a:solidFill>
              </a:defRPr>
            </a:lvl7pPr>
            <a:lvl8pPr>
              <a:buClr>
                <a:srgbClr val="FFFFFF"/>
              </a:buClr>
              <a:defRPr>
                <a:solidFill>
                  <a:schemeClr val="bg1"/>
                </a:solidFill>
              </a:defRPr>
            </a:lvl8pPr>
            <a:lvl9pPr>
              <a:buClr>
                <a:srgbClr val="FFFFFF"/>
              </a:buClr>
              <a:defRPr>
                <a:solidFill>
                  <a:schemeClr val="bg1"/>
                </a:solidFill>
              </a:defRPr>
            </a:lvl9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9484435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Headed Arrow">
    <p:spTree>
      <p:nvGrpSpPr>
        <p:cNvPr id="1" name=""/>
        <p:cNvGrpSpPr/>
        <p:nvPr/>
      </p:nvGrpSpPr>
      <p:grpSpPr>
        <a:xfrm>
          <a:off x="0" y="0"/>
          <a:ext cx="0" cy="0"/>
          <a:chOff x="0" y="0"/>
          <a:chExt cx="0" cy="0"/>
        </a:xfrm>
      </p:grpSpPr>
      <p:sp>
        <p:nvSpPr>
          <p:cNvPr id="6" name="Trapezoid 5">
            <a:extLst>
              <a:ext uri="{FF2B5EF4-FFF2-40B4-BE49-F238E27FC236}">
                <a16:creationId xmlns:a16="http://schemas.microsoft.com/office/drawing/2014/main" id="{4E885DC1-92D7-4F25-80C2-96DD7F7892F1}"/>
              </a:ext>
            </a:extLst>
          </p:cNvPr>
          <p:cNvSpPr/>
          <p:nvPr/>
        </p:nvSpPr>
        <p:spPr>
          <a:xfrm>
            <a:off x="3044040" y="3740447"/>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dirty="0">
              <a:solidFill>
                <a:schemeClr val="tx1"/>
              </a:solidFill>
            </a:endParaRPr>
          </a:p>
        </p:txBody>
      </p:sp>
      <p:sp>
        <p:nvSpPr>
          <p:cNvPr id="27" name="Trapezoid 26">
            <a:extLst>
              <a:ext uri="{FF2B5EF4-FFF2-40B4-BE49-F238E27FC236}">
                <a16:creationId xmlns:a16="http://schemas.microsoft.com/office/drawing/2014/main" id="{A3CEAAA8-5914-4C09-B843-C9240DF0006E}"/>
              </a:ext>
            </a:extLst>
          </p:cNvPr>
          <p:cNvSpPr/>
          <p:nvPr/>
        </p:nvSpPr>
        <p:spPr>
          <a:xfrm flipV="1">
            <a:off x="3044040" y="2210073"/>
            <a:ext cx="6103921" cy="1380744"/>
          </a:xfrm>
          <a:prstGeom prst="trapezoid">
            <a:avLst>
              <a:gd name="adj" fmla="val 97848"/>
            </a:avLst>
          </a:prstGeom>
          <a:gradFill>
            <a:gsLst>
              <a:gs pos="25000">
                <a:schemeClr val="bg1">
                  <a:lumMod val="75000"/>
                  <a:alpha val="50000"/>
                </a:schemeClr>
              </a:gs>
              <a:gs pos="59000">
                <a:schemeClr val="bg1">
                  <a:lumMod val="95000"/>
                </a:schemeClr>
              </a:gs>
              <a:gs pos="100000">
                <a:schemeClr val="bg1">
                  <a:lumMod val="95000"/>
                  <a:alpha val="34000"/>
                </a:schemeClr>
              </a:gs>
            </a:gsLst>
            <a:lin ang="20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90000"/>
              </a:lnSpc>
            </a:pPr>
            <a:endParaRPr dirty="0">
              <a:solidFill>
                <a:schemeClr val="tx1"/>
              </a:solidFill>
            </a:endParaRPr>
          </a:p>
        </p:txBody>
      </p:sp>
      <p:sp>
        <p:nvSpPr>
          <p:cNvPr id="19" name="Pentagon 8"/>
          <p:cNvSpPr/>
          <p:nvPr/>
        </p:nvSpPr>
        <p:spPr bwMode="ltGray">
          <a:xfrm>
            <a:off x="203200" y="1822598"/>
            <a:ext cx="4064000" cy="3703092"/>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20" name="Pentagon 1"/>
          <p:cNvSpPr/>
          <p:nvPr/>
        </p:nvSpPr>
        <p:spPr bwMode="ltGray">
          <a:xfrm>
            <a:off x="1" y="1818445"/>
            <a:ext cx="4064000" cy="3703092"/>
          </a:xfrm>
          <a:prstGeom prst="homePlate">
            <a:avLst>
              <a:gd name="adj" fmla="val 44598"/>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grpSp>
        <p:nvGrpSpPr>
          <p:cNvPr id="21" name="Group 20"/>
          <p:cNvGrpSpPr/>
          <p:nvPr>
            <p:custDataLst>
              <p:tags r:id="rId1"/>
            </p:custDataLst>
          </p:nvPr>
        </p:nvGrpSpPr>
        <p:grpSpPr bwMode="ltGray">
          <a:xfrm flipH="1">
            <a:off x="7924802" y="1822599"/>
            <a:ext cx="4267199" cy="3707245"/>
            <a:chOff x="0" y="1818445"/>
            <a:chExt cx="3200399" cy="3707245"/>
          </a:xfrm>
          <a:solidFill>
            <a:srgbClr val="6699CC"/>
          </a:solidFill>
        </p:grpSpPr>
        <p:sp>
          <p:nvSpPr>
            <p:cNvPr id="22" name="Pentagon 11"/>
            <p:cNvSpPr/>
            <p:nvPr/>
          </p:nvSpPr>
          <p:spPr bwMode="ltGray">
            <a:xfrm>
              <a:off x="152399" y="1822598"/>
              <a:ext cx="3048000" cy="370309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sp>
          <p:nvSpPr>
            <p:cNvPr id="23" name="Pentagon 12"/>
            <p:cNvSpPr/>
            <p:nvPr/>
          </p:nvSpPr>
          <p:spPr bwMode="ltGray">
            <a:xfrm>
              <a:off x="0" y="1818445"/>
              <a:ext cx="3048000" cy="3703092"/>
            </a:xfrm>
            <a:prstGeom prst="homePlate">
              <a:avLst>
                <a:gd name="adj" fmla="val 4459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b="0" i="0" dirty="0">
                <a:latin typeface="+mn-lt"/>
              </a:endParaRPr>
            </a:p>
          </p:txBody>
        </p:sp>
      </p:gr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355601"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3558950" y="236587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3897083"/>
            <a:ext cx="5074103" cy="1084354"/>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99672" y="2307737"/>
            <a:ext cx="2870200" cy="2663824"/>
          </a:xfrm>
        </p:spPr>
        <p:txBody>
          <a:bodyPr anchor="ctr">
            <a:noAutofit/>
          </a:bodyPr>
          <a:lstStyle>
            <a:lvl1pPr marL="0" indent="0" algn="l">
              <a:lnSpc>
                <a:spcPct val="100000"/>
              </a:lnSpc>
              <a:spcBef>
                <a:spcPts val="0"/>
              </a:spcBef>
              <a:buNone/>
              <a:defRPr sz="24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3429395219"/>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a16="http://schemas.microsoft.com/office/drawing/2014/main"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2-Headed Arrow B">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CF29A9-ECEB-453B-8BCC-FD773838A5AF}"/>
              </a:ext>
            </a:extLst>
          </p:cNvPr>
          <p:cNvSpPr/>
          <p:nvPr/>
        </p:nvSpPr>
        <p:spPr bwMode="ltGray">
          <a:xfrm rot="16200000">
            <a:off x="582025" y="644395"/>
            <a:ext cx="4919910" cy="6059487"/>
          </a:xfrm>
          <a:prstGeom prst="rect">
            <a:avLst/>
          </a:prstGeom>
          <a:gradFill flip="none" rotWithShape="1">
            <a:gsLst>
              <a:gs pos="0">
                <a:schemeClr val="bg1"/>
              </a:gs>
              <a:gs pos="67000">
                <a:schemeClr val="accent3">
                  <a:lumMod val="20000"/>
                  <a:lumOff val="80000"/>
                </a:scheme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80160" tIns="0" rIns="91440" bIns="0" rtlCol="0" anchor="ctr" anchorCtr="0"/>
          <a:lstStyle/>
          <a:p>
            <a:pPr>
              <a:spcBef>
                <a:spcPts val="800"/>
              </a:spcBef>
              <a:spcAft>
                <a:spcPts val="800"/>
              </a:spcAft>
              <a:buClr>
                <a:srgbClr val="000000"/>
              </a:buClr>
            </a:pPr>
            <a:endParaRPr dirty="0">
              <a:solidFill>
                <a:srgbClr val="000000"/>
              </a:solidFill>
              <a:latin typeface="+mn-lt"/>
              <a:cs typeface="Arial" panose="020B0604020202020204" pitchFamily="34" charset="0"/>
            </a:endParaRPr>
          </a:p>
        </p:txBody>
      </p:sp>
      <p:sp>
        <p:nvSpPr>
          <p:cNvPr id="8" name="Rectangle 7">
            <a:extLst>
              <a:ext uri="{FF2B5EF4-FFF2-40B4-BE49-F238E27FC236}">
                <a16:creationId xmlns:a16="http://schemas.microsoft.com/office/drawing/2014/main" id="{B97AF7D4-0DAD-4FC2-AAB8-0F24267F5AC2}"/>
              </a:ext>
            </a:extLst>
          </p:cNvPr>
          <p:cNvSpPr/>
          <p:nvPr/>
        </p:nvSpPr>
        <p:spPr bwMode="ltGray">
          <a:xfrm rot="5400000" flipH="1">
            <a:off x="6694948" y="622353"/>
            <a:ext cx="4919910" cy="6062472"/>
          </a:xfrm>
          <a:prstGeom prst="rect">
            <a:avLst/>
          </a:prstGeom>
          <a:gradFill flip="none" rotWithShape="1">
            <a:gsLst>
              <a:gs pos="0">
                <a:schemeClr val="bg1"/>
              </a:gs>
              <a:gs pos="67000">
                <a:schemeClr val="accent3">
                  <a:lumMod val="20000"/>
                  <a:lumOff val="80000"/>
                </a:scheme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80160" tIns="0" rIns="91440" bIns="0" rtlCol="0" anchor="ctr" anchorCtr="0"/>
          <a:lstStyle/>
          <a:p>
            <a:pPr>
              <a:spcBef>
                <a:spcPts val="800"/>
              </a:spcBef>
              <a:spcAft>
                <a:spcPts val="800"/>
              </a:spcAft>
              <a:buClr>
                <a:srgbClr val="000000"/>
              </a:buClr>
            </a:pPr>
            <a:endParaRPr dirty="0">
              <a:solidFill>
                <a:srgbClr val="000000"/>
              </a:solidFill>
              <a:latin typeface="+mn-lt"/>
              <a:cs typeface="Arial" panose="020B0604020202020204" pitchFamily="34" charset="0"/>
            </a:endParaRPr>
          </a:p>
        </p:txBody>
      </p:sp>
      <p:sp>
        <p:nvSpPr>
          <p:cNvPr id="9" name="Pentagon 1">
            <a:extLst>
              <a:ext uri="{FF2B5EF4-FFF2-40B4-BE49-F238E27FC236}">
                <a16:creationId xmlns:a16="http://schemas.microsoft.com/office/drawing/2014/main" id="{FE92E36E-FB0E-4A10-95E9-54FFA1313E1B}"/>
              </a:ext>
            </a:extLst>
          </p:cNvPr>
          <p:cNvSpPr/>
          <p:nvPr/>
        </p:nvSpPr>
        <p:spPr bwMode="ltGray">
          <a:xfrm rot="16200000">
            <a:off x="5272844" y="-794267"/>
            <a:ext cx="1639970" cy="12198096"/>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latin typeface="+mn-lt"/>
            </a:endParaRPr>
          </a:p>
        </p:txBody>
      </p:sp>
      <p:sp>
        <p:nvSpPr>
          <p:cNvPr id="10" name="Pentagon 12">
            <a:extLst>
              <a:ext uri="{FF2B5EF4-FFF2-40B4-BE49-F238E27FC236}">
                <a16:creationId xmlns:a16="http://schemas.microsoft.com/office/drawing/2014/main" id="{0BF88A5A-01D0-4E9E-B098-714F6CF9D0D4}"/>
              </a:ext>
            </a:extLst>
          </p:cNvPr>
          <p:cNvSpPr/>
          <p:nvPr/>
        </p:nvSpPr>
        <p:spPr bwMode="ltGray">
          <a:xfrm rot="16200000" flipH="1">
            <a:off x="5274800" y="-4091125"/>
            <a:ext cx="1639970" cy="12188952"/>
          </a:xfrm>
          <a:prstGeom prst="homePlate">
            <a:avLst/>
          </a:prstGeom>
          <a:solidFill>
            <a:srgbClr val="66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chemeClr val="tx1"/>
              </a:solidFill>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903516" y="1769080"/>
            <a:ext cx="10384968" cy="341632"/>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609600" y="3503322"/>
            <a:ext cx="4855028" cy="341632"/>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6727370" y="3503322"/>
            <a:ext cx="4855028" cy="341632"/>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3516" y="5232114"/>
            <a:ext cx="10384968" cy="341632"/>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1097382087"/>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a16="http://schemas.microsoft.com/office/drawing/2014/main"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2-Headed Arrow 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CF29A9-ECEB-453B-8BCC-FD773838A5AF}"/>
              </a:ext>
            </a:extLst>
          </p:cNvPr>
          <p:cNvSpPr/>
          <p:nvPr/>
        </p:nvSpPr>
        <p:spPr bwMode="ltGray">
          <a:xfrm rot="16200000">
            <a:off x="582025" y="644395"/>
            <a:ext cx="4919910" cy="6059487"/>
          </a:xfrm>
          <a:prstGeom prst="rect">
            <a:avLst/>
          </a:prstGeom>
          <a:gradFill flip="none" rotWithShape="1">
            <a:gsLst>
              <a:gs pos="0">
                <a:schemeClr val="bg1"/>
              </a:gs>
              <a:gs pos="67000">
                <a:schemeClr val="accent3">
                  <a:lumMod val="20000"/>
                  <a:lumOff val="80000"/>
                </a:scheme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80160" tIns="0" rIns="91440" bIns="0" rtlCol="0" anchor="ctr" anchorCtr="0"/>
          <a:lstStyle/>
          <a:p>
            <a:pPr>
              <a:spcBef>
                <a:spcPts val="800"/>
              </a:spcBef>
              <a:spcAft>
                <a:spcPts val="800"/>
              </a:spcAft>
              <a:buClr>
                <a:srgbClr val="000000"/>
              </a:buClr>
            </a:pPr>
            <a:endParaRPr dirty="0">
              <a:solidFill>
                <a:srgbClr val="000000"/>
              </a:solidFill>
              <a:latin typeface="+mn-lt"/>
              <a:cs typeface="Arial" panose="020B0604020202020204" pitchFamily="34" charset="0"/>
            </a:endParaRPr>
          </a:p>
        </p:txBody>
      </p:sp>
      <p:sp>
        <p:nvSpPr>
          <p:cNvPr id="8" name="Rectangle 7">
            <a:extLst>
              <a:ext uri="{FF2B5EF4-FFF2-40B4-BE49-F238E27FC236}">
                <a16:creationId xmlns:a16="http://schemas.microsoft.com/office/drawing/2014/main" id="{B97AF7D4-0DAD-4FC2-AAB8-0F24267F5AC2}"/>
              </a:ext>
            </a:extLst>
          </p:cNvPr>
          <p:cNvSpPr/>
          <p:nvPr/>
        </p:nvSpPr>
        <p:spPr bwMode="ltGray">
          <a:xfrm rot="5400000" flipH="1">
            <a:off x="6694948" y="622353"/>
            <a:ext cx="4919910" cy="6062472"/>
          </a:xfrm>
          <a:prstGeom prst="rect">
            <a:avLst/>
          </a:prstGeom>
          <a:gradFill flip="none" rotWithShape="1">
            <a:gsLst>
              <a:gs pos="0">
                <a:schemeClr val="bg1"/>
              </a:gs>
              <a:gs pos="67000">
                <a:schemeClr val="accent3">
                  <a:lumMod val="20000"/>
                  <a:lumOff val="80000"/>
                </a:scheme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80160" tIns="0" rIns="91440" bIns="0" rtlCol="0" anchor="ctr" anchorCtr="0"/>
          <a:lstStyle/>
          <a:p>
            <a:pPr>
              <a:spcBef>
                <a:spcPts val="800"/>
              </a:spcBef>
              <a:spcAft>
                <a:spcPts val="800"/>
              </a:spcAft>
              <a:buClr>
                <a:srgbClr val="000000"/>
              </a:buClr>
            </a:pPr>
            <a:endParaRPr dirty="0">
              <a:solidFill>
                <a:srgbClr val="000000"/>
              </a:solidFill>
              <a:latin typeface="+mn-lt"/>
              <a:cs typeface="Arial" panose="020B0604020202020204" pitchFamily="34" charset="0"/>
            </a:endParaRPr>
          </a:p>
        </p:txBody>
      </p:sp>
      <p:sp>
        <p:nvSpPr>
          <p:cNvPr id="9" name="Pentagon 1">
            <a:extLst>
              <a:ext uri="{FF2B5EF4-FFF2-40B4-BE49-F238E27FC236}">
                <a16:creationId xmlns:a16="http://schemas.microsoft.com/office/drawing/2014/main" id="{FE92E36E-FB0E-4A10-95E9-54FFA1313E1B}"/>
              </a:ext>
            </a:extLst>
          </p:cNvPr>
          <p:cNvSpPr/>
          <p:nvPr/>
        </p:nvSpPr>
        <p:spPr bwMode="ltGray">
          <a:xfrm rot="16200000">
            <a:off x="5272844" y="-794267"/>
            <a:ext cx="1639970" cy="12198096"/>
          </a:xfrm>
          <a:prstGeom prst="homePlate">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latin typeface="+mn-lt"/>
            </a:endParaRPr>
          </a:p>
        </p:txBody>
      </p:sp>
      <p:sp>
        <p:nvSpPr>
          <p:cNvPr id="10" name="Pentagon 12">
            <a:extLst>
              <a:ext uri="{FF2B5EF4-FFF2-40B4-BE49-F238E27FC236}">
                <a16:creationId xmlns:a16="http://schemas.microsoft.com/office/drawing/2014/main" id="{0BF88A5A-01D0-4E9E-B098-714F6CF9D0D4}"/>
              </a:ext>
            </a:extLst>
          </p:cNvPr>
          <p:cNvSpPr/>
          <p:nvPr/>
        </p:nvSpPr>
        <p:spPr bwMode="ltGray">
          <a:xfrm rot="16200000" flipH="1">
            <a:off x="5274800" y="-4091125"/>
            <a:ext cx="1639970" cy="12188952"/>
          </a:xfrm>
          <a:prstGeom prst="homePlate">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chemeClr val="tx1"/>
              </a:solidFill>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903516" y="1769080"/>
            <a:ext cx="10384968" cy="341632"/>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5" name="Text Placeholder 13"/>
          <p:cNvSpPr>
            <a:spLocks noGrp="1"/>
          </p:cNvSpPr>
          <p:nvPr>
            <p:ph type="body" sz="quarter" idx="17" hasCustomPrompt="1"/>
          </p:nvPr>
        </p:nvSpPr>
        <p:spPr>
          <a:xfrm>
            <a:off x="609600" y="3503322"/>
            <a:ext cx="4855028" cy="341632"/>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6727370" y="3503322"/>
            <a:ext cx="4855028" cy="341632"/>
          </a:xfrm>
        </p:spPr>
        <p:txBody>
          <a:bodyPr anchor="ctr">
            <a:noAutofit/>
          </a:bodyPr>
          <a:lstStyle>
            <a:lvl1pPr marL="0" indent="0" algn="ctr">
              <a:lnSpc>
                <a:spcPct val="100000"/>
              </a:lnSpc>
              <a:spcBef>
                <a:spcPts val="0"/>
              </a:spcBef>
              <a:buNone/>
              <a:defRPr sz="1800" b="0" i="0">
                <a:solidFill>
                  <a:schemeClr val="tx1"/>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03516" y="5232114"/>
            <a:ext cx="10384968" cy="341632"/>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3405095626"/>
      </p:ext>
    </p:extLst>
  </p:cSld>
  <p:clrMapOvr>
    <a:masterClrMapping/>
  </p:clrMapOvr>
  <mc:AlternateContent xmlns:mc="http://schemas.openxmlformats.org/markup-compatibility/2006" xmlns:p14="http://schemas.microsoft.com/office/powerpoint/2010/main">
    <mc:Choice Requires="p14">
      <p:transition p14:dur="450">
        <p:fade/>
      </p:transition>
    </mc:Choice>
    <mc:Fallback xmlns:a16="http://schemas.microsoft.com/office/drawing/2014/main"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4 Text Callout Boxes A">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84D206A-79C7-46D5-BF65-D8C540C77348}"/>
              </a:ext>
            </a:extLst>
          </p:cNvPr>
          <p:cNvSpPr/>
          <p:nvPr/>
        </p:nvSpPr>
        <p:spPr>
          <a:xfrm>
            <a:off x="9252398" y="1524000"/>
            <a:ext cx="2596896" cy="4610101"/>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6" name="Rectangle 5">
            <a:extLst>
              <a:ext uri="{FF2B5EF4-FFF2-40B4-BE49-F238E27FC236}">
                <a16:creationId xmlns:a16="http://schemas.microsoft.com/office/drawing/2014/main" id="{971A3521-FA33-49CC-A45E-EC56EF49D34D}"/>
              </a:ext>
            </a:extLst>
          </p:cNvPr>
          <p:cNvSpPr/>
          <p:nvPr/>
        </p:nvSpPr>
        <p:spPr>
          <a:xfrm>
            <a:off x="356140" y="1523999"/>
            <a:ext cx="2592541" cy="4610101"/>
          </a:xfrm>
          <a:prstGeom prst="rect">
            <a:avLst/>
          </a:prstGeom>
          <a:solidFill>
            <a:srgbClr val="6666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1" name="Rectangle 10"/>
          <p:cNvSpPr/>
          <p:nvPr/>
        </p:nvSpPr>
        <p:spPr bwMode="ltGray">
          <a:xfrm>
            <a:off x="3000933" y="1523999"/>
            <a:ext cx="6200634"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2" name="Rectangle 11"/>
          <p:cNvSpPr/>
          <p:nvPr/>
        </p:nvSpPr>
        <p:spPr bwMode="ltGray">
          <a:xfrm>
            <a:off x="3000933" y="3848101"/>
            <a:ext cx="6200634"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631308" y="1808464"/>
            <a:ext cx="2042204"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FFFFFF"/>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
        <p:nvSpPr>
          <p:cNvPr id="25" name="Text Placeholder 13"/>
          <p:cNvSpPr>
            <a:spLocks noGrp="1"/>
          </p:cNvSpPr>
          <p:nvPr>
            <p:ph type="body" sz="quarter" idx="17" hasCustomPrompt="1"/>
          </p:nvPr>
        </p:nvSpPr>
        <p:spPr>
          <a:xfrm>
            <a:off x="3558950" y="1846118"/>
            <a:ext cx="5074103" cy="1641763"/>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4168141"/>
            <a:ext cx="5074103" cy="1645920"/>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531290" y="1808465"/>
            <a:ext cx="2039112"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FFFFFF"/>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Tree>
    <p:extLst>
      <p:ext uri="{BB962C8B-B14F-4D97-AF65-F5344CB8AC3E}">
        <p14:creationId xmlns:p14="http://schemas.microsoft.com/office/powerpoint/2010/main" val="297671418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4 Text Callout Boxes B">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84D206A-79C7-46D5-BF65-D8C540C77348}"/>
              </a:ext>
            </a:extLst>
          </p:cNvPr>
          <p:cNvSpPr/>
          <p:nvPr/>
        </p:nvSpPr>
        <p:spPr>
          <a:xfrm>
            <a:off x="9252398" y="1524000"/>
            <a:ext cx="2596896" cy="4610101"/>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6" name="Rectangle 5">
            <a:extLst>
              <a:ext uri="{FF2B5EF4-FFF2-40B4-BE49-F238E27FC236}">
                <a16:creationId xmlns:a16="http://schemas.microsoft.com/office/drawing/2014/main" id="{971A3521-FA33-49CC-A45E-EC56EF49D34D}"/>
              </a:ext>
            </a:extLst>
          </p:cNvPr>
          <p:cNvSpPr/>
          <p:nvPr/>
        </p:nvSpPr>
        <p:spPr>
          <a:xfrm>
            <a:off x="356140" y="1523999"/>
            <a:ext cx="2592541" cy="4610101"/>
          </a:xfrm>
          <a:prstGeom prst="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1" name="Rectangle 10"/>
          <p:cNvSpPr/>
          <p:nvPr/>
        </p:nvSpPr>
        <p:spPr bwMode="ltGray">
          <a:xfrm>
            <a:off x="3000933" y="1523999"/>
            <a:ext cx="6200634"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2" name="Rectangle 11"/>
          <p:cNvSpPr/>
          <p:nvPr/>
        </p:nvSpPr>
        <p:spPr bwMode="ltGray">
          <a:xfrm>
            <a:off x="3000933" y="3848101"/>
            <a:ext cx="6200634" cy="228600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631308" y="1808464"/>
            <a:ext cx="2042204"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000000"/>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
        <p:nvSpPr>
          <p:cNvPr id="25" name="Text Placeholder 13"/>
          <p:cNvSpPr>
            <a:spLocks noGrp="1"/>
          </p:cNvSpPr>
          <p:nvPr>
            <p:ph type="body" sz="quarter" idx="17" hasCustomPrompt="1"/>
          </p:nvPr>
        </p:nvSpPr>
        <p:spPr>
          <a:xfrm>
            <a:off x="3558950" y="1846118"/>
            <a:ext cx="5074103" cy="1641763"/>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4168141"/>
            <a:ext cx="5074103" cy="1645920"/>
          </a:xfrm>
        </p:spPr>
        <p:txBody>
          <a:bodyPr anchor="ctr">
            <a:noAutofit/>
          </a:bodyPr>
          <a:lstStyle>
            <a:lvl1pPr marL="0" indent="0" algn="ctr">
              <a:lnSpc>
                <a:spcPct val="100000"/>
              </a:lnSpc>
              <a:spcBef>
                <a:spcPts val="0"/>
              </a:spcBef>
              <a:buNone/>
              <a:defRPr sz="1800" b="0" i="0">
                <a:solidFill>
                  <a:srgbClr val="FFFFFF"/>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531290" y="1808465"/>
            <a:ext cx="2039112"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000000"/>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Tree>
    <p:extLst>
      <p:ext uri="{BB962C8B-B14F-4D97-AF65-F5344CB8AC3E}">
        <p14:creationId xmlns:p14="http://schemas.microsoft.com/office/powerpoint/2010/main" val="121903616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4 Text Callout Boxes C">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84D206A-79C7-46D5-BF65-D8C540C77348}"/>
              </a:ext>
            </a:extLst>
          </p:cNvPr>
          <p:cNvSpPr/>
          <p:nvPr/>
        </p:nvSpPr>
        <p:spPr>
          <a:xfrm>
            <a:off x="9252398" y="1524000"/>
            <a:ext cx="2596896" cy="4610101"/>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6" name="Rectangle 5">
            <a:extLst>
              <a:ext uri="{FF2B5EF4-FFF2-40B4-BE49-F238E27FC236}">
                <a16:creationId xmlns:a16="http://schemas.microsoft.com/office/drawing/2014/main" id="{971A3521-FA33-49CC-A45E-EC56EF49D34D}"/>
              </a:ext>
            </a:extLst>
          </p:cNvPr>
          <p:cNvSpPr/>
          <p:nvPr/>
        </p:nvSpPr>
        <p:spPr>
          <a:xfrm>
            <a:off x="356140" y="1523999"/>
            <a:ext cx="2592541" cy="461010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1" name="Rectangle 10"/>
          <p:cNvSpPr/>
          <p:nvPr/>
        </p:nvSpPr>
        <p:spPr bwMode="ltGray">
          <a:xfrm>
            <a:off x="3000933" y="1523999"/>
            <a:ext cx="6200634"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2" name="Rectangle 11"/>
          <p:cNvSpPr/>
          <p:nvPr/>
        </p:nvSpPr>
        <p:spPr bwMode="ltGray">
          <a:xfrm>
            <a:off x="3000933" y="3848101"/>
            <a:ext cx="6200634" cy="2286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631308" y="1808464"/>
            <a:ext cx="2042204"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FFFFFF"/>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
        <p:nvSpPr>
          <p:cNvPr id="25" name="Text Placeholder 13"/>
          <p:cNvSpPr>
            <a:spLocks noGrp="1"/>
          </p:cNvSpPr>
          <p:nvPr>
            <p:ph type="body" sz="quarter" idx="17" hasCustomPrompt="1"/>
          </p:nvPr>
        </p:nvSpPr>
        <p:spPr>
          <a:xfrm>
            <a:off x="3558950" y="1846118"/>
            <a:ext cx="5074103" cy="1641763"/>
          </a:xfrm>
        </p:spPr>
        <p:txBody>
          <a:bodyPr anchor="ctr">
            <a:noAutofit/>
          </a:bodyPr>
          <a:lstStyle>
            <a:lvl1pPr marL="0" indent="0" algn="ctr">
              <a:lnSpc>
                <a:spcPct val="100000"/>
              </a:lnSpc>
              <a:spcBef>
                <a:spcPts val="0"/>
              </a:spcBef>
              <a:buNone/>
              <a:defRPr sz="1800" b="0" i="0">
                <a:solidFill>
                  <a:srgbClr val="000000"/>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58950" y="4168141"/>
            <a:ext cx="5074103" cy="1645920"/>
          </a:xfrm>
        </p:spPr>
        <p:txBody>
          <a:bodyPr anchor="ctr">
            <a:noAutofit/>
          </a:bodyPr>
          <a:lstStyle>
            <a:lvl1pPr marL="0" indent="0" algn="ctr">
              <a:lnSpc>
                <a:spcPct val="100000"/>
              </a:lnSpc>
              <a:spcBef>
                <a:spcPts val="0"/>
              </a:spcBef>
              <a:buNone/>
              <a:defRPr sz="1800" b="0" i="0">
                <a:solidFill>
                  <a:srgbClr val="000000"/>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531290" y="1808465"/>
            <a:ext cx="2039112"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FFFFFF"/>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Tree>
    <p:extLst>
      <p:ext uri="{BB962C8B-B14F-4D97-AF65-F5344CB8AC3E}">
        <p14:creationId xmlns:p14="http://schemas.microsoft.com/office/powerpoint/2010/main" val="33203672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4 Text Callout Boxes 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F0EB855-9CAB-4C49-99E0-8AE14573ED69}"/>
              </a:ext>
            </a:extLst>
          </p:cNvPr>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27" name="Rectangle 26">
            <a:extLst>
              <a:ext uri="{FF2B5EF4-FFF2-40B4-BE49-F238E27FC236}">
                <a16:creationId xmlns:a16="http://schemas.microsoft.com/office/drawing/2014/main" id="{784D206A-79C7-46D5-BF65-D8C540C77348}"/>
              </a:ext>
            </a:extLst>
          </p:cNvPr>
          <p:cNvSpPr/>
          <p:nvPr/>
        </p:nvSpPr>
        <p:spPr>
          <a:xfrm>
            <a:off x="9286040" y="1524000"/>
            <a:ext cx="2563254" cy="4610101"/>
          </a:xfrm>
          <a:prstGeom prst="rect">
            <a:avLst/>
          </a:prstGeom>
          <a:solidFill>
            <a:srgbClr val="FFFFFF"/>
          </a:solidFill>
          <a:ln w="31750">
            <a:solidFill>
              <a:srgbClr val="FF66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6" name="Rectangle 5">
            <a:extLst>
              <a:ext uri="{FF2B5EF4-FFF2-40B4-BE49-F238E27FC236}">
                <a16:creationId xmlns:a16="http://schemas.microsoft.com/office/drawing/2014/main" id="{971A3521-FA33-49CC-A45E-EC56EF49D34D}"/>
              </a:ext>
            </a:extLst>
          </p:cNvPr>
          <p:cNvSpPr/>
          <p:nvPr/>
        </p:nvSpPr>
        <p:spPr>
          <a:xfrm>
            <a:off x="356140" y="1523999"/>
            <a:ext cx="2560320" cy="4610101"/>
          </a:xfrm>
          <a:prstGeom prst="rect">
            <a:avLst/>
          </a:prstGeom>
          <a:solidFill>
            <a:srgbClr val="FFFFFF"/>
          </a:solidFill>
          <a:ln w="31750">
            <a:solidFill>
              <a:srgbClr val="66666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1" name="Rectangle 10"/>
          <p:cNvSpPr/>
          <p:nvPr/>
        </p:nvSpPr>
        <p:spPr bwMode="ltGray">
          <a:xfrm>
            <a:off x="3001434" y="1523999"/>
            <a:ext cx="6199632" cy="2258568"/>
          </a:xfrm>
          <a:prstGeom prst="rect">
            <a:avLst/>
          </a:prstGeom>
          <a:solidFill>
            <a:srgbClr val="FFFFFF"/>
          </a:solidFill>
          <a:ln w="31750">
            <a:solidFill>
              <a:srgbClr val="66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2" name="Rectangle 11"/>
          <p:cNvSpPr/>
          <p:nvPr/>
        </p:nvSpPr>
        <p:spPr bwMode="ltGray">
          <a:xfrm>
            <a:off x="3001434" y="3875533"/>
            <a:ext cx="6199632" cy="2258568"/>
          </a:xfrm>
          <a:prstGeom prst="rect">
            <a:avLst/>
          </a:prstGeom>
          <a:solidFill>
            <a:srgbClr val="FFFFFF"/>
          </a:solidFill>
          <a:ln w="31750">
            <a:solidFill>
              <a:srgbClr val="66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6" name="Text Placeholder 13"/>
          <p:cNvSpPr>
            <a:spLocks noGrp="1"/>
          </p:cNvSpPr>
          <p:nvPr>
            <p:ph type="body" sz="quarter" idx="14" hasCustomPrompt="1"/>
          </p:nvPr>
        </p:nvSpPr>
        <p:spPr>
          <a:xfrm>
            <a:off x="615198" y="1808464"/>
            <a:ext cx="2042204"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000000"/>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
        <p:nvSpPr>
          <p:cNvPr id="25" name="Text Placeholder 13"/>
          <p:cNvSpPr>
            <a:spLocks noGrp="1"/>
          </p:cNvSpPr>
          <p:nvPr>
            <p:ph type="body" sz="quarter" idx="17" hasCustomPrompt="1"/>
          </p:nvPr>
        </p:nvSpPr>
        <p:spPr>
          <a:xfrm>
            <a:off x="3564199" y="1832402"/>
            <a:ext cx="5074103" cy="1641763"/>
          </a:xfrm>
        </p:spPr>
        <p:txBody>
          <a:bodyPr anchor="ctr">
            <a:noAutofit/>
          </a:bodyPr>
          <a:lstStyle>
            <a:lvl1pPr marL="0" indent="0" algn="ctr">
              <a:lnSpc>
                <a:spcPct val="100000"/>
              </a:lnSpc>
              <a:spcBef>
                <a:spcPts val="0"/>
              </a:spcBef>
              <a:buNone/>
              <a:defRPr sz="1800" b="0" i="0">
                <a:solidFill>
                  <a:srgbClr val="000000"/>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6" name="Text Placeholder 13"/>
          <p:cNvSpPr>
            <a:spLocks noGrp="1"/>
          </p:cNvSpPr>
          <p:nvPr>
            <p:ph type="body" sz="quarter" idx="18" hasCustomPrompt="1"/>
          </p:nvPr>
        </p:nvSpPr>
        <p:spPr>
          <a:xfrm>
            <a:off x="3564199" y="4181857"/>
            <a:ext cx="5074103" cy="1645920"/>
          </a:xfrm>
        </p:spPr>
        <p:txBody>
          <a:bodyPr anchor="ctr">
            <a:noAutofit/>
          </a:bodyPr>
          <a:lstStyle>
            <a:lvl1pPr marL="0" indent="0" algn="ctr">
              <a:lnSpc>
                <a:spcPct val="100000"/>
              </a:lnSpc>
              <a:spcBef>
                <a:spcPts val="0"/>
              </a:spcBef>
              <a:buNone/>
              <a:defRPr sz="1800" b="0" i="0">
                <a:solidFill>
                  <a:srgbClr val="000000"/>
                </a:solidFill>
                <a:latin typeface="+mn-lt"/>
              </a:defRPr>
            </a:lvl1pPr>
            <a:lvl2pPr marL="0" indent="0" algn="ctr">
              <a:lnSpc>
                <a:spcPct val="100000"/>
              </a:lnSpc>
              <a:spcBef>
                <a:spcPts val="0"/>
              </a:spcBef>
              <a:buNone/>
              <a:defRPr sz="1800">
                <a:solidFill>
                  <a:schemeClr val="bg1"/>
                </a:solidFill>
              </a:defRPr>
            </a:lvl2pPr>
            <a:lvl3pPr marL="0" indent="0" algn="ctr">
              <a:lnSpc>
                <a:spcPct val="100000"/>
              </a:lnSpc>
              <a:spcBef>
                <a:spcPts val="0"/>
              </a:spcBef>
              <a:buNone/>
              <a:defRPr sz="1800">
                <a:solidFill>
                  <a:schemeClr val="bg1"/>
                </a:solidFill>
              </a:defRPr>
            </a:lvl3pPr>
            <a:lvl4pPr marL="0" indent="0" algn="ctr">
              <a:lnSpc>
                <a:spcPct val="100000"/>
              </a:lnSpc>
              <a:spcBef>
                <a:spcPts val="0"/>
              </a:spcBef>
              <a:buNone/>
              <a:defRPr sz="1800">
                <a:solidFill>
                  <a:schemeClr val="bg1"/>
                </a:solidFill>
              </a:defRPr>
            </a:lvl4pPr>
            <a:lvl5pPr marL="0" indent="0" algn="ctr">
              <a:lnSpc>
                <a:spcPct val="100000"/>
              </a:lnSpc>
              <a:spcBef>
                <a:spcPts val="0"/>
              </a:spcBef>
              <a:buNone/>
              <a:defRPr sz="1800">
                <a:solidFill>
                  <a:schemeClr val="bg1"/>
                </a:solidFill>
              </a:defRPr>
            </a:lvl5pPr>
            <a:lvl6pPr marL="0" indent="0" algn="ctr">
              <a:lnSpc>
                <a:spcPct val="100000"/>
              </a:lnSpc>
              <a:spcBef>
                <a:spcPts val="0"/>
              </a:spcBef>
              <a:buNone/>
              <a:defRPr sz="1800">
                <a:solidFill>
                  <a:schemeClr val="bg1"/>
                </a:solidFill>
              </a:defRPr>
            </a:lvl6pPr>
            <a:lvl7pPr marL="0" indent="0" algn="ctr">
              <a:lnSpc>
                <a:spcPct val="100000"/>
              </a:lnSpc>
              <a:spcBef>
                <a:spcPts val="0"/>
              </a:spcBef>
              <a:buNone/>
              <a:defRPr sz="1800">
                <a:solidFill>
                  <a:schemeClr val="bg1"/>
                </a:solidFill>
              </a:defRPr>
            </a:lvl7pPr>
            <a:lvl8pPr marL="0" indent="0" algn="ctr">
              <a:lnSpc>
                <a:spcPct val="100000"/>
              </a:lnSpc>
              <a:spcBef>
                <a:spcPts val="0"/>
              </a:spcBef>
              <a:buNone/>
              <a:defRPr sz="1800">
                <a:solidFill>
                  <a:schemeClr val="bg1"/>
                </a:solidFill>
              </a:defRPr>
            </a:lvl8pPr>
            <a:lvl9pPr marL="0" indent="0" algn="ctr">
              <a:lnSpc>
                <a:spcPct val="100000"/>
              </a:lnSpc>
              <a:spcBef>
                <a:spcPts val="0"/>
              </a:spcBef>
              <a:buNone/>
              <a:defRPr sz="1800">
                <a:solidFill>
                  <a:schemeClr val="bg1"/>
                </a:solidFill>
              </a:defRPr>
            </a:lvl9pPr>
          </a:lstStyle>
          <a:p>
            <a:pPr lvl="0"/>
            <a:r>
              <a:t>Click to add text</a:t>
            </a:r>
          </a:p>
        </p:txBody>
      </p:sp>
      <p:sp>
        <p:nvSpPr>
          <p:cNvPr id="24" name="Text Placeholder 13"/>
          <p:cNvSpPr>
            <a:spLocks noGrp="1"/>
          </p:cNvSpPr>
          <p:nvPr>
            <p:ph type="body" sz="quarter" idx="16" hasCustomPrompt="1"/>
          </p:nvPr>
        </p:nvSpPr>
        <p:spPr>
          <a:xfrm>
            <a:off x="9548111" y="1808465"/>
            <a:ext cx="2039112" cy="4041171"/>
          </a:xfrm>
        </p:spPr>
        <p:txBody>
          <a:bodyPr anchor="ctr">
            <a:noAutofit/>
          </a:bodyPr>
          <a:lstStyle>
            <a:lvl1pPr marL="0" indent="0" algn="l">
              <a:lnSpc>
                <a:spcPct val="100000"/>
              </a:lnSpc>
              <a:spcBef>
                <a:spcPts val="0"/>
              </a:spcBef>
              <a:buFont typeface="Arial" panose="020B0604020202020204" pitchFamily="34" charset="0"/>
              <a:buNone/>
              <a:defRPr sz="1800" b="0" i="0">
                <a:solidFill>
                  <a:srgbClr val="000000"/>
                </a:solidFill>
                <a:latin typeface="+mn-lt"/>
              </a:defRPr>
            </a:lvl1pPr>
            <a:lvl2pPr marL="0" indent="0" algn="ctr">
              <a:lnSpc>
                <a:spcPct val="100000"/>
              </a:lnSpc>
              <a:spcBef>
                <a:spcPts val="0"/>
              </a:spcBef>
              <a:buFont typeface="Arial" panose="020B0604020202020204" pitchFamily="34" charset="0"/>
              <a:buNone/>
              <a:defRPr sz="1800"/>
            </a:lvl2pPr>
            <a:lvl3pPr marL="0" indent="0" algn="ctr">
              <a:lnSpc>
                <a:spcPct val="100000"/>
              </a:lnSpc>
              <a:spcBef>
                <a:spcPts val="0"/>
              </a:spcBef>
              <a:buFont typeface="Arial" panose="020B0604020202020204" pitchFamily="34" charset="0"/>
              <a:buNone/>
              <a:defRPr sz="1800"/>
            </a:lvl3pPr>
            <a:lvl4pPr marL="0" indent="0" algn="ctr">
              <a:lnSpc>
                <a:spcPct val="100000"/>
              </a:lnSpc>
              <a:spcBef>
                <a:spcPts val="0"/>
              </a:spcBef>
              <a:buFont typeface="Arial" panose="020B0604020202020204" pitchFamily="34" charset="0"/>
              <a:buNone/>
              <a:defRPr sz="1800"/>
            </a:lvl4pPr>
            <a:lvl5pPr marL="0" indent="0" algn="ctr">
              <a:lnSpc>
                <a:spcPct val="100000"/>
              </a:lnSpc>
              <a:spcBef>
                <a:spcPts val="0"/>
              </a:spcBef>
              <a:buFont typeface="Arial" panose="020B0604020202020204" pitchFamily="34" charset="0"/>
              <a:buNone/>
              <a:defRPr sz="1800"/>
            </a:lvl5pPr>
            <a:lvl6pPr marL="0" indent="0" algn="ctr">
              <a:lnSpc>
                <a:spcPct val="100000"/>
              </a:lnSpc>
              <a:spcBef>
                <a:spcPts val="0"/>
              </a:spcBef>
              <a:buFont typeface="Arial" panose="020B0604020202020204" pitchFamily="34" charset="0"/>
              <a:buNone/>
              <a:defRPr sz="1800"/>
            </a:lvl6pPr>
            <a:lvl7pPr marL="0" indent="0" algn="ctr">
              <a:lnSpc>
                <a:spcPct val="100000"/>
              </a:lnSpc>
              <a:spcBef>
                <a:spcPts val="0"/>
              </a:spcBef>
              <a:buFont typeface="Arial" panose="020B0604020202020204" pitchFamily="34" charset="0"/>
              <a:buNone/>
              <a:defRPr sz="1800"/>
            </a:lvl7pPr>
            <a:lvl8pPr marL="0" indent="0" algn="ctr">
              <a:lnSpc>
                <a:spcPct val="100000"/>
              </a:lnSpc>
              <a:spcBef>
                <a:spcPts val="0"/>
              </a:spcBef>
              <a:buFont typeface="Arial" panose="020B0604020202020204" pitchFamily="34" charset="0"/>
              <a:buNone/>
              <a:defRPr sz="1800"/>
            </a:lvl8pPr>
            <a:lvl9pPr marL="0" indent="0" algn="ctr">
              <a:lnSpc>
                <a:spcPct val="100000"/>
              </a:lnSpc>
              <a:spcBef>
                <a:spcPts val="0"/>
              </a:spcBef>
              <a:buFont typeface="Arial" panose="020B0604020202020204" pitchFamily="34" charset="0"/>
              <a:buNone/>
              <a:defRPr sz="1800"/>
            </a:lvl9pPr>
          </a:lstStyle>
          <a:p>
            <a:pPr lvl="0"/>
            <a:r>
              <a:t>Click to add text</a:t>
            </a:r>
          </a:p>
        </p:txBody>
      </p:sp>
    </p:spTree>
    <p:extLst>
      <p:ext uri="{BB962C8B-B14F-4D97-AF65-F5344CB8AC3E}">
        <p14:creationId xmlns:p14="http://schemas.microsoft.com/office/powerpoint/2010/main" val="267474735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4 Cascading Text Box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17" name="Text Placeholder 13"/>
          <p:cNvSpPr>
            <a:spLocks noGrp="1"/>
          </p:cNvSpPr>
          <p:nvPr>
            <p:ph type="body" sz="quarter" idx="18" hasCustomPrompt="1"/>
          </p:nvPr>
        </p:nvSpPr>
        <p:spPr>
          <a:xfrm>
            <a:off x="1606668" y="1977866"/>
            <a:ext cx="9128608" cy="781563"/>
          </a:xfrm>
          <a:solidFill>
            <a:srgbClr val="595959"/>
          </a:solidFill>
        </p:spPr>
        <p:txBody>
          <a:bodyPr lIns="274320" rIns="274320" anchor="ctr">
            <a:noAutofit/>
          </a:bodyPr>
          <a:lstStyle>
            <a:lvl1pPr marL="0" indent="0" algn="l">
              <a:lnSpc>
                <a:spcPct val="100000"/>
              </a:lnSpc>
              <a:spcBef>
                <a:spcPts val="0"/>
              </a:spcBef>
              <a:buNone/>
              <a:defRPr sz="2400" b="0" i="0">
                <a:solidFill>
                  <a:srgbClr val="FFFFFF"/>
                </a:solidFill>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18" name="Text Placeholder 13"/>
          <p:cNvSpPr>
            <a:spLocks noGrp="1"/>
          </p:cNvSpPr>
          <p:nvPr>
            <p:ph type="body" sz="quarter" idx="19" hasCustomPrompt="1"/>
          </p:nvPr>
        </p:nvSpPr>
        <p:spPr>
          <a:xfrm>
            <a:off x="2807396" y="2939987"/>
            <a:ext cx="7927880" cy="781563"/>
          </a:xfrm>
          <a:solidFill>
            <a:srgbClr val="595959"/>
          </a:solidFill>
        </p:spPr>
        <p:txBody>
          <a:bodyPr lIns="274320" rIns="274320" anchor="ctr">
            <a:noAutofit/>
          </a:bodyPr>
          <a:lstStyle>
            <a:lvl1pPr marL="0" indent="0" algn="l">
              <a:lnSpc>
                <a:spcPct val="100000"/>
              </a:lnSpc>
              <a:spcBef>
                <a:spcPts val="0"/>
              </a:spcBef>
              <a:buNone/>
              <a:defRPr sz="2400" b="0" i="0">
                <a:solidFill>
                  <a:srgbClr val="FFFFFF"/>
                </a:solidFill>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19" name="Text Placeholder 13"/>
          <p:cNvSpPr>
            <a:spLocks noGrp="1"/>
          </p:cNvSpPr>
          <p:nvPr>
            <p:ph type="body" sz="quarter" idx="20" hasCustomPrompt="1"/>
          </p:nvPr>
        </p:nvSpPr>
        <p:spPr>
          <a:xfrm>
            <a:off x="4162063" y="3902108"/>
            <a:ext cx="6573213" cy="781563"/>
          </a:xfrm>
          <a:solidFill>
            <a:srgbClr val="595959"/>
          </a:solidFill>
        </p:spPr>
        <p:txBody>
          <a:bodyPr lIns="274320" rIns="274320" anchor="ctr">
            <a:noAutofit/>
          </a:bodyPr>
          <a:lstStyle>
            <a:lvl1pPr marL="0" indent="0" algn="l">
              <a:lnSpc>
                <a:spcPct val="100000"/>
              </a:lnSpc>
              <a:spcBef>
                <a:spcPts val="0"/>
              </a:spcBef>
              <a:buNone/>
              <a:defRPr sz="2400" b="0" i="0">
                <a:solidFill>
                  <a:srgbClr val="FFFFFF"/>
                </a:solidFill>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0" name="Text Placeholder 13"/>
          <p:cNvSpPr>
            <a:spLocks noGrp="1"/>
          </p:cNvSpPr>
          <p:nvPr>
            <p:ph type="body" sz="quarter" idx="21" hasCustomPrompt="1"/>
          </p:nvPr>
        </p:nvSpPr>
        <p:spPr>
          <a:xfrm>
            <a:off x="5485943" y="4864230"/>
            <a:ext cx="5249333" cy="781563"/>
          </a:xfrm>
          <a:solidFill>
            <a:srgbClr val="595959"/>
          </a:solidFill>
        </p:spPr>
        <p:txBody>
          <a:bodyPr lIns="274320" rIns="274320" anchor="ctr">
            <a:noAutofit/>
          </a:bodyPr>
          <a:lstStyle>
            <a:lvl1pPr marL="0" indent="0" algn="l">
              <a:lnSpc>
                <a:spcPct val="100000"/>
              </a:lnSpc>
              <a:spcBef>
                <a:spcPts val="0"/>
              </a:spcBef>
              <a:buNone/>
              <a:defRPr sz="2400" b="0" i="0">
                <a:solidFill>
                  <a:srgbClr val="FFFFFF"/>
                </a:solidFill>
              </a:defRPr>
            </a:lvl1pPr>
            <a:lvl2pPr marL="0" indent="0" algn="ctr">
              <a:lnSpc>
                <a:spcPct val="100000"/>
              </a:lnSpc>
              <a:spcBef>
                <a:spcPts val="0"/>
              </a:spcBef>
              <a:buNone/>
              <a:defRPr sz="2400"/>
            </a:lvl2pPr>
            <a:lvl3pPr marL="0" indent="0" algn="ctr">
              <a:lnSpc>
                <a:spcPct val="100000"/>
              </a:lnSpc>
              <a:spcBef>
                <a:spcPts val="0"/>
              </a:spcBef>
              <a:buNone/>
              <a:defRPr sz="2400"/>
            </a:lvl3pPr>
            <a:lvl4pPr marL="0" indent="0" algn="ctr">
              <a:lnSpc>
                <a:spcPct val="100000"/>
              </a:lnSpc>
              <a:spcBef>
                <a:spcPts val="0"/>
              </a:spcBef>
              <a:buNone/>
              <a:defRPr sz="2400"/>
            </a:lvl4pPr>
            <a:lvl5pPr marL="0" indent="0" algn="ctr">
              <a:lnSpc>
                <a:spcPct val="100000"/>
              </a:lnSpc>
              <a:spcBef>
                <a:spcPts val="0"/>
              </a:spcBef>
              <a:buNone/>
              <a:defRPr sz="2400"/>
            </a:lvl5pPr>
            <a:lvl6pPr marL="0" indent="0" algn="ctr">
              <a:lnSpc>
                <a:spcPct val="100000"/>
              </a:lnSpc>
              <a:spcBef>
                <a:spcPts val="0"/>
              </a:spcBef>
              <a:buNone/>
              <a:defRPr sz="2400"/>
            </a:lvl6pPr>
            <a:lvl7pPr marL="0" indent="0" algn="ctr">
              <a:lnSpc>
                <a:spcPct val="100000"/>
              </a:lnSpc>
              <a:spcBef>
                <a:spcPts val="0"/>
              </a:spcBef>
              <a:buNone/>
              <a:defRPr sz="2400"/>
            </a:lvl7pPr>
            <a:lvl8pPr marL="0" indent="0" algn="ctr">
              <a:lnSpc>
                <a:spcPct val="100000"/>
              </a:lnSpc>
              <a:spcBef>
                <a:spcPts val="0"/>
              </a:spcBef>
              <a:buNone/>
              <a:defRPr sz="2400"/>
            </a:lvl8pPr>
            <a:lvl9pPr marL="0" indent="0" algn="ctr">
              <a:lnSpc>
                <a:spcPct val="100000"/>
              </a:lnSpc>
              <a:spcBef>
                <a:spcPts val="0"/>
              </a:spcBef>
              <a:buNone/>
              <a:defRPr sz="2400"/>
            </a:lvl9pPr>
          </a:lstStyle>
          <a:p>
            <a:pPr lvl="0"/>
            <a:r>
              <a:t>Click to add text</a:t>
            </a:r>
          </a:p>
        </p:txBody>
      </p:sp>
      <p:sp>
        <p:nvSpPr>
          <p:cNvPr id="21" name="Media Placeholder 17"/>
          <p:cNvSpPr>
            <a:spLocks noGrp="1"/>
          </p:cNvSpPr>
          <p:nvPr>
            <p:ph type="media" sz="quarter" idx="22" hasCustomPrompt="1"/>
          </p:nvPr>
        </p:nvSpPr>
        <p:spPr>
          <a:xfrm>
            <a:off x="10736663" y="1605505"/>
            <a:ext cx="9144" cy="4407408"/>
          </a:xfrm>
          <a:solidFill>
            <a:srgbClr val="FF6600"/>
          </a:solidFill>
        </p:spPr>
        <p:txBody>
          <a:bodyPr>
            <a:normAutofit/>
          </a:bodyPr>
          <a:lstStyle>
            <a:lvl1pPr marL="0" indent="0">
              <a:buNone/>
              <a:defRPr sz="100" b="0" i="0"/>
            </a:lvl1pPr>
          </a:lstStyle>
          <a:p>
            <a:r>
              <a:rPr dirty="0"/>
              <a:t> </a:t>
            </a:r>
          </a:p>
        </p:txBody>
      </p:sp>
    </p:spTree>
    <p:extLst>
      <p:ext uri="{BB962C8B-B14F-4D97-AF65-F5344CB8AC3E}">
        <p14:creationId xmlns:p14="http://schemas.microsoft.com/office/powerpoint/2010/main" val="332484224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Boxes w Icons">
    <p:spTree>
      <p:nvGrpSpPr>
        <p:cNvPr id="1" name=""/>
        <p:cNvGrpSpPr/>
        <p:nvPr/>
      </p:nvGrpSpPr>
      <p:grpSpPr>
        <a:xfrm>
          <a:off x="0" y="0"/>
          <a:ext cx="0" cy="0"/>
          <a:chOff x="0" y="0"/>
          <a:chExt cx="0" cy="0"/>
        </a:xfrm>
      </p:grpSpPr>
      <p:sp>
        <p:nvSpPr>
          <p:cNvPr id="22" name="Rectangle 21"/>
          <p:cNvSpPr/>
          <p:nvPr/>
        </p:nvSpPr>
        <p:spPr>
          <a:xfrm>
            <a:off x="0" y="1130021"/>
            <a:ext cx="12192000" cy="519457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latin typeface="+mn-lt"/>
            </a:endParaRPr>
          </a:p>
        </p:txBody>
      </p:sp>
      <p:sp>
        <p:nvSpPr>
          <p:cNvPr id="9" name="Rectangle 8"/>
          <p:cNvSpPr/>
          <p:nvPr/>
        </p:nvSpPr>
        <p:spPr bwMode="white">
          <a:xfrm>
            <a:off x="711201" y="1828800"/>
            <a:ext cx="3389980" cy="3619500"/>
          </a:xfrm>
          <a:prstGeom prst="rect">
            <a:avLst/>
          </a:prstGeom>
          <a:solidFill>
            <a:srgbClr val="FFFFFF"/>
          </a:solidFill>
          <a:ln w="12700">
            <a:solidFill>
              <a:srgbClr val="66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0" name="Rectangle 9"/>
          <p:cNvSpPr/>
          <p:nvPr/>
        </p:nvSpPr>
        <p:spPr bwMode="white">
          <a:xfrm>
            <a:off x="4401010" y="1828800"/>
            <a:ext cx="3389980" cy="3619500"/>
          </a:xfrm>
          <a:prstGeom prst="rect">
            <a:avLst/>
          </a:prstGeom>
          <a:solidFill>
            <a:srgbClr val="FFFFFF"/>
          </a:solidFill>
          <a:ln w="12700">
            <a:solidFill>
              <a:srgbClr val="66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11" name="Rectangle 10"/>
          <p:cNvSpPr/>
          <p:nvPr/>
        </p:nvSpPr>
        <p:spPr bwMode="white">
          <a:xfrm>
            <a:off x="8090821" y="1828800"/>
            <a:ext cx="3389980" cy="3619500"/>
          </a:xfrm>
          <a:prstGeom prst="rect">
            <a:avLst/>
          </a:prstGeom>
          <a:solidFill>
            <a:srgbClr val="FFFFFF"/>
          </a:solidFill>
          <a:ln w="12700">
            <a:solidFill>
              <a:srgbClr val="669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sz="1800" b="0" i="0" dirty="0">
              <a:latin typeface="+mn-lt"/>
            </a:endParaRPr>
          </a:p>
        </p:txBody>
      </p:sp>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20" name="Picture Placeholder 19"/>
          <p:cNvSpPr>
            <a:spLocks noGrp="1"/>
          </p:cNvSpPr>
          <p:nvPr>
            <p:ph type="pic" sz="quarter" idx="17" hasCustomPrompt="1"/>
          </p:nvPr>
        </p:nvSpPr>
        <p:spPr>
          <a:xfrm>
            <a:off x="2049112" y="2128053"/>
            <a:ext cx="713232" cy="712242"/>
          </a:xfrm>
        </p:spPr>
        <p:txBody>
          <a:bodyPr>
            <a:noAutofit/>
          </a:bodyPr>
          <a:lstStyle>
            <a:lvl1pPr marL="0" indent="0" algn="ctr">
              <a:buNone/>
              <a:defRPr b="0" i="0"/>
            </a:lvl1pPr>
          </a:lstStyle>
          <a:p>
            <a:r>
              <a:rPr dirty="0"/>
              <a:t>icon</a:t>
            </a:r>
          </a:p>
        </p:txBody>
      </p:sp>
      <p:sp>
        <p:nvSpPr>
          <p:cNvPr id="18" name="Text Placeholder 13"/>
          <p:cNvSpPr>
            <a:spLocks noGrp="1"/>
          </p:cNvSpPr>
          <p:nvPr>
            <p:ph type="body" sz="quarter" idx="16" hasCustomPrompt="1"/>
          </p:nvPr>
        </p:nvSpPr>
        <p:spPr>
          <a:xfrm>
            <a:off x="710278" y="3020744"/>
            <a:ext cx="3390900" cy="888610"/>
          </a:xfrm>
        </p:spPr>
        <p:txBody>
          <a:bodyPr lIns="64008" tIns="0" rIns="64008" bIns="0" anchor="ctr">
            <a:noAutofit/>
          </a:bodyPr>
          <a:lstStyle>
            <a:lvl1pPr marL="0" indent="0" algn="ctr">
              <a:lnSpc>
                <a:spcPct val="100000"/>
              </a:lnSpc>
              <a:spcBef>
                <a:spcPts val="0"/>
              </a:spcBef>
              <a:buNone/>
              <a:defRPr sz="2800" b="0" i="0">
                <a:solidFill>
                  <a:srgbClr val="FF6600"/>
                </a:solidFill>
              </a:defRPr>
            </a:lvl1pPr>
            <a:lvl2pPr marL="0" indent="0" algn="ctr">
              <a:lnSpc>
                <a:spcPct val="100000"/>
              </a:lnSpc>
              <a:spcBef>
                <a:spcPts val="0"/>
              </a:spcBef>
              <a:buNone/>
              <a:defRPr sz="2800">
                <a:solidFill>
                  <a:srgbClr val="FF6600"/>
                </a:solidFill>
              </a:defRPr>
            </a:lvl2pPr>
            <a:lvl3pPr marL="0" indent="0" algn="ctr">
              <a:lnSpc>
                <a:spcPct val="100000"/>
              </a:lnSpc>
              <a:spcBef>
                <a:spcPts val="0"/>
              </a:spcBef>
              <a:buNone/>
              <a:defRPr sz="2800">
                <a:solidFill>
                  <a:srgbClr val="FF6600"/>
                </a:solidFill>
              </a:defRPr>
            </a:lvl3pPr>
            <a:lvl4pPr marL="0" indent="0" algn="ctr">
              <a:lnSpc>
                <a:spcPct val="100000"/>
              </a:lnSpc>
              <a:spcBef>
                <a:spcPts val="0"/>
              </a:spcBef>
              <a:buNone/>
              <a:defRPr sz="2800">
                <a:solidFill>
                  <a:srgbClr val="FF6600"/>
                </a:solidFill>
              </a:defRPr>
            </a:lvl4pPr>
            <a:lvl5pPr marL="0" indent="0" algn="ctr">
              <a:lnSpc>
                <a:spcPct val="100000"/>
              </a:lnSpc>
              <a:spcBef>
                <a:spcPts val="0"/>
              </a:spcBef>
              <a:buNone/>
              <a:defRPr sz="2800">
                <a:solidFill>
                  <a:srgbClr val="FF6600"/>
                </a:solidFill>
              </a:defRPr>
            </a:lvl5pPr>
            <a:lvl6pPr marL="0" indent="0" algn="ctr">
              <a:lnSpc>
                <a:spcPct val="100000"/>
              </a:lnSpc>
              <a:spcBef>
                <a:spcPts val="0"/>
              </a:spcBef>
              <a:buNone/>
              <a:defRPr sz="2800">
                <a:solidFill>
                  <a:srgbClr val="FF6600"/>
                </a:solidFill>
              </a:defRPr>
            </a:lvl6pPr>
            <a:lvl7pPr marL="0" indent="0" algn="ctr">
              <a:lnSpc>
                <a:spcPct val="100000"/>
              </a:lnSpc>
              <a:spcBef>
                <a:spcPts val="0"/>
              </a:spcBef>
              <a:buNone/>
              <a:defRPr sz="2800">
                <a:solidFill>
                  <a:srgbClr val="FF6600"/>
                </a:solidFill>
              </a:defRPr>
            </a:lvl7pPr>
            <a:lvl8pPr marL="0" indent="0" algn="ctr">
              <a:lnSpc>
                <a:spcPct val="100000"/>
              </a:lnSpc>
              <a:spcBef>
                <a:spcPts val="0"/>
              </a:spcBef>
              <a:buNone/>
              <a:defRPr sz="2800">
                <a:solidFill>
                  <a:srgbClr val="FF6600"/>
                </a:solidFill>
              </a:defRPr>
            </a:lvl8pPr>
            <a:lvl9pPr marL="0" indent="0" algn="ctr">
              <a:lnSpc>
                <a:spcPct val="100000"/>
              </a:lnSpc>
              <a:spcBef>
                <a:spcPts val="0"/>
              </a:spcBef>
              <a:buNone/>
              <a:defRPr sz="2800">
                <a:solidFill>
                  <a:srgbClr val="FF6600"/>
                </a:solidFill>
              </a:defRPr>
            </a:lvl9pPr>
          </a:lstStyle>
          <a:p>
            <a:pPr lvl="0"/>
            <a:r>
              <a:t>Header Text</a:t>
            </a:r>
          </a:p>
        </p:txBody>
      </p:sp>
      <p:sp>
        <p:nvSpPr>
          <p:cNvPr id="17" name="Text Placeholder 13"/>
          <p:cNvSpPr>
            <a:spLocks noGrp="1"/>
          </p:cNvSpPr>
          <p:nvPr>
            <p:ph type="body" sz="quarter" idx="15" hasCustomPrompt="1"/>
          </p:nvPr>
        </p:nvSpPr>
        <p:spPr>
          <a:xfrm>
            <a:off x="710279" y="3932504"/>
            <a:ext cx="3390900" cy="1345064"/>
          </a:xfrm>
        </p:spPr>
        <p:txBody>
          <a:bodyPr lIns="64008" tIns="0" rIns="64008" bIns="0" anchor="ctr">
            <a:noAutofit/>
          </a:bodyPr>
          <a:lstStyle>
            <a:lvl1pPr marL="0" indent="0" algn="ctr">
              <a:lnSpc>
                <a:spcPct val="100000"/>
              </a:lnSpc>
              <a:spcBef>
                <a:spcPts val="0"/>
              </a:spcBef>
              <a:buNone/>
              <a:defRPr sz="2400" b="0" i="0"/>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5" name="Picture Placeholder 19"/>
          <p:cNvSpPr>
            <a:spLocks noGrp="1"/>
          </p:cNvSpPr>
          <p:nvPr>
            <p:ph type="pic" sz="quarter" idx="20" hasCustomPrompt="1"/>
          </p:nvPr>
        </p:nvSpPr>
        <p:spPr>
          <a:xfrm>
            <a:off x="5728389" y="2128053"/>
            <a:ext cx="713232" cy="712242"/>
          </a:xfrm>
        </p:spPr>
        <p:txBody>
          <a:bodyPr>
            <a:noAutofit/>
          </a:bodyPr>
          <a:lstStyle>
            <a:lvl1pPr marL="0" indent="0" algn="ctr">
              <a:buNone/>
              <a:defRPr b="0" i="0"/>
            </a:lvl1pPr>
          </a:lstStyle>
          <a:p>
            <a:r>
              <a:rPr dirty="0"/>
              <a:t>icon</a:t>
            </a:r>
          </a:p>
        </p:txBody>
      </p:sp>
      <p:sp>
        <p:nvSpPr>
          <p:cNvPr id="24" name="Text Placeholder 13"/>
          <p:cNvSpPr>
            <a:spLocks noGrp="1"/>
          </p:cNvSpPr>
          <p:nvPr>
            <p:ph type="body" sz="quarter" idx="19" hasCustomPrompt="1"/>
          </p:nvPr>
        </p:nvSpPr>
        <p:spPr>
          <a:xfrm>
            <a:off x="4389555" y="3020744"/>
            <a:ext cx="3390900" cy="888610"/>
          </a:xfrm>
        </p:spPr>
        <p:txBody>
          <a:bodyPr lIns="64008" tIns="0" rIns="64008" bIns="0" anchor="ctr">
            <a:noAutofit/>
          </a:bodyPr>
          <a:lstStyle>
            <a:lvl1pPr marL="0" indent="0" algn="ctr">
              <a:lnSpc>
                <a:spcPct val="100000"/>
              </a:lnSpc>
              <a:spcBef>
                <a:spcPts val="0"/>
              </a:spcBef>
              <a:buNone/>
              <a:defRPr sz="2800" b="0" i="0">
                <a:solidFill>
                  <a:srgbClr val="FF6600"/>
                </a:solidFill>
              </a:defRPr>
            </a:lvl1pPr>
            <a:lvl2pPr marL="0" indent="0" algn="ctr">
              <a:lnSpc>
                <a:spcPct val="100000"/>
              </a:lnSpc>
              <a:spcBef>
                <a:spcPts val="0"/>
              </a:spcBef>
              <a:buNone/>
              <a:defRPr sz="2800">
                <a:solidFill>
                  <a:srgbClr val="FF6600"/>
                </a:solidFill>
              </a:defRPr>
            </a:lvl2pPr>
            <a:lvl3pPr marL="0" indent="0" algn="ctr">
              <a:lnSpc>
                <a:spcPct val="100000"/>
              </a:lnSpc>
              <a:spcBef>
                <a:spcPts val="0"/>
              </a:spcBef>
              <a:buNone/>
              <a:defRPr sz="2800">
                <a:solidFill>
                  <a:srgbClr val="FF6600"/>
                </a:solidFill>
              </a:defRPr>
            </a:lvl3pPr>
            <a:lvl4pPr marL="0" indent="0" algn="ctr">
              <a:lnSpc>
                <a:spcPct val="100000"/>
              </a:lnSpc>
              <a:spcBef>
                <a:spcPts val="0"/>
              </a:spcBef>
              <a:buNone/>
              <a:defRPr sz="2800">
                <a:solidFill>
                  <a:srgbClr val="FF6600"/>
                </a:solidFill>
              </a:defRPr>
            </a:lvl4pPr>
            <a:lvl5pPr marL="0" indent="0" algn="ctr">
              <a:lnSpc>
                <a:spcPct val="100000"/>
              </a:lnSpc>
              <a:spcBef>
                <a:spcPts val="0"/>
              </a:spcBef>
              <a:buNone/>
              <a:defRPr sz="2800">
                <a:solidFill>
                  <a:srgbClr val="FF6600"/>
                </a:solidFill>
              </a:defRPr>
            </a:lvl5pPr>
            <a:lvl6pPr marL="0" indent="0" algn="ctr">
              <a:lnSpc>
                <a:spcPct val="100000"/>
              </a:lnSpc>
              <a:spcBef>
                <a:spcPts val="0"/>
              </a:spcBef>
              <a:buNone/>
              <a:defRPr sz="2800">
                <a:solidFill>
                  <a:srgbClr val="FF6600"/>
                </a:solidFill>
              </a:defRPr>
            </a:lvl6pPr>
            <a:lvl7pPr marL="0" indent="0" algn="ctr">
              <a:lnSpc>
                <a:spcPct val="100000"/>
              </a:lnSpc>
              <a:spcBef>
                <a:spcPts val="0"/>
              </a:spcBef>
              <a:buNone/>
              <a:defRPr sz="2800">
                <a:solidFill>
                  <a:srgbClr val="FF6600"/>
                </a:solidFill>
              </a:defRPr>
            </a:lvl7pPr>
            <a:lvl8pPr marL="0" indent="0" algn="ctr">
              <a:lnSpc>
                <a:spcPct val="100000"/>
              </a:lnSpc>
              <a:spcBef>
                <a:spcPts val="0"/>
              </a:spcBef>
              <a:buNone/>
              <a:defRPr sz="2800">
                <a:solidFill>
                  <a:srgbClr val="FF6600"/>
                </a:solidFill>
              </a:defRPr>
            </a:lvl8pPr>
            <a:lvl9pPr marL="0" indent="0" algn="ctr">
              <a:lnSpc>
                <a:spcPct val="100000"/>
              </a:lnSpc>
              <a:spcBef>
                <a:spcPts val="0"/>
              </a:spcBef>
              <a:buNone/>
              <a:defRPr sz="2800">
                <a:solidFill>
                  <a:srgbClr val="FF6600"/>
                </a:solidFill>
              </a:defRPr>
            </a:lvl9pPr>
          </a:lstStyle>
          <a:p>
            <a:pPr lvl="0"/>
            <a:r>
              <a:t>Header Text</a:t>
            </a:r>
          </a:p>
        </p:txBody>
      </p:sp>
      <p:sp>
        <p:nvSpPr>
          <p:cNvPr id="23" name="Text Placeholder 13"/>
          <p:cNvSpPr>
            <a:spLocks noGrp="1"/>
          </p:cNvSpPr>
          <p:nvPr>
            <p:ph type="body" sz="quarter" idx="18" hasCustomPrompt="1"/>
          </p:nvPr>
        </p:nvSpPr>
        <p:spPr>
          <a:xfrm>
            <a:off x="4389557" y="3932504"/>
            <a:ext cx="3390900" cy="1361808"/>
          </a:xfrm>
        </p:spPr>
        <p:txBody>
          <a:bodyPr lIns="64008" tIns="0" rIns="64008" bIns="0" anchor="ctr">
            <a:noAutofit/>
          </a:bodyPr>
          <a:lstStyle>
            <a:lvl1pPr marL="0" indent="0" algn="ctr">
              <a:lnSpc>
                <a:spcPct val="100000"/>
              </a:lnSpc>
              <a:spcBef>
                <a:spcPts val="0"/>
              </a:spcBef>
              <a:buNone/>
              <a:defRPr sz="2400" b="0" i="0"/>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
        <p:nvSpPr>
          <p:cNvPr id="28" name="Picture Placeholder 19"/>
          <p:cNvSpPr>
            <a:spLocks noGrp="1"/>
          </p:cNvSpPr>
          <p:nvPr>
            <p:ph type="pic" sz="quarter" idx="23" hasCustomPrompt="1"/>
          </p:nvPr>
        </p:nvSpPr>
        <p:spPr>
          <a:xfrm>
            <a:off x="9428733" y="2128053"/>
            <a:ext cx="713232" cy="712242"/>
          </a:xfrm>
        </p:spPr>
        <p:txBody>
          <a:bodyPr>
            <a:noAutofit/>
          </a:bodyPr>
          <a:lstStyle>
            <a:lvl1pPr marL="0" indent="0" algn="ctr">
              <a:buNone/>
              <a:defRPr b="0" i="0"/>
            </a:lvl1pPr>
          </a:lstStyle>
          <a:p>
            <a:r>
              <a:rPr dirty="0"/>
              <a:t>icon</a:t>
            </a:r>
          </a:p>
        </p:txBody>
      </p:sp>
      <p:sp>
        <p:nvSpPr>
          <p:cNvPr id="27" name="Text Placeholder 13"/>
          <p:cNvSpPr>
            <a:spLocks noGrp="1"/>
          </p:cNvSpPr>
          <p:nvPr>
            <p:ph type="body" sz="quarter" idx="22" hasCustomPrompt="1"/>
          </p:nvPr>
        </p:nvSpPr>
        <p:spPr>
          <a:xfrm>
            <a:off x="8089899" y="3020744"/>
            <a:ext cx="3390900" cy="888610"/>
          </a:xfrm>
        </p:spPr>
        <p:txBody>
          <a:bodyPr lIns="64008" tIns="0" rIns="64008" bIns="0" anchor="ctr">
            <a:noAutofit/>
          </a:bodyPr>
          <a:lstStyle>
            <a:lvl1pPr marL="0" indent="0" algn="ctr">
              <a:lnSpc>
                <a:spcPct val="100000"/>
              </a:lnSpc>
              <a:spcBef>
                <a:spcPts val="0"/>
              </a:spcBef>
              <a:buNone/>
              <a:defRPr sz="2800" b="0" i="0">
                <a:solidFill>
                  <a:srgbClr val="FF6600"/>
                </a:solidFill>
              </a:defRPr>
            </a:lvl1pPr>
            <a:lvl2pPr marL="0" indent="0" algn="ctr">
              <a:lnSpc>
                <a:spcPct val="100000"/>
              </a:lnSpc>
              <a:spcBef>
                <a:spcPts val="0"/>
              </a:spcBef>
              <a:buNone/>
              <a:defRPr sz="2800">
                <a:solidFill>
                  <a:srgbClr val="FF6600"/>
                </a:solidFill>
              </a:defRPr>
            </a:lvl2pPr>
            <a:lvl3pPr marL="0" indent="0" algn="ctr">
              <a:lnSpc>
                <a:spcPct val="100000"/>
              </a:lnSpc>
              <a:spcBef>
                <a:spcPts val="0"/>
              </a:spcBef>
              <a:buNone/>
              <a:defRPr sz="2800">
                <a:solidFill>
                  <a:srgbClr val="FF6600"/>
                </a:solidFill>
              </a:defRPr>
            </a:lvl3pPr>
            <a:lvl4pPr marL="0" indent="0" algn="ctr">
              <a:lnSpc>
                <a:spcPct val="100000"/>
              </a:lnSpc>
              <a:spcBef>
                <a:spcPts val="0"/>
              </a:spcBef>
              <a:buNone/>
              <a:defRPr sz="2800">
                <a:solidFill>
                  <a:srgbClr val="FF6600"/>
                </a:solidFill>
              </a:defRPr>
            </a:lvl4pPr>
            <a:lvl5pPr marL="0" indent="0" algn="ctr">
              <a:lnSpc>
                <a:spcPct val="100000"/>
              </a:lnSpc>
              <a:spcBef>
                <a:spcPts val="0"/>
              </a:spcBef>
              <a:buNone/>
              <a:defRPr sz="2800">
                <a:solidFill>
                  <a:srgbClr val="FF6600"/>
                </a:solidFill>
              </a:defRPr>
            </a:lvl5pPr>
            <a:lvl6pPr marL="0" indent="0" algn="ctr">
              <a:lnSpc>
                <a:spcPct val="100000"/>
              </a:lnSpc>
              <a:spcBef>
                <a:spcPts val="0"/>
              </a:spcBef>
              <a:buNone/>
              <a:defRPr sz="2800">
                <a:solidFill>
                  <a:srgbClr val="FF6600"/>
                </a:solidFill>
              </a:defRPr>
            </a:lvl6pPr>
            <a:lvl7pPr marL="0" indent="0" algn="ctr">
              <a:lnSpc>
                <a:spcPct val="100000"/>
              </a:lnSpc>
              <a:spcBef>
                <a:spcPts val="0"/>
              </a:spcBef>
              <a:buNone/>
              <a:defRPr sz="2800">
                <a:solidFill>
                  <a:srgbClr val="FF6600"/>
                </a:solidFill>
              </a:defRPr>
            </a:lvl7pPr>
            <a:lvl8pPr marL="0" indent="0" algn="ctr">
              <a:lnSpc>
                <a:spcPct val="100000"/>
              </a:lnSpc>
              <a:spcBef>
                <a:spcPts val="0"/>
              </a:spcBef>
              <a:buNone/>
              <a:defRPr sz="2800">
                <a:solidFill>
                  <a:srgbClr val="FF6600"/>
                </a:solidFill>
              </a:defRPr>
            </a:lvl8pPr>
            <a:lvl9pPr marL="0" indent="0" algn="ctr">
              <a:lnSpc>
                <a:spcPct val="100000"/>
              </a:lnSpc>
              <a:spcBef>
                <a:spcPts val="0"/>
              </a:spcBef>
              <a:buNone/>
              <a:defRPr sz="2800">
                <a:solidFill>
                  <a:srgbClr val="FF6600"/>
                </a:solidFill>
              </a:defRPr>
            </a:lvl9pPr>
          </a:lstStyle>
          <a:p>
            <a:pPr lvl="0"/>
            <a:r>
              <a:t>Header Text</a:t>
            </a:r>
          </a:p>
        </p:txBody>
      </p:sp>
      <p:sp>
        <p:nvSpPr>
          <p:cNvPr id="26" name="Text Placeholder 13"/>
          <p:cNvSpPr>
            <a:spLocks noGrp="1"/>
          </p:cNvSpPr>
          <p:nvPr>
            <p:ph type="body" sz="quarter" idx="21" hasCustomPrompt="1"/>
          </p:nvPr>
        </p:nvSpPr>
        <p:spPr>
          <a:xfrm>
            <a:off x="8089901" y="3932504"/>
            <a:ext cx="3390900" cy="1334884"/>
          </a:xfrm>
        </p:spPr>
        <p:txBody>
          <a:bodyPr lIns="64008" tIns="0" rIns="64008" bIns="0" anchor="ctr">
            <a:noAutofit/>
          </a:bodyPr>
          <a:lstStyle>
            <a:lvl1pPr marL="0" indent="0" algn="ctr">
              <a:lnSpc>
                <a:spcPct val="100000"/>
              </a:lnSpc>
              <a:spcBef>
                <a:spcPts val="0"/>
              </a:spcBef>
              <a:buNone/>
              <a:defRPr sz="2400" b="0" i="0"/>
            </a:lvl1pPr>
            <a:lvl2pPr marL="0" indent="0">
              <a:lnSpc>
                <a:spcPct val="100000"/>
              </a:lnSpc>
              <a:spcBef>
                <a:spcPts val="0"/>
              </a:spcBef>
              <a:buNone/>
              <a:defRPr sz="2400"/>
            </a:lvl2pPr>
            <a:lvl3pPr marL="0" indent="0">
              <a:lnSpc>
                <a:spcPct val="100000"/>
              </a:lnSpc>
              <a:spcBef>
                <a:spcPts val="0"/>
              </a:spcBef>
              <a:buNone/>
              <a:defRPr sz="2400"/>
            </a:lvl3pPr>
            <a:lvl4pPr marL="0" indent="0">
              <a:lnSpc>
                <a:spcPct val="100000"/>
              </a:lnSpc>
              <a:spcBef>
                <a:spcPts val="0"/>
              </a:spcBef>
              <a:buNone/>
              <a:defRPr sz="2400"/>
            </a:lvl4pPr>
            <a:lvl5pPr marL="0" indent="0">
              <a:lnSpc>
                <a:spcPct val="100000"/>
              </a:lnSpc>
              <a:spcBef>
                <a:spcPts val="0"/>
              </a:spcBef>
              <a:buNone/>
              <a:defRPr sz="2400"/>
            </a:lvl5pPr>
            <a:lvl6pPr marL="0" indent="0">
              <a:lnSpc>
                <a:spcPct val="100000"/>
              </a:lnSpc>
              <a:spcBef>
                <a:spcPts val="0"/>
              </a:spcBef>
              <a:buNone/>
              <a:defRPr sz="2400"/>
            </a:lvl6pPr>
            <a:lvl7pPr marL="0" indent="0">
              <a:lnSpc>
                <a:spcPct val="100000"/>
              </a:lnSpc>
              <a:spcBef>
                <a:spcPts val="0"/>
              </a:spcBef>
              <a:buNone/>
              <a:defRPr sz="2400"/>
            </a:lvl7pPr>
            <a:lvl8pPr marL="0" indent="0">
              <a:lnSpc>
                <a:spcPct val="100000"/>
              </a:lnSpc>
              <a:spcBef>
                <a:spcPts val="0"/>
              </a:spcBef>
              <a:buNone/>
              <a:defRPr sz="2400"/>
            </a:lvl8pPr>
            <a:lvl9pPr marL="0" indent="0">
              <a:lnSpc>
                <a:spcPct val="100000"/>
              </a:lnSpc>
              <a:spcBef>
                <a:spcPts val="0"/>
              </a:spcBef>
              <a:buNone/>
              <a:defRPr sz="2400"/>
            </a:lvl9pPr>
          </a:lstStyle>
          <a:p>
            <a:pPr lvl="0"/>
            <a:r>
              <a:t>Click to add text</a:t>
            </a:r>
          </a:p>
        </p:txBody>
      </p:sp>
    </p:spTree>
    <p:extLst>
      <p:ext uri="{BB962C8B-B14F-4D97-AF65-F5344CB8AC3E}">
        <p14:creationId xmlns:p14="http://schemas.microsoft.com/office/powerpoint/2010/main" val="1595189598"/>
      </p:ext>
    </p:extLst>
  </p:cSld>
  <p:clrMapOvr>
    <a:masterClrMapping/>
  </p:clrMapOvr>
  <p:extLst>
    <p:ext uri="{DCECCB84-F9BA-43D5-87BE-67443E8EF086}">
      <p15:sldGuideLst xmlns:p15="http://schemas.microsoft.com/office/powerpoint/2012/main">
        <p15:guide id="1" orient="horz" pos="1152">
          <p15:clr>
            <a:srgbClr val="A4A3A4"/>
          </p15:clr>
        </p15:guide>
        <p15:guide id="2" orient="horz" pos="3432">
          <p15:clr>
            <a:srgbClr val="A4A3A4"/>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3 Icons w Text and Key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7" name="Picture Placeholder 6"/>
          <p:cNvSpPr>
            <a:spLocks noGrp="1"/>
          </p:cNvSpPr>
          <p:nvPr>
            <p:ph type="pic" sz="quarter" idx="13" hasCustomPrompt="1"/>
          </p:nvPr>
        </p:nvSpPr>
        <p:spPr>
          <a:xfrm>
            <a:off x="1497156" y="1479567"/>
            <a:ext cx="1143000" cy="1144508"/>
          </a:xfrm>
        </p:spPr>
        <p:txBody>
          <a:bodyPr tIns="91440">
            <a:noAutofit/>
          </a:bodyPr>
          <a:lstStyle>
            <a:lvl1pPr marL="0" indent="0" algn="ctr">
              <a:buNone/>
              <a:defRPr sz="1400" b="0" i="0"/>
            </a:lvl1pPr>
          </a:lstStyle>
          <a:p>
            <a:r>
              <a:rPr dirty="0"/>
              <a:t>Click icon or drag and drop to add picture</a:t>
            </a:r>
          </a:p>
        </p:txBody>
      </p:sp>
      <p:sp>
        <p:nvSpPr>
          <p:cNvPr id="29" name="Text Placeholder 13"/>
          <p:cNvSpPr>
            <a:spLocks noGrp="1"/>
          </p:cNvSpPr>
          <p:nvPr>
            <p:ph type="body" sz="quarter" idx="14" hasCustomPrompt="1"/>
          </p:nvPr>
        </p:nvSpPr>
        <p:spPr>
          <a:xfrm>
            <a:off x="464519" y="2841099"/>
            <a:ext cx="3208277" cy="761882"/>
          </a:xfrm>
        </p:spPr>
        <p:txBody>
          <a:bodyPr>
            <a:noAutofit/>
          </a:bodyPr>
          <a:lstStyle>
            <a:lvl1pPr marL="0" indent="0" algn="ctr">
              <a:lnSpc>
                <a:spcPct val="100000"/>
              </a:lnSpc>
              <a:spcBef>
                <a:spcPts val="0"/>
              </a:spcBef>
              <a:buNone/>
              <a:defRPr sz="2400" b="0" i="0">
                <a:solidFill>
                  <a:schemeClr val="tx1"/>
                </a:solidFill>
              </a:defRPr>
            </a:lvl1pPr>
            <a:lvl2pPr marL="0" indent="0" algn="ctr">
              <a:lnSpc>
                <a:spcPct val="100000"/>
              </a:lnSpc>
              <a:spcBef>
                <a:spcPts val="0"/>
              </a:spcBef>
              <a:buNone/>
              <a:defRPr sz="2400">
                <a:solidFill>
                  <a:schemeClr val="tx2"/>
                </a:solidFill>
              </a:defRPr>
            </a:lvl2pPr>
            <a:lvl3pPr marL="0" indent="0" algn="ctr">
              <a:lnSpc>
                <a:spcPct val="100000"/>
              </a:lnSpc>
              <a:spcBef>
                <a:spcPts val="0"/>
              </a:spcBef>
              <a:buNone/>
              <a:defRPr sz="2400">
                <a:solidFill>
                  <a:schemeClr val="tx2"/>
                </a:solidFill>
              </a:defRPr>
            </a:lvl3pPr>
            <a:lvl4pPr marL="0" indent="0" algn="ctr">
              <a:lnSpc>
                <a:spcPct val="100000"/>
              </a:lnSpc>
              <a:spcBef>
                <a:spcPts val="0"/>
              </a:spcBef>
              <a:buNone/>
              <a:defRPr sz="2400">
                <a:solidFill>
                  <a:schemeClr val="tx2"/>
                </a:solidFill>
              </a:defRPr>
            </a:lvl4pPr>
            <a:lvl5pPr marL="0" indent="0" algn="ctr">
              <a:lnSpc>
                <a:spcPct val="100000"/>
              </a:lnSpc>
              <a:spcBef>
                <a:spcPts val="0"/>
              </a:spcBef>
              <a:buNone/>
              <a:defRPr sz="2400">
                <a:solidFill>
                  <a:schemeClr val="tx2"/>
                </a:solidFill>
              </a:defRPr>
            </a:lvl5pPr>
            <a:lvl6pPr marL="0" indent="0" algn="ctr">
              <a:lnSpc>
                <a:spcPct val="100000"/>
              </a:lnSpc>
              <a:spcBef>
                <a:spcPts val="0"/>
              </a:spcBef>
              <a:buNone/>
              <a:defRPr sz="2400">
                <a:solidFill>
                  <a:schemeClr val="tx2"/>
                </a:solidFill>
              </a:defRPr>
            </a:lvl6pPr>
            <a:lvl7pPr marL="0" indent="0" algn="ctr">
              <a:lnSpc>
                <a:spcPct val="100000"/>
              </a:lnSpc>
              <a:spcBef>
                <a:spcPts val="0"/>
              </a:spcBef>
              <a:buNone/>
              <a:defRPr sz="2400">
                <a:solidFill>
                  <a:schemeClr val="tx2"/>
                </a:solidFill>
              </a:defRPr>
            </a:lvl7pPr>
            <a:lvl8pPr marL="0" indent="0" algn="ctr">
              <a:lnSpc>
                <a:spcPct val="100000"/>
              </a:lnSpc>
              <a:spcBef>
                <a:spcPts val="0"/>
              </a:spcBef>
              <a:buNone/>
              <a:defRPr sz="2400">
                <a:solidFill>
                  <a:schemeClr val="tx2"/>
                </a:solidFill>
              </a:defRPr>
            </a:lvl8pPr>
            <a:lvl9pPr marL="0" indent="0" algn="ctr">
              <a:lnSpc>
                <a:spcPct val="100000"/>
              </a:lnSpc>
              <a:spcBef>
                <a:spcPts val="0"/>
              </a:spcBef>
              <a:buNone/>
              <a:defRPr sz="2400">
                <a:solidFill>
                  <a:schemeClr val="tx2"/>
                </a:solidFill>
              </a:defRPr>
            </a:lvl9pPr>
          </a:lstStyle>
          <a:p>
            <a:pPr lvl="0"/>
            <a:r>
              <a:t>Header Text</a:t>
            </a:r>
          </a:p>
        </p:txBody>
      </p:sp>
      <p:sp>
        <p:nvSpPr>
          <p:cNvPr id="11" name="Text Placeholder 10"/>
          <p:cNvSpPr>
            <a:spLocks noGrp="1"/>
          </p:cNvSpPr>
          <p:nvPr>
            <p:ph type="body" sz="quarter" idx="25" hasCustomPrompt="1"/>
          </p:nvPr>
        </p:nvSpPr>
        <p:spPr>
          <a:xfrm>
            <a:off x="461071" y="3706926"/>
            <a:ext cx="3211963" cy="1620596"/>
          </a:xfrm>
        </p:spPr>
        <p:txBody>
          <a:bodyPr anchor="t" anchorCtr="1">
            <a:noAutofit/>
          </a:bodyPr>
          <a:lstStyle>
            <a:lvl1pPr>
              <a:defRPr sz="1800" b="0" i="0"/>
            </a:lvl1pPr>
            <a:lvl2pPr marL="463550" indent="-228600">
              <a:defRPr sz="1600" b="0" i="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p:txBody>
      </p:sp>
      <p:sp>
        <p:nvSpPr>
          <p:cNvPr id="19" name="Media Placeholder 17"/>
          <p:cNvSpPr>
            <a:spLocks noGrp="1"/>
          </p:cNvSpPr>
          <p:nvPr>
            <p:ph type="media" sz="quarter" idx="30" hasCustomPrompt="1"/>
          </p:nvPr>
        </p:nvSpPr>
        <p:spPr>
          <a:xfrm>
            <a:off x="4082328" y="1647655"/>
            <a:ext cx="12192" cy="3566160"/>
          </a:xfrm>
          <a:solidFill>
            <a:schemeClr val="tx2"/>
          </a:solidFill>
        </p:spPr>
        <p:txBody>
          <a:bodyPr>
            <a:normAutofit/>
          </a:bodyPr>
          <a:lstStyle>
            <a:lvl1pPr marL="0" indent="0">
              <a:buNone/>
              <a:defRPr sz="100" b="0" i="0"/>
            </a:lvl1pPr>
          </a:lstStyle>
          <a:p>
            <a:r>
              <a:rPr dirty="0"/>
              <a:t> </a:t>
            </a:r>
          </a:p>
        </p:txBody>
      </p:sp>
      <p:sp>
        <p:nvSpPr>
          <p:cNvPr id="26" name="Picture Placeholder 6"/>
          <p:cNvSpPr>
            <a:spLocks noGrp="1"/>
          </p:cNvSpPr>
          <p:nvPr>
            <p:ph type="pic" sz="quarter" idx="21" hasCustomPrompt="1"/>
          </p:nvPr>
        </p:nvSpPr>
        <p:spPr>
          <a:xfrm>
            <a:off x="5524500" y="1479567"/>
            <a:ext cx="1143000" cy="1144508"/>
          </a:xfrm>
        </p:spPr>
        <p:txBody>
          <a:bodyPr tIns="91440">
            <a:noAutofit/>
          </a:bodyPr>
          <a:lstStyle>
            <a:lvl1pPr marL="0" indent="0" algn="ctr">
              <a:buNone/>
              <a:defRPr sz="1400" b="0" i="0"/>
            </a:lvl1pPr>
          </a:lstStyle>
          <a:p>
            <a:r>
              <a:rPr dirty="0"/>
              <a:t>Click icon or drag and drop to add picture</a:t>
            </a:r>
          </a:p>
        </p:txBody>
      </p:sp>
      <p:sp>
        <p:nvSpPr>
          <p:cNvPr id="30" name="Text Placeholder 13"/>
          <p:cNvSpPr>
            <a:spLocks noGrp="1"/>
          </p:cNvSpPr>
          <p:nvPr>
            <p:ph type="body" sz="quarter" idx="23" hasCustomPrompt="1"/>
          </p:nvPr>
        </p:nvSpPr>
        <p:spPr>
          <a:xfrm>
            <a:off x="4491862" y="2841099"/>
            <a:ext cx="3208277" cy="761882"/>
          </a:xfrm>
        </p:spPr>
        <p:txBody>
          <a:bodyPr>
            <a:noAutofit/>
          </a:bodyPr>
          <a:lstStyle>
            <a:lvl1pPr marL="0" indent="0" algn="ctr">
              <a:lnSpc>
                <a:spcPct val="100000"/>
              </a:lnSpc>
              <a:spcBef>
                <a:spcPts val="0"/>
              </a:spcBef>
              <a:buNone/>
              <a:defRPr sz="2400" b="0" i="0">
                <a:solidFill>
                  <a:schemeClr val="tx1"/>
                </a:solidFill>
              </a:defRPr>
            </a:lvl1pPr>
            <a:lvl2pPr marL="0" indent="0" algn="ctr">
              <a:lnSpc>
                <a:spcPct val="100000"/>
              </a:lnSpc>
              <a:spcBef>
                <a:spcPts val="0"/>
              </a:spcBef>
              <a:buNone/>
              <a:defRPr sz="2400">
                <a:solidFill>
                  <a:schemeClr val="accent1"/>
                </a:solidFill>
              </a:defRPr>
            </a:lvl2pPr>
            <a:lvl3pPr marL="0" indent="0" algn="ctr">
              <a:lnSpc>
                <a:spcPct val="100000"/>
              </a:lnSpc>
              <a:spcBef>
                <a:spcPts val="0"/>
              </a:spcBef>
              <a:buNone/>
              <a:defRPr sz="2400">
                <a:solidFill>
                  <a:schemeClr val="accent1"/>
                </a:solidFill>
              </a:defRPr>
            </a:lvl3pPr>
            <a:lvl4pPr marL="0" indent="0" algn="ctr">
              <a:lnSpc>
                <a:spcPct val="100000"/>
              </a:lnSpc>
              <a:spcBef>
                <a:spcPts val="0"/>
              </a:spcBef>
              <a:buNone/>
              <a:defRPr sz="2400">
                <a:solidFill>
                  <a:schemeClr val="accent1"/>
                </a:solidFill>
              </a:defRPr>
            </a:lvl4pPr>
            <a:lvl5pPr marL="0" indent="0" algn="ctr">
              <a:lnSpc>
                <a:spcPct val="100000"/>
              </a:lnSpc>
              <a:spcBef>
                <a:spcPts val="0"/>
              </a:spcBef>
              <a:buNone/>
              <a:defRPr sz="2400">
                <a:solidFill>
                  <a:schemeClr val="accent1"/>
                </a:solidFill>
              </a:defRPr>
            </a:lvl5pPr>
            <a:lvl6pPr marL="0" indent="0" algn="ctr">
              <a:lnSpc>
                <a:spcPct val="100000"/>
              </a:lnSpc>
              <a:spcBef>
                <a:spcPts val="0"/>
              </a:spcBef>
              <a:buNone/>
              <a:defRPr sz="2400">
                <a:solidFill>
                  <a:schemeClr val="accent1"/>
                </a:solidFill>
              </a:defRPr>
            </a:lvl6pPr>
            <a:lvl7pPr marL="0" indent="0" algn="ctr">
              <a:lnSpc>
                <a:spcPct val="100000"/>
              </a:lnSpc>
              <a:spcBef>
                <a:spcPts val="0"/>
              </a:spcBef>
              <a:buNone/>
              <a:defRPr sz="2400">
                <a:solidFill>
                  <a:schemeClr val="accent1"/>
                </a:solidFill>
              </a:defRPr>
            </a:lvl7pPr>
            <a:lvl8pPr marL="0" indent="0" algn="ctr">
              <a:lnSpc>
                <a:spcPct val="100000"/>
              </a:lnSpc>
              <a:spcBef>
                <a:spcPts val="0"/>
              </a:spcBef>
              <a:buNone/>
              <a:defRPr sz="2400">
                <a:solidFill>
                  <a:schemeClr val="accent1"/>
                </a:solidFill>
              </a:defRPr>
            </a:lvl8pPr>
            <a:lvl9pPr marL="0" indent="0" algn="ctr">
              <a:lnSpc>
                <a:spcPct val="100000"/>
              </a:lnSpc>
              <a:spcBef>
                <a:spcPts val="0"/>
              </a:spcBef>
              <a:buNone/>
              <a:defRPr sz="2400">
                <a:solidFill>
                  <a:schemeClr val="accent1"/>
                </a:solidFill>
              </a:defRPr>
            </a:lvl9pPr>
          </a:lstStyle>
          <a:p>
            <a:pPr lvl="0"/>
            <a:r>
              <a:t>Header Text</a:t>
            </a:r>
          </a:p>
        </p:txBody>
      </p:sp>
      <p:sp>
        <p:nvSpPr>
          <p:cNvPr id="32" name="Text Placeholder 10"/>
          <p:cNvSpPr>
            <a:spLocks noGrp="1"/>
          </p:cNvSpPr>
          <p:nvPr>
            <p:ph type="body" sz="quarter" idx="26" hasCustomPrompt="1"/>
          </p:nvPr>
        </p:nvSpPr>
        <p:spPr>
          <a:xfrm>
            <a:off x="4490019" y="3706926"/>
            <a:ext cx="3211963" cy="1620596"/>
          </a:xfrm>
        </p:spPr>
        <p:txBody>
          <a:bodyPr anchor="t" anchorCtr="1">
            <a:noAutofit/>
          </a:bodyPr>
          <a:lstStyle>
            <a:lvl1pPr>
              <a:defRPr sz="1800" b="0" i="0"/>
            </a:lvl1pPr>
            <a:lvl2pPr marL="463550" indent="-228600">
              <a:defRPr sz="1600" b="0" i="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p:txBody>
      </p:sp>
      <p:sp>
        <p:nvSpPr>
          <p:cNvPr id="20" name="Media Placeholder 17"/>
          <p:cNvSpPr>
            <a:spLocks noGrp="1"/>
          </p:cNvSpPr>
          <p:nvPr>
            <p:ph type="media" sz="quarter" idx="31" hasCustomPrompt="1"/>
          </p:nvPr>
        </p:nvSpPr>
        <p:spPr>
          <a:xfrm>
            <a:off x="8097480" y="1647655"/>
            <a:ext cx="12192" cy="3566160"/>
          </a:xfrm>
          <a:solidFill>
            <a:schemeClr val="tx2"/>
          </a:solidFill>
        </p:spPr>
        <p:txBody>
          <a:bodyPr vert="horz" lIns="91440" tIns="45720" rIns="91440" bIns="45720" rtlCol="0">
            <a:normAutofit/>
          </a:bodyPr>
          <a:lstStyle>
            <a:lvl1pPr>
              <a:defRPr sz="100" b="0" i="0"/>
            </a:lvl1pPr>
          </a:lstStyle>
          <a:p>
            <a:pPr marL="0" lvl="0" indent="0">
              <a:buNone/>
            </a:pPr>
            <a:r>
              <a:rPr dirty="0"/>
              <a:t> </a:t>
            </a:r>
          </a:p>
        </p:txBody>
      </p:sp>
      <p:sp>
        <p:nvSpPr>
          <p:cNvPr id="27" name="Picture Placeholder 6"/>
          <p:cNvSpPr>
            <a:spLocks noGrp="1"/>
          </p:cNvSpPr>
          <p:nvPr>
            <p:ph type="pic" sz="quarter" idx="22" hasCustomPrompt="1"/>
          </p:nvPr>
        </p:nvSpPr>
        <p:spPr>
          <a:xfrm>
            <a:off x="9551844" y="1479567"/>
            <a:ext cx="1143000" cy="1144508"/>
          </a:xfrm>
        </p:spPr>
        <p:txBody>
          <a:bodyPr tIns="91440">
            <a:noAutofit/>
          </a:bodyPr>
          <a:lstStyle>
            <a:lvl1pPr marL="0" indent="0" algn="ctr">
              <a:buNone/>
              <a:defRPr sz="1400" b="0" i="0"/>
            </a:lvl1pPr>
          </a:lstStyle>
          <a:p>
            <a:r>
              <a:rPr dirty="0"/>
              <a:t>Click icon or drag and drop to add picture</a:t>
            </a:r>
          </a:p>
        </p:txBody>
      </p:sp>
      <p:sp>
        <p:nvSpPr>
          <p:cNvPr id="31" name="Text Placeholder 13"/>
          <p:cNvSpPr>
            <a:spLocks noGrp="1"/>
          </p:cNvSpPr>
          <p:nvPr>
            <p:ph type="body" sz="quarter" idx="24" hasCustomPrompt="1"/>
          </p:nvPr>
        </p:nvSpPr>
        <p:spPr>
          <a:xfrm>
            <a:off x="8519204" y="2841099"/>
            <a:ext cx="3208277" cy="761882"/>
          </a:xfrm>
        </p:spPr>
        <p:txBody>
          <a:bodyPr>
            <a:noAutofit/>
          </a:bodyPr>
          <a:lstStyle>
            <a:lvl1pPr marL="0" indent="0" algn="ctr">
              <a:lnSpc>
                <a:spcPct val="100000"/>
              </a:lnSpc>
              <a:spcBef>
                <a:spcPts val="0"/>
              </a:spcBef>
              <a:buNone/>
              <a:defRPr sz="2400" b="0" i="0">
                <a:solidFill>
                  <a:schemeClr val="tx1"/>
                </a:solidFill>
              </a:defRPr>
            </a:lvl1pPr>
            <a:lvl2pPr marL="0" indent="0" algn="ctr">
              <a:lnSpc>
                <a:spcPct val="100000"/>
              </a:lnSpc>
              <a:spcBef>
                <a:spcPts val="0"/>
              </a:spcBef>
              <a:buNone/>
              <a:defRPr sz="2400">
                <a:solidFill>
                  <a:schemeClr val="accent2"/>
                </a:solidFill>
              </a:defRPr>
            </a:lvl2pPr>
            <a:lvl3pPr marL="0" indent="0" algn="ctr">
              <a:lnSpc>
                <a:spcPct val="100000"/>
              </a:lnSpc>
              <a:spcBef>
                <a:spcPts val="0"/>
              </a:spcBef>
              <a:buNone/>
              <a:defRPr sz="2400">
                <a:solidFill>
                  <a:schemeClr val="accent2"/>
                </a:solidFill>
              </a:defRPr>
            </a:lvl3pPr>
            <a:lvl4pPr marL="0" indent="0" algn="ctr">
              <a:lnSpc>
                <a:spcPct val="100000"/>
              </a:lnSpc>
              <a:spcBef>
                <a:spcPts val="0"/>
              </a:spcBef>
              <a:buNone/>
              <a:defRPr sz="2400">
                <a:solidFill>
                  <a:schemeClr val="accent2"/>
                </a:solidFill>
              </a:defRPr>
            </a:lvl4pPr>
            <a:lvl5pPr marL="0" indent="0" algn="ctr">
              <a:lnSpc>
                <a:spcPct val="100000"/>
              </a:lnSpc>
              <a:spcBef>
                <a:spcPts val="0"/>
              </a:spcBef>
              <a:buNone/>
              <a:defRPr sz="2400">
                <a:solidFill>
                  <a:schemeClr val="accent2"/>
                </a:solidFill>
              </a:defRPr>
            </a:lvl5pPr>
            <a:lvl6pPr marL="0" indent="0" algn="ctr">
              <a:lnSpc>
                <a:spcPct val="100000"/>
              </a:lnSpc>
              <a:spcBef>
                <a:spcPts val="0"/>
              </a:spcBef>
              <a:buNone/>
              <a:defRPr sz="2400">
                <a:solidFill>
                  <a:schemeClr val="accent2"/>
                </a:solidFill>
              </a:defRPr>
            </a:lvl6pPr>
            <a:lvl7pPr marL="0" indent="0" algn="ctr">
              <a:lnSpc>
                <a:spcPct val="100000"/>
              </a:lnSpc>
              <a:spcBef>
                <a:spcPts val="0"/>
              </a:spcBef>
              <a:buNone/>
              <a:defRPr sz="2400">
                <a:solidFill>
                  <a:schemeClr val="accent2"/>
                </a:solidFill>
              </a:defRPr>
            </a:lvl7pPr>
            <a:lvl8pPr marL="0" indent="0" algn="ctr">
              <a:lnSpc>
                <a:spcPct val="100000"/>
              </a:lnSpc>
              <a:spcBef>
                <a:spcPts val="0"/>
              </a:spcBef>
              <a:buNone/>
              <a:defRPr sz="2400">
                <a:solidFill>
                  <a:schemeClr val="accent2"/>
                </a:solidFill>
              </a:defRPr>
            </a:lvl8pPr>
            <a:lvl9pPr marL="0" indent="0" algn="ctr">
              <a:lnSpc>
                <a:spcPct val="100000"/>
              </a:lnSpc>
              <a:spcBef>
                <a:spcPts val="0"/>
              </a:spcBef>
              <a:buNone/>
              <a:defRPr sz="2400">
                <a:solidFill>
                  <a:schemeClr val="accent2"/>
                </a:solidFill>
              </a:defRPr>
            </a:lvl9pPr>
          </a:lstStyle>
          <a:p>
            <a:pPr lvl="0"/>
            <a:r>
              <a:t>Header Text</a:t>
            </a:r>
          </a:p>
        </p:txBody>
      </p:sp>
      <p:sp>
        <p:nvSpPr>
          <p:cNvPr id="33" name="Text Placeholder 10"/>
          <p:cNvSpPr>
            <a:spLocks noGrp="1"/>
          </p:cNvSpPr>
          <p:nvPr>
            <p:ph type="body" sz="quarter" idx="27" hasCustomPrompt="1"/>
          </p:nvPr>
        </p:nvSpPr>
        <p:spPr>
          <a:xfrm>
            <a:off x="8515519" y="3706926"/>
            <a:ext cx="3211963" cy="1620596"/>
          </a:xfrm>
        </p:spPr>
        <p:txBody>
          <a:bodyPr anchor="t" anchorCtr="1">
            <a:noAutofit/>
          </a:bodyPr>
          <a:lstStyle>
            <a:lvl1pPr>
              <a:defRPr sz="1800" b="0" i="0"/>
            </a:lvl1pPr>
            <a:lvl2pPr marL="463550" indent="-228600">
              <a:defRPr sz="1600" b="0" i="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p:txBody>
      </p:sp>
      <p:sp>
        <p:nvSpPr>
          <p:cNvPr id="8" name="Text Placeholder 7"/>
          <p:cNvSpPr>
            <a:spLocks noGrp="1"/>
          </p:cNvSpPr>
          <p:nvPr>
            <p:ph type="body" sz="quarter" idx="32" hasCustomPrompt="1"/>
          </p:nvPr>
        </p:nvSpPr>
        <p:spPr>
          <a:xfrm>
            <a:off x="879386" y="5572328"/>
            <a:ext cx="10433229" cy="608299"/>
          </a:xfrm>
          <a:prstGeom prst="leftRightArrow">
            <a:avLst>
              <a:gd name="adj1" fmla="val 100000"/>
              <a:gd name="adj2" fmla="val 50000"/>
            </a:avLst>
          </a:prstGeom>
          <a:solidFill>
            <a:schemeClr val="tx2"/>
          </a:solidFill>
        </p:spPr>
        <p:txBody>
          <a:bodyPr anchor="ctr">
            <a:normAutofit/>
          </a:bodyPr>
          <a:lstStyle>
            <a:lvl1pPr marL="0" indent="0" algn="ctr">
              <a:lnSpc>
                <a:spcPct val="100000"/>
              </a:lnSpc>
              <a:spcBef>
                <a:spcPts val="0"/>
              </a:spcBef>
              <a:buNone/>
              <a:defRPr sz="2400" b="0" i="0">
                <a:solidFill>
                  <a:schemeClr val="bg1"/>
                </a:solidFill>
              </a:defRPr>
            </a:lvl1pPr>
            <a:lvl2pPr marL="0" indent="0" algn="ctr">
              <a:lnSpc>
                <a:spcPct val="100000"/>
              </a:lnSpc>
              <a:spcBef>
                <a:spcPts val="0"/>
              </a:spcBef>
              <a:buNone/>
              <a:defRPr>
                <a:solidFill>
                  <a:schemeClr val="bg1"/>
                </a:solidFill>
              </a:defRPr>
            </a:lvl2pPr>
            <a:lvl3pPr marL="0" indent="0" algn="ctr">
              <a:lnSpc>
                <a:spcPct val="100000"/>
              </a:lnSpc>
              <a:spcBef>
                <a:spcPts val="0"/>
              </a:spcBef>
              <a:buNone/>
              <a:defRPr>
                <a:solidFill>
                  <a:schemeClr val="bg1"/>
                </a:solidFill>
              </a:defRPr>
            </a:lvl3pPr>
            <a:lvl4pPr marL="0" indent="0" algn="ctr">
              <a:lnSpc>
                <a:spcPct val="100000"/>
              </a:lnSpc>
              <a:spcBef>
                <a:spcPts val="0"/>
              </a:spcBef>
              <a:buNone/>
              <a:defRPr>
                <a:solidFill>
                  <a:schemeClr val="bg1"/>
                </a:solidFill>
              </a:defRPr>
            </a:lvl4pPr>
            <a:lvl5pPr marL="0" indent="0" algn="ctr">
              <a:lnSpc>
                <a:spcPct val="100000"/>
              </a:lnSpc>
              <a:spcBef>
                <a:spcPts val="0"/>
              </a:spcBef>
              <a:buNone/>
              <a:defRPr>
                <a:solidFill>
                  <a:schemeClr val="bg1"/>
                </a:solidFill>
              </a:defRPr>
            </a:lvl5pPr>
            <a:lvl6pPr marL="0" indent="0" algn="ctr">
              <a:lnSpc>
                <a:spcPct val="100000"/>
              </a:lnSpc>
              <a:spcBef>
                <a:spcPts val="0"/>
              </a:spcBef>
              <a:buNone/>
              <a:defRPr>
                <a:solidFill>
                  <a:schemeClr val="bg1"/>
                </a:solidFill>
              </a:defRPr>
            </a:lvl6pPr>
            <a:lvl7pPr marL="0" indent="0" algn="ctr">
              <a:lnSpc>
                <a:spcPct val="100000"/>
              </a:lnSpc>
              <a:spcBef>
                <a:spcPts val="0"/>
              </a:spcBef>
              <a:buNone/>
              <a:defRPr>
                <a:solidFill>
                  <a:schemeClr val="bg1"/>
                </a:solidFill>
              </a:defRPr>
            </a:lvl7pPr>
            <a:lvl8pPr marL="0" indent="0" algn="ctr">
              <a:lnSpc>
                <a:spcPct val="100000"/>
              </a:lnSpc>
              <a:spcBef>
                <a:spcPts val="0"/>
              </a:spcBef>
              <a:buNone/>
              <a:defRPr>
                <a:solidFill>
                  <a:schemeClr val="bg1"/>
                </a:solidFill>
              </a:defRPr>
            </a:lvl8pPr>
            <a:lvl9pPr marL="0" indent="0" algn="ctr">
              <a:lnSpc>
                <a:spcPct val="100000"/>
              </a:lnSpc>
              <a:spcBef>
                <a:spcPts val="0"/>
              </a:spcBef>
              <a:buNone/>
              <a:defRPr>
                <a:solidFill>
                  <a:schemeClr val="bg1"/>
                </a:solidFill>
              </a:defRPr>
            </a:lvl9pPr>
          </a:lstStyle>
          <a:p>
            <a:pPr lvl="0"/>
            <a:r>
              <a:t>Click to add text</a:t>
            </a:r>
          </a:p>
        </p:txBody>
      </p:sp>
    </p:spTree>
    <p:extLst>
      <p:ext uri="{BB962C8B-B14F-4D97-AF65-F5344CB8AC3E}">
        <p14:creationId xmlns:p14="http://schemas.microsoft.com/office/powerpoint/2010/main" val="578913241"/>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 Content w Pi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Content Placeholder 2"/>
          <p:cNvSpPr>
            <a:spLocks noGrp="1"/>
          </p:cNvSpPr>
          <p:nvPr>
            <p:ph sz="half" idx="1" hasCustomPrompt="1"/>
          </p:nvPr>
        </p:nvSpPr>
        <p:spPr>
          <a:xfrm>
            <a:off x="629848" y="1523998"/>
            <a:ext cx="6583680" cy="1737360"/>
          </a:xfrm>
        </p:spPr>
        <p:txBody>
          <a:bodyPr>
            <a:noAutofit/>
          </a:bodyPr>
          <a:lstStyle>
            <a:lvl1pPr>
              <a:defRPr b="0" i="0"/>
            </a:lvl1pPr>
            <a:lvl2pPr>
              <a:defRPr b="0" i="0"/>
            </a:lvl2pPr>
            <a:lvl3pPr>
              <a:defRPr b="0" i="0"/>
            </a:lvl3pPr>
          </a:lstStyle>
          <a:p>
            <a:pPr lvl="0"/>
            <a:r>
              <a:t>Click to add text or choose an icon below to insert other content</a:t>
            </a:r>
          </a:p>
          <a:p>
            <a:pPr lvl="1"/>
            <a:r>
              <a:t>Second level</a:t>
            </a:r>
          </a:p>
          <a:p>
            <a:pPr lvl="2"/>
            <a:r>
              <a:t>Third level</a:t>
            </a:r>
          </a:p>
        </p:txBody>
      </p:sp>
      <p:sp>
        <p:nvSpPr>
          <p:cNvPr id="9" name="Media Placeholder 2"/>
          <p:cNvSpPr>
            <a:spLocks noGrp="1"/>
          </p:cNvSpPr>
          <p:nvPr>
            <p:ph type="media" sz="quarter" idx="31" hasCustomPrompt="1"/>
          </p:nvPr>
        </p:nvSpPr>
        <p:spPr>
          <a:xfrm>
            <a:off x="642939" y="3555149"/>
            <a:ext cx="6583680" cy="9144"/>
          </a:xfrm>
          <a:prstGeom prst="rect">
            <a:avLst/>
          </a:prstGeom>
          <a:solidFill>
            <a:srgbClr val="FF6600"/>
          </a:solidFill>
        </p:spPr>
        <p:txBody>
          <a:bodyPr/>
          <a:lstStyle>
            <a:lvl1pPr marL="0" indent="0">
              <a:buNone/>
              <a:defRPr b="0" i="0"/>
            </a:lvl1pPr>
          </a:lstStyle>
          <a:p>
            <a:r>
              <a:rPr dirty="0"/>
              <a:t> </a:t>
            </a:r>
          </a:p>
        </p:txBody>
      </p:sp>
      <p:sp>
        <p:nvSpPr>
          <p:cNvPr id="4" name="Content Placeholder 3"/>
          <p:cNvSpPr>
            <a:spLocks noGrp="1"/>
          </p:cNvSpPr>
          <p:nvPr>
            <p:ph sz="half" idx="2" hasCustomPrompt="1"/>
          </p:nvPr>
        </p:nvSpPr>
        <p:spPr>
          <a:xfrm>
            <a:off x="609600" y="3867923"/>
            <a:ext cx="6583680" cy="1737360"/>
          </a:xfrm>
        </p:spPr>
        <p:txBody>
          <a:bodyPr>
            <a:noAutofit/>
          </a:bodyPr>
          <a:lstStyle>
            <a:lvl1pPr>
              <a:defRPr b="0" i="0"/>
            </a:lvl1pPr>
            <a:lvl2pPr>
              <a:defRPr b="0" i="0"/>
            </a:lvl2pPr>
            <a:lvl3pPr>
              <a:defRPr b="0" i="0"/>
            </a:lvl3pPr>
          </a:lstStyle>
          <a:p>
            <a:pPr lvl="0"/>
            <a:r>
              <a:t>Click to add text or choose an icon below to insert other content</a:t>
            </a:r>
          </a:p>
          <a:p>
            <a:pPr lvl="1"/>
            <a:r>
              <a:t>Second level</a:t>
            </a:r>
          </a:p>
          <a:p>
            <a:pPr lvl="2"/>
            <a:r>
              <a:t>Third level</a:t>
            </a:r>
          </a:p>
        </p:txBody>
      </p:sp>
      <p:sp>
        <p:nvSpPr>
          <p:cNvPr id="15" name="Picture Placeholder 14"/>
          <p:cNvSpPr>
            <a:spLocks noGrp="1"/>
          </p:cNvSpPr>
          <p:nvPr>
            <p:ph type="pic" sz="quarter" idx="32" hasCustomPrompt="1"/>
          </p:nvPr>
        </p:nvSpPr>
        <p:spPr>
          <a:xfrm>
            <a:off x="7574507" y="1523999"/>
            <a:ext cx="3906293" cy="4114800"/>
          </a:xfrm>
          <a:blipFill>
            <a:blip r:embed="rId2"/>
            <a:stretch>
              <a:fillRect/>
            </a:stretch>
          </a:blipFill>
          <a:effectLst>
            <a:outerShdw blurRad="50800" dist="38100" dir="2700000" algn="tl" rotWithShape="0">
              <a:prstClr val="black">
                <a:alpha val="40000"/>
              </a:prstClr>
            </a:outerShdw>
          </a:effectLst>
        </p:spPr>
        <p:txBody>
          <a:bodyPr tIns="1005840">
            <a:noAutofit/>
          </a:bodyPr>
          <a:lstStyle>
            <a:lvl1pPr marL="0" indent="0" algn="ctr">
              <a:buNone/>
              <a:defRPr b="0" i="0"/>
            </a:lvl1pPr>
          </a:lstStyle>
          <a:p>
            <a:r>
              <a:rPr dirty="0"/>
              <a:t>Click icon or drag and drop </a:t>
            </a:r>
            <a:br>
              <a:rPr dirty="0"/>
            </a:br>
            <a:r>
              <a:rPr dirty="0"/>
              <a:t>to add picture</a:t>
            </a:r>
          </a:p>
        </p:txBody>
      </p:sp>
    </p:spTree>
    <p:extLst>
      <p:ext uri="{BB962C8B-B14F-4D97-AF65-F5344CB8AC3E}">
        <p14:creationId xmlns:p14="http://schemas.microsoft.com/office/powerpoint/2010/main" val="305142545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Picture (Add Your Ow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7" name="Picture Placeholder 6"/>
          <p:cNvSpPr>
            <a:spLocks noGrp="1"/>
          </p:cNvSpPr>
          <p:nvPr>
            <p:ph type="pic" sz="quarter" idx="13" hasCustomPrompt="1"/>
          </p:nvPr>
        </p:nvSpPr>
        <p:spPr>
          <a:xfrm>
            <a:off x="0" y="1130021"/>
            <a:ext cx="12192000" cy="5194579"/>
          </a:xfrm>
          <a:solidFill>
            <a:srgbClr val="E6E6E6"/>
          </a:solidFill>
        </p:spPr>
        <p:txBody>
          <a:bodyPr tIns="1828800"/>
          <a:lstStyle>
            <a:lvl1pPr marL="0" indent="0" algn="ctr">
              <a:buNone/>
              <a:defRPr b="0" i="0"/>
            </a:lvl1pPr>
          </a:lstStyle>
          <a:p>
            <a:r>
              <a:rPr dirty="0"/>
              <a:t>Click icon or drag and drop to add picture</a:t>
            </a:r>
          </a:p>
        </p:txBody>
      </p:sp>
    </p:spTree>
    <p:extLst>
      <p:ext uri="{BB962C8B-B14F-4D97-AF65-F5344CB8AC3E}">
        <p14:creationId xmlns:p14="http://schemas.microsoft.com/office/powerpoint/2010/main" val="837240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Devices">
    <p:bg>
      <p:bgRef idx="1001">
        <a:schemeClr val="bg1"/>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D9152-4A2F-4ACE-9A46-E4916C90D64F}"/>
              </a:ext>
            </a:extLst>
          </p:cNvPr>
          <p:cNvSpPr txBox="1"/>
          <p:nvPr/>
        </p:nvSpPr>
        <p:spPr>
          <a:xfrm>
            <a:off x="609600" y="2773436"/>
            <a:ext cx="10972800" cy="1311128"/>
          </a:xfrm>
          <a:prstGeom prst="rect">
            <a:avLst/>
          </a:prstGeom>
          <a:noFill/>
        </p:spPr>
        <p:txBody>
          <a:bodyPr wrap="square" rtlCol="0">
            <a:spAutoFit/>
          </a:bodyPr>
          <a:lstStyle/>
          <a:p>
            <a:pPr algn="ctr">
              <a:lnSpc>
                <a:spcPct val="90000"/>
              </a:lnSpc>
            </a:pPr>
            <a:r>
              <a:rPr sz="8800" dirty="0">
                <a:solidFill>
                  <a:srgbClr val="FFFFFF"/>
                </a:solidFill>
              </a:rPr>
              <a:t>Devices</a:t>
            </a:r>
          </a:p>
        </p:txBody>
      </p:sp>
    </p:spTree>
    <p:extLst>
      <p:ext uri="{BB962C8B-B14F-4D97-AF65-F5344CB8AC3E}">
        <p14:creationId xmlns:p14="http://schemas.microsoft.com/office/powerpoint/2010/main" val="1459777135"/>
      </p:ext>
    </p:extLst>
  </p:cSld>
  <p:clrMapOvr>
    <a:overrideClrMapping bg1="dk1" tx1="lt1" bg2="dk2" tx2="lt2" accent1="accent1" accent2="accent2" accent3="accent3" accent4="accent4" accent5="accent5" accent6="accent6" hlink="hlink" folHlink="folHlink"/>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Monito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B3ECD71-1D57-4155-AB09-F38A0FEB52CB}"/>
              </a:ext>
            </a:extLst>
          </p:cNvPr>
          <p:cNvSpPr/>
          <p:nvPr/>
        </p:nvSpPr>
        <p:spPr>
          <a:xfrm>
            <a:off x="-2" y="1131560"/>
            <a:ext cx="12192002" cy="172267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sz="1800" b="0" i="0" dirty="0">
              <a:solidFill>
                <a:schemeClr val="bg2"/>
              </a:solidFill>
            </a:endParaRPr>
          </a:p>
        </p:txBody>
      </p:sp>
      <p:cxnSp>
        <p:nvCxnSpPr>
          <p:cNvPr id="9" name="Straight Connector 8">
            <a:extLst>
              <a:ext uri="{FF2B5EF4-FFF2-40B4-BE49-F238E27FC236}">
                <a16:creationId xmlns:a16="http://schemas.microsoft.com/office/drawing/2014/main" id="{19087B3E-8C28-46D5-87EC-CFFEC1A53583}"/>
              </a:ext>
            </a:extLst>
          </p:cNvPr>
          <p:cNvCxnSpPr>
            <a:cxnSpLocks/>
          </p:cNvCxnSpPr>
          <p:nvPr/>
        </p:nvCxnSpPr>
        <p:spPr>
          <a:xfrm>
            <a:off x="1724" y="2854236"/>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0F50E2-601C-4B05-B93F-BEA0C4CA1D5E}"/>
              </a:ext>
            </a:extLst>
          </p:cNvPr>
          <p:cNvSpPr>
            <a:spLocks noGrp="1"/>
          </p:cNvSpPr>
          <p:nvPr>
            <p:ph type="title"/>
          </p:nvPr>
        </p:nvSpPr>
        <p:spPr/>
        <p:txBody>
          <a:bodyPr/>
          <a:lstStyle/>
          <a:p>
            <a:r>
              <a:rPr lang="en-US"/>
              <a:t>Click to edit Master title style</a:t>
            </a:r>
            <a:endParaRPr/>
          </a:p>
        </p:txBody>
      </p:sp>
      <p:sp>
        <p:nvSpPr>
          <p:cNvPr id="12" name="Text Placeholder 11">
            <a:extLst>
              <a:ext uri="{FF2B5EF4-FFF2-40B4-BE49-F238E27FC236}">
                <a16:creationId xmlns:a16="http://schemas.microsoft.com/office/drawing/2014/main" id="{16688F01-24F3-4078-ADFB-AE546DC21627}"/>
              </a:ext>
            </a:extLst>
          </p:cNvPr>
          <p:cNvSpPr>
            <a:spLocks noGrp="1"/>
          </p:cNvSpPr>
          <p:nvPr>
            <p:ph type="body" sz="quarter" idx="13" hasCustomPrompt="1"/>
          </p:nvPr>
        </p:nvSpPr>
        <p:spPr>
          <a:xfrm>
            <a:off x="457201" y="3150187"/>
            <a:ext cx="4170217" cy="27404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
        <p:nvSpPr>
          <p:cNvPr id="14" name="Text Placeholder 11">
            <a:extLst>
              <a:ext uri="{FF2B5EF4-FFF2-40B4-BE49-F238E27FC236}">
                <a16:creationId xmlns:a16="http://schemas.microsoft.com/office/drawing/2014/main" id="{AD3A2F10-3FDB-448A-AB8E-37A9BE106D0A}"/>
              </a:ext>
            </a:extLst>
          </p:cNvPr>
          <p:cNvSpPr>
            <a:spLocks noGrp="1"/>
          </p:cNvSpPr>
          <p:nvPr>
            <p:ph type="body" sz="quarter" idx="14" hasCustomPrompt="1"/>
          </p:nvPr>
        </p:nvSpPr>
        <p:spPr>
          <a:xfrm>
            <a:off x="457201" y="1761115"/>
            <a:ext cx="4167194" cy="369332"/>
          </a:xfrm>
        </p:spPr>
        <p:txBody>
          <a:bodyPr>
            <a:normAutofit/>
          </a:bodyPr>
          <a:lstStyle>
            <a:lvl1pPr marL="0" indent="0">
              <a:spcBef>
                <a:spcPts val="0"/>
              </a:spcBef>
              <a:buNone/>
              <a:defRPr sz="240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Header Text</a:t>
            </a:r>
          </a:p>
          <a:p>
            <a:pPr lvl="1"/>
            <a:r>
              <a:t>Second level</a:t>
            </a:r>
          </a:p>
        </p:txBody>
      </p:sp>
      <p:sp>
        <p:nvSpPr>
          <p:cNvPr id="16" name="Rectangle 15">
            <a:extLst>
              <a:ext uri="{FF2B5EF4-FFF2-40B4-BE49-F238E27FC236}">
                <a16:creationId xmlns:a16="http://schemas.microsoft.com/office/drawing/2014/main" id="{E3AC5B21-6032-4E75-A886-0490BD0672FF}"/>
              </a:ext>
            </a:extLst>
          </p:cNvPr>
          <p:cNvSpPr/>
          <p:nvPr/>
        </p:nvSpPr>
        <p:spPr>
          <a:xfrm>
            <a:off x="5724525" y="1590675"/>
            <a:ext cx="5791200" cy="3609975"/>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1" name="Monitor" descr="A screen shot of a computer&#10;&#10;Description automatically generated">
            <a:extLst>
              <a:ext uri="{FF2B5EF4-FFF2-40B4-BE49-F238E27FC236}">
                <a16:creationId xmlns:a16="http://schemas.microsoft.com/office/drawing/2014/main" id="{A20BA736-4B6D-4F91-9D32-0E187B68119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499150" y="1311097"/>
            <a:ext cx="6245075" cy="4823003"/>
          </a:xfrm>
          <a:prstGeom prst="rect">
            <a:avLst/>
          </a:prstGeom>
        </p:spPr>
      </p:pic>
      <p:sp>
        <p:nvSpPr>
          <p:cNvPr id="15" name="Picture Placeholder 14">
            <a:extLst>
              <a:ext uri="{FF2B5EF4-FFF2-40B4-BE49-F238E27FC236}">
                <a16:creationId xmlns:a16="http://schemas.microsoft.com/office/drawing/2014/main" id="{E96629E9-FA44-48F3-92B3-67A8727BA771}"/>
              </a:ext>
            </a:extLst>
          </p:cNvPr>
          <p:cNvSpPr>
            <a:spLocks noGrp="1"/>
          </p:cNvSpPr>
          <p:nvPr>
            <p:ph type="pic" sz="quarter" idx="15" hasCustomPrompt="1"/>
          </p:nvPr>
        </p:nvSpPr>
        <p:spPr>
          <a:xfrm>
            <a:off x="5772150" y="1631156"/>
            <a:ext cx="5700714" cy="3512345"/>
          </a:xfrm>
          <a:solidFill>
            <a:srgbClr val="E6E6E6"/>
          </a:solidFill>
        </p:spPr>
        <p:txBody>
          <a:bodyPr tIns="914400"/>
          <a:lstStyle>
            <a:lvl1pPr algn="ctr">
              <a:buNone/>
              <a:defRPr/>
            </a:lvl1pPr>
          </a:lstStyle>
          <a:p>
            <a:r>
              <a:rPr dirty="0"/>
              <a:t>Click icon or drag and drop to add picture</a:t>
            </a:r>
          </a:p>
        </p:txBody>
      </p:sp>
    </p:spTree>
    <p:extLst>
      <p:ext uri="{BB962C8B-B14F-4D97-AF65-F5344CB8AC3E}">
        <p14:creationId xmlns:p14="http://schemas.microsoft.com/office/powerpoint/2010/main" val="277092899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Phone and Table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0"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6" name="Tablet Fill Rectangle 15">
            <a:extLst>
              <a:ext uri="{FF2B5EF4-FFF2-40B4-BE49-F238E27FC236}">
                <a16:creationId xmlns:a16="http://schemas.microsoft.com/office/drawing/2014/main" id="{E4D87BDE-55C4-46ED-ACB1-EDCDC424D980}"/>
              </a:ext>
            </a:extLst>
          </p:cNvPr>
          <p:cNvSpPr/>
          <p:nvPr/>
        </p:nvSpPr>
        <p:spPr>
          <a:xfrm>
            <a:off x="8610601" y="152400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0" name="Tablet" descr="Graphical user interface&#10;&#10;Description automatically generated">
            <a:extLst>
              <a:ext uri="{FF2B5EF4-FFF2-40B4-BE49-F238E27FC236}">
                <a16:creationId xmlns:a16="http://schemas.microsoft.com/office/drawing/2014/main" id="{22E68041-471E-40E1-8361-27648AF65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4053" y="1116558"/>
            <a:ext cx="3691259" cy="4932217"/>
          </a:xfrm>
          <a:prstGeom prst="rect">
            <a:avLst/>
          </a:prstGeom>
        </p:spPr>
      </p:pic>
      <p:pic>
        <p:nvPicPr>
          <p:cNvPr id="13" name="Cell" descr="A screen shot of a computer&#10;&#10;Description automatically generated">
            <a:extLst>
              <a:ext uri="{FF2B5EF4-FFF2-40B4-BE49-F238E27FC236}">
                <a16:creationId xmlns:a16="http://schemas.microsoft.com/office/drawing/2014/main" id="{4D971C02-31C7-4339-BB32-3E60B932533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118922" y="3297382"/>
            <a:ext cx="1311066" cy="2751393"/>
          </a:xfrm>
          <a:prstGeom prst="rect">
            <a:avLst/>
          </a:prstGeom>
        </p:spPr>
      </p:pic>
      <p:sp>
        <p:nvSpPr>
          <p:cNvPr id="18" name="Picture Placeholder 17">
            <a:extLst>
              <a:ext uri="{FF2B5EF4-FFF2-40B4-BE49-F238E27FC236}">
                <a16:creationId xmlns:a16="http://schemas.microsoft.com/office/drawing/2014/main" id="{04A532DB-CFF7-4411-BB84-D34F100FC2DB}"/>
              </a:ext>
            </a:extLst>
          </p:cNvPr>
          <p:cNvSpPr>
            <a:spLocks noGrp="1"/>
          </p:cNvSpPr>
          <p:nvPr>
            <p:ph type="pic" sz="quarter" idx="15" hasCustomPrompt="1"/>
          </p:nvPr>
        </p:nvSpPr>
        <p:spPr>
          <a:xfrm>
            <a:off x="8148518" y="343898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21" name="Picture Placeholder 20">
            <a:extLst>
              <a:ext uri="{FF2B5EF4-FFF2-40B4-BE49-F238E27FC236}">
                <a16:creationId xmlns:a16="http://schemas.microsoft.com/office/drawing/2014/main" id="{FADC6A4C-A326-46AE-8C46-7EDDEB9B3C3B}"/>
              </a:ext>
            </a:extLst>
          </p:cNvPr>
          <p:cNvSpPr>
            <a:spLocks noGrp="1"/>
          </p:cNvSpPr>
          <p:nvPr>
            <p:ph type="pic" sz="quarter" idx="14" hasCustomPrompt="1"/>
          </p:nvPr>
        </p:nvSpPr>
        <p:spPr>
          <a:xfrm>
            <a:off x="8674893" y="158114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Tree>
    <p:extLst>
      <p:ext uri="{BB962C8B-B14F-4D97-AF65-F5344CB8AC3E}">
        <p14:creationId xmlns:p14="http://schemas.microsoft.com/office/powerpoint/2010/main" val="99528161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hone and Table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F04D-00DC-4E12-8CB5-DF5B44DF25EA}"/>
              </a:ext>
            </a:extLst>
          </p:cNvPr>
          <p:cNvSpPr>
            <a:spLocks noGrp="1"/>
          </p:cNvSpPr>
          <p:nvPr>
            <p:ph type="title"/>
          </p:nvPr>
        </p:nvSpPr>
        <p:spPr/>
        <p:txBody>
          <a:bodyPr/>
          <a:lstStyle/>
          <a:p>
            <a:r>
              <a:rPr lang="en-US"/>
              <a:t>Click to edit Master title style</a:t>
            </a:r>
            <a:endParaRPr/>
          </a:p>
        </p:txBody>
      </p:sp>
      <p:cxnSp>
        <p:nvCxnSpPr>
          <p:cNvPr id="6" name="Straight Connector 5">
            <a:extLst>
              <a:ext uri="{FF2B5EF4-FFF2-40B4-BE49-F238E27FC236}">
                <a16:creationId xmlns:a16="http://schemas.microsoft.com/office/drawing/2014/main" id="{E663CCDD-A126-4F5E-9E57-592AEB54997F}"/>
              </a:ext>
            </a:extLst>
          </p:cNvPr>
          <p:cNvCxnSpPr>
            <a:cxnSpLocks/>
          </p:cNvCxnSpPr>
          <p:nvPr/>
        </p:nvCxnSpPr>
        <p:spPr>
          <a:xfrm>
            <a:off x="1724"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3909F94E-5FE1-48E2-8571-AF608BB07361}"/>
              </a:ext>
            </a:extLst>
          </p:cNvPr>
          <p:cNvSpPr>
            <a:spLocks noGrp="1"/>
          </p:cNvSpPr>
          <p:nvPr>
            <p:ph type="body" sz="quarter" idx="13" hasCustomPrompt="1"/>
          </p:nvPr>
        </p:nvSpPr>
        <p:spPr>
          <a:xfrm>
            <a:off x="4514464" y="171745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5" name="Text Placeholder 12">
            <a:extLst>
              <a:ext uri="{FF2B5EF4-FFF2-40B4-BE49-F238E27FC236}">
                <a16:creationId xmlns:a16="http://schemas.microsoft.com/office/drawing/2014/main" id="{00D5347C-18F4-4F36-8AD9-DD78FAD0504B}"/>
              </a:ext>
            </a:extLst>
          </p:cNvPr>
          <p:cNvSpPr>
            <a:spLocks noGrp="1"/>
          </p:cNvSpPr>
          <p:nvPr>
            <p:ph type="body" sz="quarter" idx="14" hasCustomPrompt="1"/>
          </p:nvPr>
        </p:nvSpPr>
        <p:spPr>
          <a:xfrm>
            <a:off x="6400720" y="1715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16" name="Text Placeholder 12">
            <a:extLst>
              <a:ext uri="{FF2B5EF4-FFF2-40B4-BE49-F238E27FC236}">
                <a16:creationId xmlns:a16="http://schemas.microsoft.com/office/drawing/2014/main" id="{3FDD05B7-59E6-407C-91C1-79D113DE5FCD}"/>
              </a:ext>
            </a:extLst>
          </p:cNvPr>
          <p:cNvSpPr>
            <a:spLocks noGrp="1"/>
          </p:cNvSpPr>
          <p:nvPr>
            <p:ph type="body" sz="quarter" idx="15" hasCustomPrompt="1"/>
          </p:nvPr>
        </p:nvSpPr>
        <p:spPr>
          <a:xfrm>
            <a:off x="4514464" y="2781946"/>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7" name="Text Placeholder 12">
            <a:extLst>
              <a:ext uri="{FF2B5EF4-FFF2-40B4-BE49-F238E27FC236}">
                <a16:creationId xmlns:a16="http://schemas.microsoft.com/office/drawing/2014/main" id="{6DBE2B37-3CD2-4CD8-88D2-EE74238EC6A5}"/>
              </a:ext>
            </a:extLst>
          </p:cNvPr>
          <p:cNvSpPr>
            <a:spLocks noGrp="1"/>
          </p:cNvSpPr>
          <p:nvPr>
            <p:ph type="body" sz="quarter" idx="16" hasCustomPrompt="1"/>
          </p:nvPr>
        </p:nvSpPr>
        <p:spPr>
          <a:xfrm>
            <a:off x="4514464" y="3846440"/>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8" name="Text Placeholder 12">
            <a:extLst>
              <a:ext uri="{FF2B5EF4-FFF2-40B4-BE49-F238E27FC236}">
                <a16:creationId xmlns:a16="http://schemas.microsoft.com/office/drawing/2014/main" id="{0682D007-4809-43B9-BA47-DB26E41E7485}"/>
              </a:ext>
            </a:extLst>
          </p:cNvPr>
          <p:cNvSpPr>
            <a:spLocks noGrp="1"/>
          </p:cNvSpPr>
          <p:nvPr>
            <p:ph type="body" sz="quarter" idx="17" hasCustomPrompt="1"/>
          </p:nvPr>
        </p:nvSpPr>
        <p:spPr>
          <a:xfrm>
            <a:off x="4514464" y="4910934"/>
            <a:ext cx="1645920" cy="341632"/>
          </a:xfrm>
        </p:spPr>
        <p:txBody>
          <a:bodyPr/>
          <a:lstStyle>
            <a:lvl1pPr marL="0" indent="0">
              <a:spcBef>
                <a:spcPts val="0"/>
              </a:spcBef>
              <a:buNone/>
              <a:defRPr sz="1800" b="0">
                <a:solidFill>
                  <a:srgbClr val="FF6600"/>
                </a:solidFill>
                <a:latin typeface="+mj-lt"/>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Header Text</a:t>
            </a:r>
          </a:p>
        </p:txBody>
      </p:sp>
      <p:sp>
        <p:nvSpPr>
          <p:cNvPr id="19" name="Text Placeholder 12">
            <a:extLst>
              <a:ext uri="{FF2B5EF4-FFF2-40B4-BE49-F238E27FC236}">
                <a16:creationId xmlns:a16="http://schemas.microsoft.com/office/drawing/2014/main" id="{ECDDE34D-E049-406C-8C12-D983C055AAA7}"/>
              </a:ext>
            </a:extLst>
          </p:cNvPr>
          <p:cNvSpPr>
            <a:spLocks noGrp="1"/>
          </p:cNvSpPr>
          <p:nvPr>
            <p:ph type="body" sz="quarter" idx="18" hasCustomPrompt="1"/>
          </p:nvPr>
        </p:nvSpPr>
        <p:spPr>
          <a:xfrm>
            <a:off x="6400720" y="2781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0" name="Text Placeholder 12">
            <a:extLst>
              <a:ext uri="{FF2B5EF4-FFF2-40B4-BE49-F238E27FC236}">
                <a16:creationId xmlns:a16="http://schemas.microsoft.com/office/drawing/2014/main" id="{57412209-38F4-41D0-BFD8-8E45D030D138}"/>
              </a:ext>
            </a:extLst>
          </p:cNvPr>
          <p:cNvSpPr>
            <a:spLocks noGrp="1"/>
          </p:cNvSpPr>
          <p:nvPr>
            <p:ph type="body" sz="quarter" idx="19" hasCustomPrompt="1"/>
          </p:nvPr>
        </p:nvSpPr>
        <p:spPr>
          <a:xfrm>
            <a:off x="6400720" y="38484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1" name="Text Placeholder 12">
            <a:extLst>
              <a:ext uri="{FF2B5EF4-FFF2-40B4-BE49-F238E27FC236}">
                <a16:creationId xmlns:a16="http://schemas.microsoft.com/office/drawing/2014/main" id="{1E73265C-FFA0-4704-A098-93BF82BB15E5}"/>
              </a:ext>
            </a:extLst>
          </p:cNvPr>
          <p:cNvSpPr>
            <a:spLocks noGrp="1"/>
          </p:cNvSpPr>
          <p:nvPr>
            <p:ph type="body" sz="quarter" idx="20" hasCustomPrompt="1"/>
          </p:nvPr>
        </p:nvSpPr>
        <p:spPr>
          <a:xfrm>
            <a:off x="6400720" y="4914950"/>
            <a:ext cx="5294516" cy="341628"/>
          </a:xfrm>
        </p:spPr>
        <p:txBody>
          <a:bodyPr/>
          <a:lstStyle>
            <a:lvl1pPr marL="0" indent="0">
              <a:spcBef>
                <a:spcPts val="0"/>
              </a:spcBef>
              <a:buNone/>
              <a:defRPr sz="16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t>Click to add text</a:t>
            </a:r>
          </a:p>
        </p:txBody>
      </p:sp>
      <p:sp>
        <p:nvSpPr>
          <p:cNvPr id="22" name="Media Placeholder 17">
            <a:extLst>
              <a:ext uri="{FF2B5EF4-FFF2-40B4-BE49-F238E27FC236}">
                <a16:creationId xmlns:a16="http://schemas.microsoft.com/office/drawing/2014/main" id="{7E444553-8808-4A6E-99C8-1107CBB788A8}"/>
              </a:ext>
            </a:extLst>
          </p:cNvPr>
          <p:cNvSpPr>
            <a:spLocks noGrp="1"/>
          </p:cNvSpPr>
          <p:nvPr>
            <p:ph type="media" sz="quarter" idx="22" hasCustomPrompt="1"/>
          </p:nvPr>
        </p:nvSpPr>
        <p:spPr>
          <a:xfrm>
            <a:off x="6245352" y="1527048"/>
            <a:ext cx="9144" cy="722376"/>
          </a:xfrm>
          <a:solidFill>
            <a:schemeClr val="bg1">
              <a:lumMod val="65000"/>
            </a:schemeClr>
          </a:solidFill>
        </p:spPr>
        <p:txBody>
          <a:bodyPr>
            <a:noAutofit/>
          </a:bodyPr>
          <a:lstStyle>
            <a:lvl1pPr marL="0" indent="0">
              <a:buNone/>
              <a:defRPr sz="100" b="0" i="0"/>
            </a:lvl1pPr>
          </a:lstStyle>
          <a:p>
            <a:r>
              <a:rPr dirty="0"/>
              <a:t> </a:t>
            </a:r>
          </a:p>
        </p:txBody>
      </p:sp>
      <p:sp>
        <p:nvSpPr>
          <p:cNvPr id="23" name="Media Placeholder 2">
            <a:extLst>
              <a:ext uri="{FF2B5EF4-FFF2-40B4-BE49-F238E27FC236}">
                <a16:creationId xmlns:a16="http://schemas.microsoft.com/office/drawing/2014/main" id="{B7966B18-F720-4044-A15C-3333D228AFEA}"/>
              </a:ext>
            </a:extLst>
          </p:cNvPr>
          <p:cNvSpPr>
            <a:spLocks noGrp="1"/>
          </p:cNvSpPr>
          <p:nvPr>
            <p:ph type="media" sz="quarter" idx="31" hasCustomPrompt="1"/>
          </p:nvPr>
        </p:nvSpPr>
        <p:spPr>
          <a:xfrm>
            <a:off x="4572000" y="2432304"/>
            <a:ext cx="7013448" cy="9144"/>
          </a:xfrm>
          <a:prstGeom prst="rect">
            <a:avLst/>
          </a:prstGeom>
          <a:solidFill>
            <a:schemeClr val="bg1">
              <a:lumMod val="65000"/>
            </a:schemeClr>
          </a:solidFill>
        </p:spPr>
        <p:txBody>
          <a:bodyPr/>
          <a:lstStyle>
            <a:lvl1pPr marL="0" indent="0">
              <a:buNone/>
              <a:defRPr b="0" i="0"/>
            </a:lvl1pPr>
          </a:lstStyle>
          <a:p>
            <a:r>
              <a:rPr dirty="0"/>
              <a:t> </a:t>
            </a:r>
          </a:p>
        </p:txBody>
      </p:sp>
      <p:sp>
        <p:nvSpPr>
          <p:cNvPr id="24" name="Media Placeholder 17">
            <a:extLst>
              <a:ext uri="{FF2B5EF4-FFF2-40B4-BE49-F238E27FC236}">
                <a16:creationId xmlns:a16="http://schemas.microsoft.com/office/drawing/2014/main" id="{0A36658E-B40F-4856-A3C0-94A8A56258AE}"/>
              </a:ext>
            </a:extLst>
          </p:cNvPr>
          <p:cNvSpPr>
            <a:spLocks noGrp="1"/>
          </p:cNvSpPr>
          <p:nvPr>
            <p:ph type="media" sz="quarter" idx="32" hasCustomPrompt="1"/>
          </p:nvPr>
        </p:nvSpPr>
        <p:spPr>
          <a:xfrm>
            <a:off x="6245352" y="2587752"/>
            <a:ext cx="9144" cy="722376"/>
          </a:xfrm>
          <a:solidFill>
            <a:schemeClr val="bg1">
              <a:lumMod val="65000"/>
            </a:schemeClr>
          </a:solidFill>
        </p:spPr>
        <p:txBody>
          <a:bodyPr>
            <a:noAutofit/>
          </a:bodyPr>
          <a:lstStyle>
            <a:lvl1pPr marL="0" indent="0">
              <a:buNone/>
              <a:defRPr sz="100" b="0" i="0"/>
            </a:lvl1pPr>
          </a:lstStyle>
          <a:p>
            <a:r>
              <a:rPr dirty="0"/>
              <a:t> </a:t>
            </a:r>
          </a:p>
        </p:txBody>
      </p:sp>
      <p:sp>
        <p:nvSpPr>
          <p:cNvPr id="25" name="Media Placeholder 2">
            <a:extLst>
              <a:ext uri="{FF2B5EF4-FFF2-40B4-BE49-F238E27FC236}">
                <a16:creationId xmlns:a16="http://schemas.microsoft.com/office/drawing/2014/main" id="{2769BA06-A220-42BF-A12A-8EF384AE78EB}"/>
              </a:ext>
            </a:extLst>
          </p:cNvPr>
          <p:cNvSpPr>
            <a:spLocks noGrp="1"/>
          </p:cNvSpPr>
          <p:nvPr>
            <p:ph type="media" sz="quarter" idx="33" hasCustomPrompt="1"/>
          </p:nvPr>
        </p:nvSpPr>
        <p:spPr>
          <a:xfrm>
            <a:off x="4572000" y="3493008"/>
            <a:ext cx="7013448" cy="9144"/>
          </a:xfrm>
          <a:prstGeom prst="rect">
            <a:avLst/>
          </a:prstGeom>
          <a:solidFill>
            <a:schemeClr val="bg1">
              <a:lumMod val="65000"/>
            </a:schemeClr>
          </a:solidFill>
        </p:spPr>
        <p:txBody>
          <a:bodyPr/>
          <a:lstStyle>
            <a:lvl1pPr marL="0" indent="0">
              <a:buNone/>
              <a:defRPr b="0" i="0"/>
            </a:lvl1pPr>
          </a:lstStyle>
          <a:p>
            <a:r>
              <a:rPr dirty="0"/>
              <a:t> </a:t>
            </a:r>
          </a:p>
        </p:txBody>
      </p:sp>
      <p:sp>
        <p:nvSpPr>
          <p:cNvPr id="26" name="Media Placeholder 17">
            <a:extLst>
              <a:ext uri="{FF2B5EF4-FFF2-40B4-BE49-F238E27FC236}">
                <a16:creationId xmlns:a16="http://schemas.microsoft.com/office/drawing/2014/main" id="{EBB7C35A-3896-4B89-B988-D81181E249AC}"/>
              </a:ext>
            </a:extLst>
          </p:cNvPr>
          <p:cNvSpPr>
            <a:spLocks noGrp="1"/>
          </p:cNvSpPr>
          <p:nvPr>
            <p:ph type="media" sz="quarter" idx="34" hasCustomPrompt="1"/>
          </p:nvPr>
        </p:nvSpPr>
        <p:spPr>
          <a:xfrm>
            <a:off x="6245352" y="3657600"/>
            <a:ext cx="9144" cy="722376"/>
          </a:xfrm>
          <a:solidFill>
            <a:schemeClr val="bg1">
              <a:lumMod val="65000"/>
            </a:schemeClr>
          </a:solidFill>
        </p:spPr>
        <p:txBody>
          <a:bodyPr>
            <a:noAutofit/>
          </a:bodyPr>
          <a:lstStyle>
            <a:lvl1pPr marL="0" indent="0">
              <a:buNone/>
              <a:defRPr sz="100" b="0" i="0"/>
            </a:lvl1pPr>
          </a:lstStyle>
          <a:p>
            <a:r>
              <a:rPr dirty="0"/>
              <a:t> </a:t>
            </a:r>
          </a:p>
        </p:txBody>
      </p:sp>
      <p:sp>
        <p:nvSpPr>
          <p:cNvPr id="27" name="Media Placeholder 2">
            <a:extLst>
              <a:ext uri="{FF2B5EF4-FFF2-40B4-BE49-F238E27FC236}">
                <a16:creationId xmlns:a16="http://schemas.microsoft.com/office/drawing/2014/main" id="{E0375112-CFD6-443A-818B-1EA1AD4A081A}"/>
              </a:ext>
            </a:extLst>
          </p:cNvPr>
          <p:cNvSpPr>
            <a:spLocks noGrp="1"/>
          </p:cNvSpPr>
          <p:nvPr>
            <p:ph type="media" sz="quarter" idx="35" hasCustomPrompt="1"/>
          </p:nvPr>
        </p:nvSpPr>
        <p:spPr>
          <a:xfrm>
            <a:off x="4572000" y="4544568"/>
            <a:ext cx="7013448" cy="9144"/>
          </a:xfrm>
          <a:prstGeom prst="rect">
            <a:avLst/>
          </a:prstGeom>
          <a:solidFill>
            <a:schemeClr val="bg1">
              <a:lumMod val="65000"/>
            </a:schemeClr>
          </a:solidFill>
        </p:spPr>
        <p:txBody>
          <a:bodyPr/>
          <a:lstStyle>
            <a:lvl1pPr marL="0" indent="0">
              <a:buNone/>
              <a:defRPr b="0" i="0"/>
            </a:lvl1pPr>
          </a:lstStyle>
          <a:p>
            <a:r>
              <a:rPr dirty="0"/>
              <a:t> </a:t>
            </a:r>
          </a:p>
        </p:txBody>
      </p:sp>
      <p:sp>
        <p:nvSpPr>
          <p:cNvPr id="31" name="Media Placeholder 17">
            <a:extLst>
              <a:ext uri="{FF2B5EF4-FFF2-40B4-BE49-F238E27FC236}">
                <a16:creationId xmlns:a16="http://schemas.microsoft.com/office/drawing/2014/main" id="{3502F681-2DA4-4DCE-9BDF-81032A5C6C6E}"/>
              </a:ext>
            </a:extLst>
          </p:cNvPr>
          <p:cNvSpPr>
            <a:spLocks noGrp="1"/>
          </p:cNvSpPr>
          <p:nvPr>
            <p:ph type="media" sz="quarter" idx="36" hasCustomPrompt="1"/>
          </p:nvPr>
        </p:nvSpPr>
        <p:spPr>
          <a:xfrm>
            <a:off x="6245352" y="4718304"/>
            <a:ext cx="9144" cy="722376"/>
          </a:xfrm>
          <a:solidFill>
            <a:schemeClr val="bg1">
              <a:lumMod val="65000"/>
            </a:schemeClr>
          </a:solidFill>
        </p:spPr>
        <p:txBody>
          <a:bodyPr>
            <a:noAutofit/>
          </a:bodyPr>
          <a:lstStyle>
            <a:lvl1pPr marL="0" indent="0">
              <a:buNone/>
              <a:defRPr sz="100" b="0" i="0"/>
            </a:lvl1pPr>
          </a:lstStyle>
          <a:p>
            <a:r>
              <a:rPr dirty="0"/>
              <a:t> </a:t>
            </a:r>
          </a:p>
        </p:txBody>
      </p:sp>
      <p:sp>
        <p:nvSpPr>
          <p:cNvPr id="28" name="Tablet Fill Rectangle 15">
            <a:extLst>
              <a:ext uri="{FF2B5EF4-FFF2-40B4-BE49-F238E27FC236}">
                <a16:creationId xmlns:a16="http://schemas.microsoft.com/office/drawing/2014/main" id="{0744AD3B-439C-4A2B-8CC9-8713A704F7C7}"/>
              </a:ext>
            </a:extLst>
          </p:cNvPr>
          <p:cNvSpPr/>
          <p:nvPr/>
        </p:nvSpPr>
        <p:spPr>
          <a:xfrm>
            <a:off x="970885" y="1524000"/>
            <a:ext cx="3124200" cy="3994953"/>
          </a:xfrm>
          <a:prstGeom prst="rect">
            <a:avLst/>
          </a:pr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29" name="Tablet" descr="Graphical user interface&#10;&#10;Description automatically generated">
            <a:extLst>
              <a:ext uri="{FF2B5EF4-FFF2-40B4-BE49-F238E27FC236}">
                <a16:creationId xmlns:a16="http://schemas.microsoft.com/office/drawing/2014/main" id="{C23A519E-C90A-474C-BA53-E16BFD145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337" y="1116558"/>
            <a:ext cx="3691259" cy="4932217"/>
          </a:xfrm>
          <a:prstGeom prst="rect">
            <a:avLst/>
          </a:prstGeom>
        </p:spPr>
      </p:pic>
      <p:pic>
        <p:nvPicPr>
          <p:cNvPr id="30" name="Cell" descr="A screen shot of a computer&#10;&#10;Description automatically generated">
            <a:extLst>
              <a:ext uri="{FF2B5EF4-FFF2-40B4-BE49-F238E27FC236}">
                <a16:creationId xmlns:a16="http://schemas.microsoft.com/office/drawing/2014/main" id="{6907C8E4-77F3-4B3F-ADDF-541007C2A79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79206" y="3297382"/>
            <a:ext cx="1311066" cy="2751393"/>
          </a:xfrm>
          <a:prstGeom prst="rect">
            <a:avLst/>
          </a:prstGeom>
        </p:spPr>
      </p:pic>
      <p:sp>
        <p:nvSpPr>
          <p:cNvPr id="32" name="Picture Placeholder 17">
            <a:extLst>
              <a:ext uri="{FF2B5EF4-FFF2-40B4-BE49-F238E27FC236}">
                <a16:creationId xmlns:a16="http://schemas.microsoft.com/office/drawing/2014/main" id="{5717BCE2-57AD-4862-9CF3-CC1E4EC13C88}"/>
              </a:ext>
            </a:extLst>
          </p:cNvPr>
          <p:cNvSpPr>
            <a:spLocks noGrp="1"/>
          </p:cNvSpPr>
          <p:nvPr>
            <p:ph type="pic" sz="quarter" idx="37" hasCustomPrompt="1"/>
          </p:nvPr>
        </p:nvSpPr>
        <p:spPr>
          <a:xfrm>
            <a:off x="508802" y="3438987"/>
            <a:ext cx="1252657" cy="2509376"/>
          </a:xfrm>
          <a:prstGeom prst="roundRect">
            <a:avLst>
              <a:gd name="adj" fmla="val 7326"/>
            </a:avLst>
          </a:prstGeom>
          <a:solidFill>
            <a:srgbClr val="E6E6E6"/>
          </a:solidFill>
        </p:spPr>
        <p:txBody>
          <a:bodyPr tIns="182880">
            <a:normAutofit/>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33" name="Picture Placeholder 32">
            <a:extLst>
              <a:ext uri="{FF2B5EF4-FFF2-40B4-BE49-F238E27FC236}">
                <a16:creationId xmlns:a16="http://schemas.microsoft.com/office/drawing/2014/main" id="{B646E9E6-ABC7-4EA6-89D4-573EC06731F1}"/>
              </a:ext>
            </a:extLst>
          </p:cNvPr>
          <p:cNvSpPr>
            <a:spLocks noGrp="1"/>
          </p:cNvSpPr>
          <p:nvPr>
            <p:ph type="pic" sz="quarter" idx="38" hasCustomPrompt="1"/>
          </p:nvPr>
        </p:nvSpPr>
        <p:spPr>
          <a:xfrm>
            <a:off x="1035177" y="1581149"/>
            <a:ext cx="2997994" cy="3852864"/>
          </a:xfrm>
          <a:custGeom>
            <a:avLst/>
            <a:gdLst>
              <a:gd name="connsiteX0" fmla="*/ 0 w 2997994"/>
              <a:gd name="connsiteY0" fmla="*/ 0 h 3852864"/>
              <a:gd name="connsiteX1" fmla="*/ 2997994 w 2997994"/>
              <a:gd name="connsiteY1" fmla="*/ 0 h 3852864"/>
              <a:gd name="connsiteX2" fmla="*/ 2997994 w 2997994"/>
              <a:gd name="connsiteY2" fmla="*/ 3852864 h 3852864"/>
              <a:gd name="connsiteX3" fmla="*/ 754856 w 2997994"/>
              <a:gd name="connsiteY3" fmla="*/ 3852864 h 3852864"/>
              <a:gd name="connsiteX4" fmla="*/ 754856 w 2997994"/>
              <a:gd name="connsiteY4" fmla="*/ 1894959 h 3852864"/>
              <a:gd name="connsiteX5" fmla="*/ 579161 w 2997994"/>
              <a:gd name="connsiteY5" fmla="*/ 1719264 h 3852864"/>
              <a:gd name="connsiteX6" fmla="*/ 0 w 2997994"/>
              <a:gd name="connsiteY6" fmla="*/ 1719264 h 385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7994" h="3852864">
                <a:moveTo>
                  <a:pt x="0" y="0"/>
                </a:moveTo>
                <a:lnTo>
                  <a:pt x="2997994" y="0"/>
                </a:lnTo>
                <a:lnTo>
                  <a:pt x="2997994" y="3852864"/>
                </a:lnTo>
                <a:lnTo>
                  <a:pt x="754856" y="3852864"/>
                </a:lnTo>
                <a:lnTo>
                  <a:pt x="754856" y="1894959"/>
                </a:lnTo>
                <a:cubicBezTo>
                  <a:pt x="754856" y="1797925"/>
                  <a:pt x="676195" y="1719264"/>
                  <a:pt x="579161" y="1719264"/>
                </a:cubicBezTo>
                <a:lnTo>
                  <a:pt x="0" y="1719264"/>
                </a:lnTo>
                <a:close/>
              </a:path>
            </a:pathLst>
          </a:custGeom>
          <a:solidFill>
            <a:srgbClr val="E6E6E6"/>
          </a:solidFill>
        </p:spPr>
        <p:txBody>
          <a:bodyPr wrap="square" tIns="914400">
            <a:no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Tree>
    <p:extLst>
      <p:ext uri="{BB962C8B-B14F-4D97-AF65-F5344CB8AC3E}">
        <p14:creationId xmlns:p14="http://schemas.microsoft.com/office/powerpoint/2010/main" val="2161053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1 Tablet w Tex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1724"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3031B4E-3FC9-4C30-959F-35B9F200AEDD}"/>
              </a:ext>
            </a:extLst>
          </p:cNvPr>
          <p:cNvSpPr/>
          <p:nvPr userDrawn="1"/>
        </p:nvSpPr>
        <p:spPr>
          <a:xfrm>
            <a:off x="609600" y="1539629"/>
            <a:ext cx="7092180" cy="3826441"/>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
        <p:nvSpPr>
          <p:cNvPr id="10" name="tablet fill">
            <a:extLst>
              <a:ext uri="{FF2B5EF4-FFF2-40B4-BE49-F238E27FC236}">
                <a16:creationId xmlns:a16="http://schemas.microsoft.com/office/drawing/2014/main" id="{17DB4081-E6D8-4CF2-A68D-E04D0D0026D5}"/>
              </a:ext>
            </a:extLst>
          </p:cNvPr>
          <p:cNvSpPr/>
          <p:nvPr/>
        </p:nvSpPr>
        <p:spPr>
          <a:xfrm>
            <a:off x="8308084" y="1524000"/>
            <a:ext cx="3098104" cy="3933809"/>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7" name="Tablet" descr="Graphical user interface&#10;&#10;Description automatically generated">
            <a:extLst>
              <a:ext uri="{FF2B5EF4-FFF2-40B4-BE49-F238E27FC236}">
                <a16:creationId xmlns:a16="http://schemas.microsoft.com/office/drawing/2014/main" id="{0DA91837-39C6-461E-988A-A19CA81FD1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1384" y="1116558"/>
            <a:ext cx="3691259" cy="4932217"/>
          </a:xfrm>
          <a:prstGeom prst="rect">
            <a:avLst/>
          </a:prstGeom>
        </p:spPr>
      </p:pic>
      <p:sp>
        <p:nvSpPr>
          <p:cNvPr id="15" name="Picture Placeholder 14">
            <a:extLst>
              <a:ext uri="{FF2B5EF4-FFF2-40B4-BE49-F238E27FC236}">
                <a16:creationId xmlns:a16="http://schemas.microsoft.com/office/drawing/2014/main" id="{0DD44503-C05B-4347-B8E0-2B0B6D575703}"/>
              </a:ext>
            </a:extLst>
          </p:cNvPr>
          <p:cNvSpPr>
            <a:spLocks noGrp="1"/>
          </p:cNvSpPr>
          <p:nvPr>
            <p:ph type="pic" sz="quarter" idx="14" hasCustomPrompt="1"/>
          </p:nvPr>
        </p:nvSpPr>
        <p:spPr>
          <a:xfrm>
            <a:off x="8374857" y="1583331"/>
            <a:ext cx="2997994" cy="3848299"/>
          </a:xfrm>
          <a:solidFill>
            <a:srgbClr val="E6E6E6"/>
          </a:solidFill>
        </p:spPr>
        <p:txBody>
          <a:bodyPr tIns="9144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Tree>
    <p:extLst>
      <p:ext uri="{BB962C8B-B14F-4D97-AF65-F5344CB8AC3E}">
        <p14:creationId xmlns:p14="http://schemas.microsoft.com/office/powerpoint/2010/main" val="115309763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1 Phone w Tex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205D028-8620-41DC-9E6F-949C00167D75}"/>
              </a:ext>
            </a:extLst>
          </p:cNvPr>
          <p:cNvCxnSpPr>
            <a:cxnSpLocks/>
          </p:cNvCxnSpPr>
          <p:nvPr/>
        </p:nvCxnSpPr>
        <p:spPr>
          <a:xfrm>
            <a:off x="1724"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123F6D1-3B7A-45BF-B350-EC96BD313876}"/>
              </a:ext>
            </a:extLst>
          </p:cNvPr>
          <p:cNvSpPr/>
          <p:nvPr/>
        </p:nvSpPr>
        <p:spPr>
          <a:xfrm>
            <a:off x="8617756"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12" name="Rectangle 11">
            <a:extLst>
              <a:ext uri="{FF2B5EF4-FFF2-40B4-BE49-F238E27FC236}">
                <a16:creationId xmlns:a16="http://schemas.microsoft.com/office/drawing/2014/main" id="{B3031B4E-3FC9-4C30-959F-35B9F200AEDD}"/>
              </a:ext>
            </a:extLst>
          </p:cNvPr>
          <p:cNvSpPr/>
          <p:nvPr/>
        </p:nvSpPr>
        <p:spPr>
          <a:xfrm>
            <a:off x="609600" y="1539629"/>
            <a:ext cx="7092180" cy="3826441"/>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8" name="Text Placeholder 11">
            <a:extLst>
              <a:ext uri="{FF2B5EF4-FFF2-40B4-BE49-F238E27FC236}">
                <a16:creationId xmlns:a16="http://schemas.microsoft.com/office/drawing/2014/main" id="{19FE50EE-A3ED-4BD6-96A7-7D35461C8167}"/>
              </a:ext>
            </a:extLst>
          </p:cNvPr>
          <p:cNvSpPr>
            <a:spLocks noGrp="1"/>
          </p:cNvSpPr>
          <p:nvPr>
            <p:ph type="body" sz="quarter" idx="13" hasCustomPrompt="1"/>
          </p:nvPr>
        </p:nvSpPr>
        <p:spPr>
          <a:xfrm>
            <a:off x="785812" y="1886717"/>
            <a:ext cx="6700837" cy="317091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pic>
        <p:nvPicPr>
          <p:cNvPr id="13" name="Cell" descr="A screen shot of a computer&#10;&#10;Description automatically generated">
            <a:extLst>
              <a:ext uri="{FF2B5EF4-FFF2-40B4-BE49-F238E27FC236}">
                <a16:creationId xmlns:a16="http://schemas.microsoft.com/office/drawing/2014/main" id="{065CF7CA-A2AD-43F8-8B7F-9E5E9ED7C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7893" y="1201783"/>
            <a:ext cx="2175108" cy="4564665"/>
          </a:xfrm>
          <a:prstGeom prst="rect">
            <a:avLst/>
          </a:prstGeom>
        </p:spPr>
      </p:pic>
      <p:sp>
        <p:nvSpPr>
          <p:cNvPr id="14" name="Picture Placeholder 17">
            <a:extLst>
              <a:ext uri="{FF2B5EF4-FFF2-40B4-BE49-F238E27FC236}">
                <a16:creationId xmlns:a16="http://schemas.microsoft.com/office/drawing/2014/main" id="{B86201E7-2D76-4B45-AF1B-646A5DF47750}"/>
              </a:ext>
            </a:extLst>
          </p:cNvPr>
          <p:cNvSpPr>
            <a:spLocks noGrp="1" noChangeAspect="1"/>
          </p:cNvSpPr>
          <p:nvPr>
            <p:ph type="pic" sz="quarter" idx="15" hasCustomPrompt="1"/>
          </p:nvPr>
        </p:nvSpPr>
        <p:spPr>
          <a:xfrm>
            <a:off x="8642350"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Tree>
    <p:extLst>
      <p:ext uri="{BB962C8B-B14F-4D97-AF65-F5344CB8AC3E}">
        <p14:creationId xmlns:p14="http://schemas.microsoft.com/office/powerpoint/2010/main" val="125437370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1724"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9178040" y="1409632"/>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8177" y="1201783"/>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9202634" y="1429475"/>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6530090"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0227"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6554684"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21" name="Text Placeholder 11">
            <a:extLst>
              <a:ext uri="{FF2B5EF4-FFF2-40B4-BE49-F238E27FC236}">
                <a16:creationId xmlns:a16="http://schemas.microsoft.com/office/drawing/2014/main" id="{63FB68FD-E57D-41C8-AC2A-5B22DFBB141E}"/>
              </a:ext>
            </a:extLst>
          </p:cNvPr>
          <p:cNvSpPr>
            <a:spLocks noGrp="1"/>
          </p:cNvSpPr>
          <p:nvPr>
            <p:ph type="body" sz="quarter" idx="13" hasCustomPrompt="1"/>
          </p:nvPr>
        </p:nvSpPr>
        <p:spPr>
          <a:xfrm>
            <a:off x="609600" y="1534353"/>
            <a:ext cx="5486400" cy="352328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t>Click to add text</a:t>
            </a:r>
          </a:p>
          <a:p>
            <a:pPr lvl="1"/>
            <a:r>
              <a:t>Second level</a:t>
            </a:r>
          </a:p>
          <a:p>
            <a:pPr lvl="2"/>
            <a:r>
              <a:t>Third level</a:t>
            </a:r>
          </a:p>
        </p:txBody>
      </p:sp>
    </p:spTree>
    <p:extLst>
      <p:ext uri="{BB962C8B-B14F-4D97-AF65-F5344CB8AC3E}">
        <p14:creationId xmlns:p14="http://schemas.microsoft.com/office/powerpoint/2010/main" val="10758878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3 Phones">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C0B7623-A2ED-4283-9017-C59E72BA3B33}"/>
              </a:ext>
            </a:extLst>
          </p:cNvPr>
          <p:cNvCxnSpPr>
            <a:cxnSpLocks/>
          </p:cNvCxnSpPr>
          <p:nvPr/>
        </p:nvCxnSpPr>
        <p:spPr>
          <a:xfrm>
            <a:off x="1724" y="5783865"/>
            <a:ext cx="12198096" cy="0"/>
          </a:xfrm>
          <a:prstGeom prst="line">
            <a:avLst/>
          </a:prstGeom>
          <a:ln w="88900">
            <a:solidFill>
              <a:srgbClr val="FF66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298BD1-8D4F-4888-B426-6820048566D4}"/>
              </a:ext>
            </a:extLst>
          </p:cNvPr>
          <p:cNvSpPr>
            <a:spLocks noGrp="1"/>
          </p:cNvSpPr>
          <p:nvPr>
            <p:ph type="title"/>
          </p:nvPr>
        </p:nvSpPr>
        <p:spPr/>
        <p:txBody>
          <a:bodyPr/>
          <a:lstStyle/>
          <a:p>
            <a:r>
              <a:rPr lang="en-US"/>
              <a:t>Click to edit Master title style</a:t>
            </a:r>
            <a:endParaRPr/>
          </a:p>
        </p:txBody>
      </p:sp>
      <p:sp>
        <p:nvSpPr>
          <p:cNvPr id="14" name="Rectangle 9">
            <a:extLst>
              <a:ext uri="{FF2B5EF4-FFF2-40B4-BE49-F238E27FC236}">
                <a16:creationId xmlns:a16="http://schemas.microsoft.com/office/drawing/2014/main" id="{405A39D6-2354-4483-878A-CDDE68F44FA4}"/>
              </a:ext>
            </a:extLst>
          </p:cNvPr>
          <p:cNvSpPr/>
          <p:nvPr/>
        </p:nvSpPr>
        <p:spPr>
          <a:xfrm>
            <a:off x="5041894"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5" name="Cell" descr="A screen shot of a computer&#10;&#10;Description automatically generated">
            <a:extLst>
              <a:ext uri="{FF2B5EF4-FFF2-40B4-BE49-F238E27FC236}">
                <a16:creationId xmlns:a16="http://schemas.microsoft.com/office/drawing/2014/main" id="{065332B3-DC48-47C4-906B-E8A7F3EA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2031" y="1198802"/>
            <a:ext cx="2175108" cy="4564665"/>
          </a:xfrm>
          <a:prstGeom prst="rect">
            <a:avLst/>
          </a:prstGeom>
        </p:spPr>
      </p:pic>
      <p:sp>
        <p:nvSpPr>
          <p:cNvPr id="16" name="Picture Placeholder 17">
            <a:extLst>
              <a:ext uri="{FF2B5EF4-FFF2-40B4-BE49-F238E27FC236}">
                <a16:creationId xmlns:a16="http://schemas.microsoft.com/office/drawing/2014/main" id="{0E03DCA2-0BD0-4B60-A3B3-F1E9C76EE5DE}"/>
              </a:ext>
            </a:extLst>
          </p:cNvPr>
          <p:cNvSpPr>
            <a:spLocks noGrp="1" noChangeAspect="1"/>
          </p:cNvSpPr>
          <p:nvPr>
            <p:ph type="pic" sz="quarter" idx="15" hasCustomPrompt="1"/>
          </p:nvPr>
        </p:nvSpPr>
        <p:spPr>
          <a:xfrm>
            <a:off x="5066488"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18" name="Rectangle 9">
            <a:extLst>
              <a:ext uri="{FF2B5EF4-FFF2-40B4-BE49-F238E27FC236}">
                <a16:creationId xmlns:a16="http://schemas.microsoft.com/office/drawing/2014/main" id="{CDAECE92-6D16-4A23-9C2D-1F90B36BF95F}"/>
              </a:ext>
            </a:extLst>
          </p:cNvPr>
          <p:cNvSpPr/>
          <p:nvPr/>
        </p:nvSpPr>
        <p:spPr>
          <a:xfrm>
            <a:off x="2003595"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19" name="Cell" descr="A screen shot of a computer&#10;&#10;Description automatically generated">
            <a:extLst>
              <a:ext uri="{FF2B5EF4-FFF2-40B4-BE49-F238E27FC236}">
                <a16:creationId xmlns:a16="http://schemas.microsoft.com/office/drawing/2014/main" id="{FBCFAABE-3748-494E-A472-9813F511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732" y="1198802"/>
            <a:ext cx="2175108" cy="4564665"/>
          </a:xfrm>
          <a:prstGeom prst="rect">
            <a:avLst/>
          </a:prstGeom>
        </p:spPr>
      </p:pic>
      <p:sp>
        <p:nvSpPr>
          <p:cNvPr id="20" name="Picture Placeholder 17">
            <a:extLst>
              <a:ext uri="{FF2B5EF4-FFF2-40B4-BE49-F238E27FC236}">
                <a16:creationId xmlns:a16="http://schemas.microsoft.com/office/drawing/2014/main" id="{D6A50DEC-7926-4965-947E-1DF27FC85947}"/>
              </a:ext>
            </a:extLst>
          </p:cNvPr>
          <p:cNvSpPr>
            <a:spLocks noGrp="1" noChangeAspect="1"/>
          </p:cNvSpPr>
          <p:nvPr>
            <p:ph type="pic" sz="quarter" idx="16" hasCustomPrompt="1"/>
          </p:nvPr>
        </p:nvSpPr>
        <p:spPr>
          <a:xfrm>
            <a:off x="2028189"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
        <p:nvSpPr>
          <p:cNvPr id="13" name="Rectangle 9">
            <a:extLst>
              <a:ext uri="{FF2B5EF4-FFF2-40B4-BE49-F238E27FC236}">
                <a16:creationId xmlns:a16="http://schemas.microsoft.com/office/drawing/2014/main" id="{7644C4CD-8F15-4478-B71C-DCE9D74A8B74}"/>
              </a:ext>
            </a:extLst>
          </p:cNvPr>
          <p:cNvSpPr/>
          <p:nvPr/>
        </p:nvSpPr>
        <p:spPr>
          <a:xfrm>
            <a:off x="8080193" y="1406651"/>
            <a:ext cx="2129353" cy="4224338"/>
          </a:xfrm>
          <a:custGeom>
            <a:avLst/>
            <a:gdLst>
              <a:gd name="connsiteX0" fmla="*/ 0 w 2107406"/>
              <a:gd name="connsiteY0" fmla="*/ 0 h 4226719"/>
              <a:gd name="connsiteX1" fmla="*/ 2107406 w 2107406"/>
              <a:gd name="connsiteY1" fmla="*/ 0 h 4226719"/>
              <a:gd name="connsiteX2" fmla="*/ 2107406 w 2107406"/>
              <a:gd name="connsiteY2" fmla="*/ 4226719 h 4226719"/>
              <a:gd name="connsiteX3" fmla="*/ 0 w 2107406"/>
              <a:gd name="connsiteY3" fmla="*/ 4226719 h 4226719"/>
              <a:gd name="connsiteX4" fmla="*/ 0 w 2107406"/>
              <a:gd name="connsiteY4" fmla="*/ 0 h 4226719"/>
              <a:gd name="connsiteX0" fmla="*/ 0 w 2107406"/>
              <a:gd name="connsiteY0" fmla="*/ 0 h 4226719"/>
              <a:gd name="connsiteX1" fmla="*/ 2107406 w 2107406"/>
              <a:gd name="connsiteY1" fmla="*/ 0 h 4226719"/>
              <a:gd name="connsiteX2" fmla="*/ 2107406 w 2107406"/>
              <a:gd name="connsiteY2" fmla="*/ 4226719 h 4226719"/>
              <a:gd name="connsiteX3" fmla="*/ 107156 w 2107406"/>
              <a:gd name="connsiteY3" fmla="*/ 4224338 h 4226719"/>
              <a:gd name="connsiteX4" fmla="*/ 0 w 2107406"/>
              <a:gd name="connsiteY4" fmla="*/ 4226719 h 4226719"/>
              <a:gd name="connsiteX5" fmla="*/ 0 w 2107406"/>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2381 w 2109787"/>
              <a:gd name="connsiteY4" fmla="*/ 4226719 h 4226719"/>
              <a:gd name="connsiteX5" fmla="*/ 0 w 2109787"/>
              <a:gd name="connsiteY5" fmla="*/ 4079082 h 4226719"/>
              <a:gd name="connsiteX6" fmla="*/ 2381 w 2109787"/>
              <a:gd name="connsiteY6"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09537 w 2109787"/>
              <a:gd name="connsiteY3" fmla="*/ 4224338 h 4226719"/>
              <a:gd name="connsiteX4" fmla="*/ 0 w 2109787"/>
              <a:gd name="connsiteY4" fmla="*/ 4079082 h 4226719"/>
              <a:gd name="connsiteX5" fmla="*/ 2381 w 2109787"/>
              <a:gd name="connsiteY5" fmla="*/ 0 h 4226719"/>
              <a:gd name="connsiteX0" fmla="*/ 2381 w 2109787"/>
              <a:gd name="connsiteY0" fmla="*/ 0 h 4226719"/>
              <a:gd name="connsiteX1" fmla="*/ 2109787 w 2109787"/>
              <a:gd name="connsiteY1" fmla="*/ 0 h 4226719"/>
              <a:gd name="connsiteX2" fmla="*/ 2109787 w 2109787"/>
              <a:gd name="connsiteY2" fmla="*/ 4226719 h 4226719"/>
              <a:gd name="connsiteX3" fmla="*/ 1974057 w 2109787"/>
              <a:gd name="connsiteY3" fmla="*/ 4224338 h 4226719"/>
              <a:gd name="connsiteX4" fmla="*/ 109537 w 2109787"/>
              <a:gd name="connsiteY4" fmla="*/ 4224338 h 4226719"/>
              <a:gd name="connsiteX5" fmla="*/ 0 w 2109787"/>
              <a:gd name="connsiteY5" fmla="*/ 4079082 h 4226719"/>
              <a:gd name="connsiteX6" fmla="*/ 2381 w 2109787"/>
              <a:gd name="connsiteY6" fmla="*/ 0 h 4226719"/>
              <a:gd name="connsiteX0" fmla="*/ 2381 w 2109788"/>
              <a:gd name="connsiteY0" fmla="*/ 0 h 4226719"/>
              <a:gd name="connsiteX1" fmla="*/ 2109787 w 2109788"/>
              <a:gd name="connsiteY1" fmla="*/ 0 h 4226719"/>
              <a:gd name="connsiteX2" fmla="*/ 2109788 w 2109788"/>
              <a:gd name="connsiteY2" fmla="*/ 4088607 h 4226719"/>
              <a:gd name="connsiteX3" fmla="*/ 2109787 w 2109788"/>
              <a:gd name="connsiteY3" fmla="*/ 4226719 h 4226719"/>
              <a:gd name="connsiteX4" fmla="*/ 1974057 w 2109788"/>
              <a:gd name="connsiteY4" fmla="*/ 4224338 h 4226719"/>
              <a:gd name="connsiteX5" fmla="*/ 109537 w 2109788"/>
              <a:gd name="connsiteY5" fmla="*/ 4224338 h 4226719"/>
              <a:gd name="connsiteX6" fmla="*/ 0 w 2109788"/>
              <a:gd name="connsiteY6" fmla="*/ 4079082 h 4226719"/>
              <a:gd name="connsiteX7" fmla="*/ 2381 w 2109788"/>
              <a:gd name="connsiteY7" fmla="*/ 0 h 4226719"/>
              <a:gd name="connsiteX0" fmla="*/ 2381 w 2160409"/>
              <a:gd name="connsiteY0" fmla="*/ 0 h 4434989"/>
              <a:gd name="connsiteX1" fmla="*/ 2109787 w 2160409"/>
              <a:gd name="connsiteY1" fmla="*/ 0 h 4434989"/>
              <a:gd name="connsiteX2" fmla="*/ 2109788 w 2160409"/>
              <a:gd name="connsiteY2" fmla="*/ 4088607 h 4434989"/>
              <a:gd name="connsiteX3" fmla="*/ 1974057 w 2160409"/>
              <a:gd name="connsiteY3" fmla="*/ 4224338 h 4434989"/>
              <a:gd name="connsiteX4" fmla="*/ 109537 w 2160409"/>
              <a:gd name="connsiteY4" fmla="*/ 4224338 h 4434989"/>
              <a:gd name="connsiteX5" fmla="*/ 0 w 2160409"/>
              <a:gd name="connsiteY5" fmla="*/ 4079082 h 4434989"/>
              <a:gd name="connsiteX6" fmla="*/ 2381 w 2160409"/>
              <a:gd name="connsiteY6" fmla="*/ 0 h 4434989"/>
              <a:gd name="connsiteX0" fmla="*/ 2381 w 2147760"/>
              <a:gd name="connsiteY0" fmla="*/ 0 h 4224338"/>
              <a:gd name="connsiteX1" fmla="*/ 2109787 w 2147760"/>
              <a:gd name="connsiteY1" fmla="*/ 0 h 4224338"/>
              <a:gd name="connsiteX2" fmla="*/ 2109788 w 2147760"/>
              <a:gd name="connsiteY2" fmla="*/ 4088607 h 4224338"/>
              <a:gd name="connsiteX3" fmla="*/ 1974057 w 2147760"/>
              <a:gd name="connsiteY3" fmla="*/ 4224338 h 4224338"/>
              <a:gd name="connsiteX4" fmla="*/ 109537 w 2147760"/>
              <a:gd name="connsiteY4" fmla="*/ 4224338 h 4224338"/>
              <a:gd name="connsiteX5" fmla="*/ 0 w 2147760"/>
              <a:gd name="connsiteY5" fmla="*/ 4079082 h 4224338"/>
              <a:gd name="connsiteX6" fmla="*/ 2381 w 2147760"/>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109787 w 2109788"/>
              <a:gd name="connsiteY1" fmla="*/ 0 h 4224338"/>
              <a:gd name="connsiteX2" fmla="*/ 2109788 w 2109788"/>
              <a:gd name="connsiteY2" fmla="*/ 4088607 h 4224338"/>
              <a:gd name="connsiteX3" fmla="*/ 1974057 w 2109788"/>
              <a:gd name="connsiteY3" fmla="*/ 4224338 h 4224338"/>
              <a:gd name="connsiteX4" fmla="*/ 109537 w 2109788"/>
              <a:gd name="connsiteY4" fmla="*/ 4224338 h 4224338"/>
              <a:gd name="connsiteX5" fmla="*/ 0 w 2109788"/>
              <a:gd name="connsiteY5" fmla="*/ 4079082 h 4224338"/>
              <a:gd name="connsiteX6" fmla="*/ 2381 w 2109788"/>
              <a:gd name="connsiteY6" fmla="*/ 0 h 4224338"/>
              <a:gd name="connsiteX0" fmla="*/ 2381 w 2109788"/>
              <a:gd name="connsiteY0" fmla="*/ 0 h 4224338"/>
              <a:gd name="connsiteX1" fmla="*/ 2057400 w 2109788"/>
              <a:gd name="connsiteY1" fmla="*/ 0 h 4224338"/>
              <a:gd name="connsiteX2" fmla="*/ 2109787 w 2109788"/>
              <a:gd name="connsiteY2" fmla="*/ 0 h 4224338"/>
              <a:gd name="connsiteX3" fmla="*/ 2109788 w 2109788"/>
              <a:gd name="connsiteY3" fmla="*/ 4088607 h 4224338"/>
              <a:gd name="connsiteX4" fmla="*/ 1974057 w 2109788"/>
              <a:gd name="connsiteY4" fmla="*/ 4224338 h 4224338"/>
              <a:gd name="connsiteX5" fmla="*/ 109537 w 2109788"/>
              <a:gd name="connsiteY5" fmla="*/ 4224338 h 4224338"/>
              <a:gd name="connsiteX6" fmla="*/ 0 w 2109788"/>
              <a:gd name="connsiteY6" fmla="*/ 4079082 h 4224338"/>
              <a:gd name="connsiteX7" fmla="*/ 2381 w 2109788"/>
              <a:gd name="connsiteY7" fmla="*/ 0 h 4224338"/>
              <a:gd name="connsiteX0" fmla="*/ 2381 w 2119841"/>
              <a:gd name="connsiteY0" fmla="*/ 246407 h 4470745"/>
              <a:gd name="connsiteX1" fmla="*/ 2057400 w 2119841"/>
              <a:gd name="connsiteY1" fmla="*/ 246407 h 4470745"/>
              <a:gd name="connsiteX2" fmla="*/ 2109787 w 2119841"/>
              <a:gd name="connsiteY2" fmla="*/ 246407 h 4470745"/>
              <a:gd name="connsiteX3" fmla="*/ 2109787 w 2119841"/>
              <a:gd name="connsiteY3" fmla="*/ 320226 h 4470745"/>
              <a:gd name="connsiteX4" fmla="*/ 2109788 w 2119841"/>
              <a:gd name="connsiteY4" fmla="*/ 4335014 h 4470745"/>
              <a:gd name="connsiteX5" fmla="*/ 1974057 w 2119841"/>
              <a:gd name="connsiteY5" fmla="*/ 4470745 h 4470745"/>
              <a:gd name="connsiteX6" fmla="*/ 109537 w 2119841"/>
              <a:gd name="connsiteY6" fmla="*/ 4470745 h 4470745"/>
              <a:gd name="connsiteX7" fmla="*/ 0 w 2119841"/>
              <a:gd name="connsiteY7" fmla="*/ 4325489 h 4470745"/>
              <a:gd name="connsiteX8" fmla="*/ 2381 w 2119841"/>
              <a:gd name="connsiteY8" fmla="*/ 246407 h 4470745"/>
              <a:gd name="connsiteX0" fmla="*/ 2381 w 2119841"/>
              <a:gd name="connsiteY0" fmla="*/ 0 h 4224338"/>
              <a:gd name="connsiteX1" fmla="*/ 2057400 w 2119841"/>
              <a:gd name="connsiteY1" fmla="*/ 0 h 4224338"/>
              <a:gd name="connsiteX2" fmla="*/ 2109787 w 2119841"/>
              <a:gd name="connsiteY2" fmla="*/ 73819 h 4224338"/>
              <a:gd name="connsiteX3" fmla="*/ 2109788 w 2119841"/>
              <a:gd name="connsiteY3" fmla="*/ 4088607 h 4224338"/>
              <a:gd name="connsiteX4" fmla="*/ 1974057 w 2119841"/>
              <a:gd name="connsiteY4" fmla="*/ 4224338 h 4224338"/>
              <a:gd name="connsiteX5" fmla="*/ 109537 w 2119841"/>
              <a:gd name="connsiteY5" fmla="*/ 4224338 h 4224338"/>
              <a:gd name="connsiteX6" fmla="*/ 0 w 2119841"/>
              <a:gd name="connsiteY6" fmla="*/ 4079082 h 4224338"/>
              <a:gd name="connsiteX7" fmla="*/ 2381 w 2119841"/>
              <a:gd name="connsiteY7" fmla="*/ 0 h 4224338"/>
              <a:gd name="connsiteX0" fmla="*/ 2381 w 2119841"/>
              <a:gd name="connsiteY0" fmla="*/ 0 h 4224338"/>
              <a:gd name="connsiteX1" fmla="*/ 54769 w 2119841"/>
              <a:gd name="connsiteY1" fmla="*/ 0 h 4224338"/>
              <a:gd name="connsiteX2" fmla="*/ 2057400 w 2119841"/>
              <a:gd name="connsiteY2" fmla="*/ 0 h 4224338"/>
              <a:gd name="connsiteX3" fmla="*/ 2109787 w 2119841"/>
              <a:gd name="connsiteY3" fmla="*/ 73819 h 4224338"/>
              <a:gd name="connsiteX4" fmla="*/ 2109788 w 2119841"/>
              <a:gd name="connsiteY4" fmla="*/ 4088607 h 4224338"/>
              <a:gd name="connsiteX5" fmla="*/ 1974057 w 2119841"/>
              <a:gd name="connsiteY5" fmla="*/ 4224338 h 4224338"/>
              <a:gd name="connsiteX6" fmla="*/ 109537 w 2119841"/>
              <a:gd name="connsiteY6" fmla="*/ 4224338 h 4224338"/>
              <a:gd name="connsiteX7" fmla="*/ 0 w 2119841"/>
              <a:gd name="connsiteY7" fmla="*/ 4079082 h 4224338"/>
              <a:gd name="connsiteX8" fmla="*/ 2381 w 2119841"/>
              <a:gd name="connsiteY8" fmla="*/ 0 h 4224338"/>
              <a:gd name="connsiteX0" fmla="*/ 9822 w 2127282"/>
              <a:gd name="connsiteY0" fmla="*/ 243917 h 4468255"/>
              <a:gd name="connsiteX1" fmla="*/ 62210 w 2127282"/>
              <a:gd name="connsiteY1" fmla="*/ 243917 h 4468255"/>
              <a:gd name="connsiteX2" fmla="*/ 2064841 w 2127282"/>
              <a:gd name="connsiteY2" fmla="*/ 243917 h 4468255"/>
              <a:gd name="connsiteX3" fmla="*/ 2117228 w 2127282"/>
              <a:gd name="connsiteY3" fmla="*/ 317736 h 4468255"/>
              <a:gd name="connsiteX4" fmla="*/ 2117229 w 2127282"/>
              <a:gd name="connsiteY4" fmla="*/ 4332524 h 4468255"/>
              <a:gd name="connsiteX5" fmla="*/ 1981498 w 2127282"/>
              <a:gd name="connsiteY5" fmla="*/ 4468255 h 4468255"/>
              <a:gd name="connsiteX6" fmla="*/ 116978 w 2127282"/>
              <a:gd name="connsiteY6" fmla="*/ 4468255 h 4468255"/>
              <a:gd name="connsiteX7" fmla="*/ 7441 w 2127282"/>
              <a:gd name="connsiteY7" fmla="*/ 4322999 h 4468255"/>
              <a:gd name="connsiteX8" fmla="*/ 9822 w 2127282"/>
              <a:gd name="connsiteY8" fmla="*/ 320117 h 4468255"/>
              <a:gd name="connsiteX9" fmla="*/ 9822 w 2127282"/>
              <a:gd name="connsiteY9" fmla="*/ 243917 h 4468255"/>
              <a:gd name="connsiteX0" fmla="*/ 112365 w 2229825"/>
              <a:gd name="connsiteY0" fmla="*/ 320117 h 4468255"/>
              <a:gd name="connsiteX1" fmla="*/ 164753 w 2229825"/>
              <a:gd name="connsiteY1" fmla="*/ 243917 h 4468255"/>
              <a:gd name="connsiteX2" fmla="*/ 2167384 w 2229825"/>
              <a:gd name="connsiteY2" fmla="*/ 243917 h 4468255"/>
              <a:gd name="connsiteX3" fmla="*/ 2219771 w 2229825"/>
              <a:gd name="connsiteY3" fmla="*/ 317736 h 4468255"/>
              <a:gd name="connsiteX4" fmla="*/ 2219772 w 2229825"/>
              <a:gd name="connsiteY4" fmla="*/ 4332524 h 4468255"/>
              <a:gd name="connsiteX5" fmla="*/ 2084041 w 2229825"/>
              <a:gd name="connsiteY5" fmla="*/ 4468255 h 4468255"/>
              <a:gd name="connsiteX6" fmla="*/ 219521 w 2229825"/>
              <a:gd name="connsiteY6" fmla="*/ 4468255 h 4468255"/>
              <a:gd name="connsiteX7" fmla="*/ 109984 w 2229825"/>
              <a:gd name="connsiteY7" fmla="*/ 4322999 h 4468255"/>
              <a:gd name="connsiteX8" fmla="*/ 112365 w 2229825"/>
              <a:gd name="connsiteY8" fmla="*/ 320117 h 4468255"/>
              <a:gd name="connsiteX0" fmla="*/ 11893 w 2129353"/>
              <a:gd name="connsiteY0" fmla="*/ 313209 h 4461347"/>
              <a:gd name="connsiteX1" fmla="*/ 64281 w 2129353"/>
              <a:gd name="connsiteY1" fmla="*/ 237009 h 4461347"/>
              <a:gd name="connsiteX2" fmla="*/ 2066912 w 2129353"/>
              <a:gd name="connsiteY2" fmla="*/ 237009 h 4461347"/>
              <a:gd name="connsiteX3" fmla="*/ 2119299 w 2129353"/>
              <a:gd name="connsiteY3" fmla="*/ 310828 h 4461347"/>
              <a:gd name="connsiteX4" fmla="*/ 2119300 w 2129353"/>
              <a:gd name="connsiteY4" fmla="*/ 4325616 h 4461347"/>
              <a:gd name="connsiteX5" fmla="*/ 1983569 w 2129353"/>
              <a:gd name="connsiteY5" fmla="*/ 4461347 h 4461347"/>
              <a:gd name="connsiteX6" fmla="*/ 119049 w 2129353"/>
              <a:gd name="connsiteY6" fmla="*/ 4461347 h 4461347"/>
              <a:gd name="connsiteX7" fmla="*/ 9512 w 2129353"/>
              <a:gd name="connsiteY7" fmla="*/ 4316091 h 4461347"/>
              <a:gd name="connsiteX8" fmla="*/ 11893 w 2129353"/>
              <a:gd name="connsiteY8" fmla="*/ 313209 h 4461347"/>
              <a:gd name="connsiteX0" fmla="*/ 11893 w 2129353"/>
              <a:gd name="connsiteY0" fmla="*/ 76200 h 4224338"/>
              <a:gd name="connsiteX1" fmla="*/ 64281 w 2129353"/>
              <a:gd name="connsiteY1" fmla="*/ 0 h 4224338"/>
              <a:gd name="connsiteX2" fmla="*/ 2066912 w 2129353"/>
              <a:gd name="connsiteY2" fmla="*/ 0 h 4224338"/>
              <a:gd name="connsiteX3" fmla="*/ 2119299 w 2129353"/>
              <a:gd name="connsiteY3" fmla="*/ 73819 h 4224338"/>
              <a:gd name="connsiteX4" fmla="*/ 2119300 w 2129353"/>
              <a:gd name="connsiteY4" fmla="*/ 4088607 h 4224338"/>
              <a:gd name="connsiteX5" fmla="*/ 1983569 w 2129353"/>
              <a:gd name="connsiteY5" fmla="*/ 4224338 h 4224338"/>
              <a:gd name="connsiteX6" fmla="*/ 119049 w 2129353"/>
              <a:gd name="connsiteY6" fmla="*/ 4224338 h 4224338"/>
              <a:gd name="connsiteX7" fmla="*/ 9512 w 2129353"/>
              <a:gd name="connsiteY7" fmla="*/ 4079082 h 4224338"/>
              <a:gd name="connsiteX8" fmla="*/ 11893 w 2129353"/>
              <a:gd name="connsiteY8" fmla="*/ 76200 h 422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9353" h="4224338">
                <a:moveTo>
                  <a:pt x="11893" y="76200"/>
                </a:moveTo>
                <a:cubicBezTo>
                  <a:pt x="44834" y="13096"/>
                  <a:pt x="33722" y="41275"/>
                  <a:pt x="64281" y="0"/>
                </a:cubicBezTo>
                <a:lnTo>
                  <a:pt x="2066912" y="0"/>
                </a:lnTo>
                <a:lnTo>
                  <a:pt x="2119299" y="73819"/>
                </a:lnTo>
                <a:cubicBezTo>
                  <a:pt x="2119299" y="755253"/>
                  <a:pt x="2141922" y="3396854"/>
                  <a:pt x="2119300" y="4088607"/>
                </a:cubicBezTo>
                <a:cubicBezTo>
                  <a:pt x="2075247" y="4156869"/>
                  <a:pt x="2114538" y="4196954"/>
                  <a:pt x="1983569" y="4224338"/>
                </a:cubicBezTo>
                <a:lnTo>
                  <a:pt x="119049" y="4224338"/>
                </a:lnTo>
                <a:lnTo>
                  <a:pt x="9512" y="4079082"/>
                </a:lnTo>
                <a:cubicBezTo>
                  <a:pt x="-8347" y="3387726"/>
                  <a:pt x="2765" y="756047"/>
                  <a:pt x="11893" y="76200"/>
                </a:cubicBezTo>
                <a:close/>
              </a:path>
            </a:pathLst>
          </a:custGeom>
          <a:solidFill>
            <a:srgbClr val="0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dirty="0"/>
          </a:p>
        </p:txBody>
      </p:sp>
      <p:pic>
        <p:nvPicPr>
          <p:cNvPr id="21" name="Cell" descr="A screen shot of a computer&#10;&#10;Description automatically generated">
            <a:extLst>
              <a:ext uri="{FF2B5EF4-FFF2-40B4-BE49-F238E27FC236}">
                <a16:creationId xmlns:a16="http://schemas.microsoft.com/office/drawing/2014/main" id="{DCCD48C1-7D28-4EC9-8231-2F12CE9E7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330" y="1198802"/>
            <a:ext cx="2175108" cy="4564665"/>
          </a:xfrm>
          <a:prstGeom prst="rect">
            <a:avLst/>
          </a:prstGeom>
        </p:spPr>
      </p:pic>
      <p:sp>
        <p:nvSpPr>
          <p:cNvPr id="22" name="Picture Placeholder 17">
            <a:extLst>
              <a:ext uri="{FF2B5EF4-FFF2-40B4-BE49-F238E27FC236}">
                <a16:creationId xmlns:a16="http://schemas.microsoft.com/office/drawing/2014/main" id="{8F182682-7387-4194-9EC0-9B2388E89AEE}"/>
              </a:ext>
            </a:extLst>
          </p:cNvPr>
          <p:cNvSpPr>
            <a:spLocks noGrp="1" noChangeAspect="1"/>
          </p:cNvSpPr>
          <p:nvPr>
            <p:ph type="pic" sz="quarter" idx="17" hasCustomPrompt="1"/>
          </p:nvPr>
        </p:nvSpPr>
        <p:spPr>
          <a:xfrm>
            <a:off x="8104787" y="1426494"/>
            <a:ext cx="2082800" cy="4168775"/>
          </a:xfrm>
          <a:prstGeom prst="roundRect">
            <a:avLst>
              <a:gd name="adj" fmla="val 7326"/>
            </a:avLst>
          </a:prstGeom>
          <a:solidFill>
            <a:srgbClr val="E6E6E6"/>
          </a:solidFill>
        </p:spPr>
        <p:txBody>
          <a:bodyPr tIns="457200">
            <a:normAutofit/>
          </a:bodyPr>
          <a:lstStyle>
            <a:lvl1pPr marL="0" indent="0" algn="ctr">
              <a:buNone/>
              <a:defRPr sz="1600"/>
            </a:lvl1pPr>
          </a:lstStyle>
          <a:p>
            <a:pPr marL="0" marR="0" lvl="0" indent="0" algn="ctr" defTabSz="914400" rtl="0" eaLnBrk="1" fontAlgn="auto" latinLnBrk="0" hangingPunct="1">
              <a:lnSpc>
                <a:spcPct val="90000"/>
              </a:lnSpc>
              <a:spcBef>
                <a:spcPts val="1000"/>
              </a:spcBef>
              <a:spcAft>
                <a:spcPts val="0"/>
              </a:spcAft>
              <a:buClr>
                <a:srgbClr val="000000"/>
              </a:buClr>
              <a:buSzTx/>
              <a:buFont typeface="Arial" panose="020B0604020202020204" pitchFamily="34" charset="0"/>
              <a:buNone/>
              <a:tabLst/>
              <a:defRPr/>
            </a:pPr>
            <a:r>
              <a:rPr dirty="0"/>
              <a:t>Click icon or drag and drop to add picture</a:t>
            </a:r>
          </a:p>
        </p:txBody>
      </p:sp>
    </p:spTree>
    <p:extLst>
      <p:ext uri="{BB962C8B-B14F-4D97-AF65-F5344CB8AC3E}">
        <p14:creationId xmlns:p14="http://schemas.microsoft.com/office/powerpoint/2010/main" val="9594112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Q&amp;A">
    <p:bg>
      <p:bgPr>
        <a:solidFill>
          <a:srgbClr val="F2F2F2"/>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6" name="TextBox 5"/>
          <p:cNvSpPr txBox="1"/>
          <p:nvPr/>
        </p:nvSpPr>
        <p:spPr>
          <a:xfrm>
            <a:off x="482600" y="2678715"/>
            <a:ext cx="11226800" cy="1015663"/>
          </a:xfrm>
          <a:prstGeom prst="rect">
            <a:avLst/>
          </a:prstGeom>
          <a:noFill/>
        </p:spPr>
        <p:txBody>
          <a:bodyPr wrap="square" rtlCol="0" anchor="ctr">
            <a:noAutofit/>
          </a:bodyPr>
          <a:lstStyle/>
          <a:p>
            <a:pPr algn="ctr"/>
            <a:r>
              <a:rPr sz="6000" b="0" i="0" dirty="0">
                <a:latin typeface="+mj-lt"/>
              </a:rPr>
              <a:t>Q&amp;A</a:t>
            </a:r>
          </a:p>
        </p:txBody>
      </p:sp>
    </p:spTree>
    <p:extLst>
      <p:ext uri="{BB962C8B-B14F-4D97-AF65-F5344CB8AC3E}">
        <p14:creationId xmlns:p14="http://schemas.microsoft.com/office/powerpoint/2010/main" val="516791698"/>
      </p:ext>
    </p:extLst>
  </p:cSld>
  <p:clrMapOvr>
    <a:overrideClrMapping bg1="dk1" tx1="lt1" bg2="dk2" tx2="lt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2F2F2"/>
        </a:solidFill>
        <a:effectLst/>
      </p:bgPr>
    </p:bg>
    <p:spTree>
      <p:nvGrpSpPr>
        <p:cNvPr id="1" name=""/>
        <p:cNvGrpSpPr/>
        <p:nvPr/>
      </p:nvGrpSpPr>
      <p:grpSpPr>
        <a:xfrm>
          <a:off x="0" y="0"/>
          <a:ext cx="0" cy="0"/>
          <a:chOff x="0" y="0"/>
          <a:chExt cx="0" cy="0"/>
        </a:xfrm>
      </p:grpSpPr>
      <p:sp>
        <p:nvSpPr>
          <p:cNvPr id="7" name="Rectangle 6"/>
          <p:cNvSpPr/>
          <p:nvPr/>
        </p:nvSpPr>
        <p:spPr bwMode="ltGray">
          <a:xfrm>
            <a:off x="0" y="1"/>
            <a:ext cx="12192000" cy="632477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0" i="0" dirty="0">
              <a:latin typeface="+mn-lt"/>
            </a:endParaRPr>
          </a:p>
        </p:txBody>
      </p:sp>
      <p:sp>
        <p:nvSpPr>
          <p:cNvPr id="6" name="TextBox 5"/>
          <p:cNvSpPr txBox="1"/>
          <p:nvPr/>
        </p:nvSpPr>
        <p:spPr>
          <a:xfrm>
            <a:off x="482600" y="2678715"/>
            <a:ext cx="11226800" cy="1015663"/>
          </a:xfrm>
          <a:prstGeom prst="rect">
            <a:avLst/>
          </a:prstGeom>
          <a:noFill/>
        </p:spPr>
        <p:txBody>
          <a:bodyPr wrap="square" rtlCol="0" anchor="ctr">
            <a:noAutofit/>
          </a:bodyPr>
          <a:lstStyle/>
          <a:p>
            <a:pPr algn="ctr"/>
            <a:r>
              <a:rPr sz="6000" b="0" i="0" dirty="0">
                <a:latin typeface="+mj-lt"/>
              </a:rPr>
              <a:t>Thank You!</a:t>
            </a:r>
          </a:p>
        </p:txBody>
      </p:sp>
    </p:spTree>
    <p:extLst>
      <p:ext uri="{BB962C8B-B14F-4D97-AF65-F5344CB8AC3E}">
        <p14:creationId xmlns:p14="http://schemas.microsoft.com/office/powerpoint/2010/main" val="4199398341"/>
      </p:ext>
    </p:extLst>
  </p:cSld>
  <p:clrMapOvr>
    <a:overrideClrMapping bg1="dk1" tx1="lt1" bg2="dk2" tx2="lt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83611863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b="0" i="0"/>
            </a:lvl1pPr>
          </a:lstStyle>
          <a:p>
            <a:r>
              <a:rPr lang="en-US"/>
              <a:t>Click to edit Master title style</a:t>
            </a:r>
            <a:endParaRPr/>
          </a:p>
        </p:txBody>
      </p:sp>
      <p:sp>
        <p:nvSpPr>
          <p:cNvPr id="3" name="Vertical Text Placeholder 2"/>
          <p:cNvSpPr>
            <a:spLocks noGrp="1"/>
          </p:cNvSpPr>
          <p:nvPr>
            <p:ph type="body" orient="vert" idx="1" hasCustomPrompt="1"/>
          </p:nvPr>
        </p:nvSpPr>
        <p:spPr>
          <a:xfrm>
            <a:off x="838201" y="365125"/>
            <a:ext cx="7734300" cy="5811838"/>
          </a:xfrm>
        </p:spPr>
        <p:txBody>
          <a:bodyPr vert="eaVert"/>
          <a:lstStyle>
            <a:lvl1pPr>
              <a:defRPr b="0" i="0"/>
            </a:lvl1pPr>
            <a:lvl2pPr>
              <a:defRPr b="0" i="0"/>
            </a:lvl2pPr>
            <a:lvl3pPr>
              <a:defRPr b="0" i="0"/>
            </a:lvl3pPr>
            <a:lvl4pPr>
              <a:defRPr b="0" i="0"/>
            </a:lvl4pPr>
            <a:lvl5pPr>
              <a:defRPr b="0" i="0"/>
            </a:lvl5pPr>
          </a:lstStyle>
          <a:p>
            <a:pPr lvl="0"/>
            <a:r>
              <a:t>Click to add text</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93637713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image" Target="../media/image1.png"/><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image" Target="../media/image2.svg"/><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46888"/>
            <a:ext cx="11506200" cy="869670"/>
          </a:xfrm>
          <a:prstGeom prst="rect">
            <a:avLst/>
          </a:prstGeom>
        </p:spPr>
        <p:txBody>
          <a:bodyPr vert="horz" lIns="91440" tIns="45720" rIns="91440" bIns="45720" rtlCol="0" anchor="b">
            <a:noAutofit/>
          </a:bodyPr>
          <a:lstStyle/>
          <a:p>
            <a:r>
              <a:rPr lang="en-US"/>
              <a:t>Click to edit Master title style</a:t>
            </a:r>
            <a:endParaRPr/>
          </a:p>
        </p:txBody>
      </p:sp>
      <p:sp>
        <p:nvSpPr>
          <p:cNvPr id="3" name="Text Placeholder 2"/>
          <p:cNvSpPr>
            <a:spLocks noGrp="1"/>
          </p:cNvSpPr>
          <p:nvPr>
            <p:ph type="body" idx="1"/>
          </p:nvPr>
        </p:nvSpPr>
        <p:spPr>
          <a:xfrm>
            <a:off x="609600" y="1524000"/>
            <a:ext cx="10972800" cy="46100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a:t>Fifth level</a:t>
            </a:r>
            <a:endParaRPr/>
          </a:p>
        </p:txBody>
      </p:sp>
      <p:sp>
        <p:nvSpPr>
          <p:cNvPr id="21" name="Rectangle 20">
            <a:extLst>
              <a:ext uri="{FF2B5EF4-FFF2-40B4-BE49-F238E27FC236}">
                <a16:creationId xmlns:a16="http://schemas.microsoft.com/office/drawing/2014/main" id="{A0D8B28E-818E-4AF4-9F95-E8E06C357133}"/>
              </a:ext>
            </a:extLst>
          </p:cNvPr>
          <p:cNvSpPr/>
          <p:nvPr/>
        </p:nvSpPr>
        <p:spPr>
          <a:xfrm>
            <a:off x="3420509" y="6501631"/>
            <a:ext cx="7660750" cy="289375"/>
          </a:xfrm>
          <a:prstGeom prst="rect">
            <a:avLst/>
          </a:prstGeom>
        </p:spPr>
        <p:txBody>
          <a:bodyPr wrap="none">
            <a:spAutoFit/>
          </a:bodyPr>
          <a:lstStyle/>
          <a:p>
            <a:pPr marL="0" marR="0" lvl="0" indent="0" algn="r" defTabSz="914400" eaLnBrk="1" fontAlgn="auto" latinLnBrk="0" hangingPunct="1">
              <a:lnSpc>
                <a:spcPts val="750"/>
              </a:lnSpc>
              <a:spcBef>
                <a:spcPts val="0"/>
              </a:spcBef>
              <a:spcAft>
                <a:spcPts val="0"/>
              </a:spcAft>
              <a:buClrTx/>
              <a:buSzTx/>
              <a:buFontTx/>
              <a:buNone/>
              <a:tabLst/>
              <a:defRPr/>
            </a:pPr>
            <a:r>
              <a:rPr kumimoji="0" lang="en-US" sz="600" b="0" i="0" u="none" strike="noStrike" kern="0" cap="none" spc="0" normalizeH="0" baseline="0" noProof="0" dirty="0">
                <a:ln>
                  <a:noFill/>
                </a:ln>
                <a:solidFill>
                  <a:srgbClr val="666666"/>
                </a:solidFill>
                <a:effectLst/>
                <a:uLnTx/>
                <a:uFillTx/>
                <a:latin typeface="Arial" panose="020B0604020202020204" pitchFamily="34" charset="0"/>
                <a:cs typeface="Arial" panose="020B0604020202020204" pitchFamily="34" charset="0"/>
              </a:rPr>
              <a:t>Recognized by Fast Company</a:t>
            </a:r>
            <a:endParaRPr kumimoji="0" lang="en-US" sz="600" b="0" i="0" u="none" strike="noStrike" kern="0" cap="none" spc="0" normalizeH="0" baseline="30000" noProof="0" dirty="0">
              <a:ln>
                <a:noFill/>
              </a:ln>
              <a:solidFill>
                <a:srgbClr val="666666"/>
              </a:solidFill>
              <a:effectLst/>
              <a:uLnTx/>
              <a:uFillTx/>
              <a:latin typeface="Arial" panose="020B0604020202020204" pitchFamily="34" charset="0"/>
              <a:cs typeface="Arial" panose="020B0604020202020204" pitchFamily="34" charset="0"/>
            </a:endParaRPr>
          </a:p>
          <a:p>
            <a:pPr marL="0" marR="0" lvl="0" indent="0" algn="r" defTabSz="914400" eaLnBrk="1" fontAlgn="auto" latinLnBrk="0" hangingPunct="1">
              <a:lnSpc>
                <a:spcPts val="750"/>
              </a:lnSpc>
              <a:spcBef>
                <a:spcPts val="0"/>
              </a:spcBef>
              <a:spcAft>
                <a:spcPts val="0"/>
              </a:spcAft>
              <a:buClrTx/>
              <a:buSzTx/>
              <a:buFontTx/>
              <a:buNone/>
              <a:tabLst>
                <a:tab pos="2400300" algn="r"/>
              </a:tabLst>
              <a:defRPr/>
            </a:pPr>
            <a:r>
              <a:rPr kumimoji="0" lang="en-US" sz="600" b="1" i="0" u="none" strike="noStrike" kern="0" cap="none" spc="0" normalizeH="0" baseline="0" noProof="0" dirty="0">
                <a:ln>
                  <a:noFill/>
                </a:ln>
                <a:solidFill>
                  <a:srgbClr val="666666"/>
                </a:solidFill>
                <a:effectLst/>
                <a:uLnTx/>
                <a:uFillTx/>
                <a:latin typeface="Arial" panose="020B0604020202020204" pitchFamily="34" charset="0"/>
                <a:cs typeface="Arial" panose="020B0604020202020204" pitchFamily="34" charset="0"/>
              </a:rPr>
              <a:t>World’s Most Innovative Companies 2022</a:t>
            </a:r>
          </a:p>
        </p:txBody>
      </p:sp>
      <p:pic>
        <p:nvPicPr>
          <p:cNvPr id="22" name="svg logo">
            <a:extLst>
              <a:ext uri="{FF2B5EF4-FFF2-40B4-BE49-F238E27FC236}">
                <a16:creationId xmlns:a16="http://schemas.microsoft.com/office/drawing/2014/main" id="{C97A5EDC-29C1-4051-8FF9-FD210CB457EE}"/>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11100362" y="6420293"/>
            <a:ext cx="640080" cy="321292"/>
          </a:xfrm>
          <a:prstGeom prst="rect">
            <a:avLst/>
          </a:prstGeom>
        </p:spPr>
      </p:pic>
      <p:sp>
        <p:nvSpPr>
          <p:cNvPr id="10" name="TextBox 9">
            <a:extLst>
              <a:ext uri="{FF2B5EF4-FFF2-40B4-BE49-F238E27FC236}">
                <a16:creationId xmlns:a16="http://schemas.microsoft.com/office/drawing/2014/main" id="{76194EB1-DD59-4FB2-B35C-6508F8326C51}"/>
              </a:ext>
            </a:extLst>
          </p:cNvPr>
          <p:cNvSpPr txBox="1"/>
          <p:nvPr/>
        </p:nvSpPr>
        <p:spPr>
          <a:xfrm>
            <a:off x="1" y="6554024"/>
            <a:ext cx="642938" cy="287518"/>
          </a:xfrm>
          <a:prstGeom prst="rect">
            <a:avLst/>
          </a:prstGeom>
        </p:spPr>
        <p:txBody>
          <a:bodyPr vert="horz" lIns="91440" tIns="45720" rIns="91440" bIns="45720" rtlCol="0" anchor="ctr"/>
          <a:lstStyle>
            <a:defPPr>
              <a:defRPr/>
            </a:defPPr>
            <a:lvl1pPr algn="r">
              <a:defRPr sz="800" b="0" i="0">
                <a:solidFill>
                  <a:srgbClr val="666666"/>
                </a:solidFill>
              </a:defRPr>
            </a:lvl1pPr>
          </a:lstStyle>
          <a:p>
            <a:pPr lvl="0"/>
            <a:fld id="{C10879B5-1C20-42A6-AC6E-8383EEB12890}" type="slidenum">
              <a:rPr/>
              <a:pPr lvl="0"/>
              <a:t>‹#›</a:t>
            </a:fld>
            <a:endParaRPr dirty="0"/>
          </a:p>
        </p:txBody>
      </p:sp>
      <p:sp>
        <p:nvSpPr>
          <p:cNvPr id="11" name="TextBox 26">
            <a:extLst>
              <a:ext uri="{FF2B5EF4-FFF2-40B4-BE49-F238E27FC236}">
                <a16:creationId xmlns:a16="http://schemas.microsoft.com/office/drawing/2014/main" id="{A65CACAE-28C0-459F-96E6-FE898227984C}"/>
              </a:ext>
            </a:extLst>
          </p:cNvPr>
          <p:cNvSpPr txBox="1">
            <a:spLocks noChangeArrowheads="1"/>
          </p:cNvSpPr>
          <p:nvPr/>
        </p:nvSpPr>
        <p:spPr bwMode="auto">
          <a:xfrm>
            <a:off x="626267" y="6629921"/>
            <a:ext cx="2040316" cy="14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64005" tIns="32003" rIns="64005" bIns="32003"/>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nSpc>
                <a:spcPct val="90000"/>
              </a:lnSpc>
              <a:spcAft>
                <a:spcPct val="10000"/>
              </a:spcAft>
            </a:pPr>
            <a:r>
              <a:rPr sz="600" b="0" i="0" dirty="0">
                <a:solidFill>
                  <a:srgbClr val="666666"/>
                </a:solidFill>
              </a:rPr>
              <a:t>© 202</a:t>
            </a:r>
            <a:r>
              <a:rPr lang="en-CA" sz="600" b="0" i="0" dirty="0">
                <a:solidFill>
                  <a:srgbClr val="666666"/>
                </a:solidFill>
              </a:rPr>
              <a:t>3</a:t>
            </a:r>
            <a:r>
              <a:rPr sz="600" b="0" i="0" dirty="0">
                <a:solidFill>
                  <a:srgbClr val="666666"/>
                </a:solidFill>
              </a:rPr>
              <a:t> Fiserv, Inc. or its affiliates.</a:t>
            </a:r>
          </a:p>
        </p:txBody>
      </p:sp>
    </p:spTree>
    <p:extLst>
      <p:ext uri="{BB962C8B-B14F-4D97-AF65-F5344CB8AC3E}">
        <p14:creationId xmlns:p14="http://schemas.microsoft.com/office/powerpoint/2010/main" val="1798420515"/>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881" r:id="rId3"/>
    <p:sldLayoutId id="2147483902" r:id="rId4"/>
    <p:sldLayoutId id="2147483895" r:id="rId5"/>
    <p:sldLayoutId id="2147483681" r:id="rId6"/>
    <p:sldLayoutId id="2147483789" r:id="rId7"/>
    <p:sldLayoutId id="2147483683" r:id="rId8"/>
    <p:sldLayoutId id="2147483790" r:id="rId9"/>
    <p:sldLayoutId id="2147483685" r:id="rId10"/>
    <p:sldLayoutId id="2147483791" r:id="rId11"/>
    <p:sldLayoutId id="2147483687" r:id="rId12"/>
    <p:sldLayoutId id="2147483792" r:id="rId13"/>
    <p:sldLayoutId id="2147483882" r:id="rId14"/>
    <p:sldLayoutId id="2147483680" r:id="rId15"/>
    <p:sldLayoutId id="2147483760" r:id="rId16"/>
    <p:sldLayoutId id="2147483662" r:id="rId17"/>
    <p:sldLayoutId id="2147483691" r:id="rId18"/>
    <p:sldLayoutId id="2147483666" r:id="rId19"/>
    <p:sldLayoutId id="2147483667" r:id="rId20"/>
    <p:sldLayoutId id="2147483664" r:id="rId21"/>
    <p:sldLayoutId id="2147483692" r:id="rId22"/>
    <p:sldLayoutId id="2147483793" r:id="rId23"/>
    <p:sldLayoutId id="2147483816" r:id="rId24"/>
    <p:sldLayoutId id="2147483794" r:id="rId25"/>
    <p:sldLayoutId id="2147483814" r:id="rId26"/>
    <p:sldLayoutId id="2147483703" r:id="rId27"/>
    <p:sldLayoutId id="2147483751" r:id="rId28"/>
    <p:sldLayoutId id="2147483750" r:id="rId29"/>
    <p:sldLayoutId id="2147483883" r:id="rId30"/>
    <p:sldLayoutId id="2147483820" r:id="rId31"/>
    <p:sldLayoutId id="2147483819" r:id="rId32"/>
    <p:sldLayoutId id="2147483817" r:id="rId33"/>
    <p:sldLayoutId id="2147483846" r:id="rId34"/>
    <p:sldLayoutId id="2147483858" r:id="rId35"/>
    <p:sldLayoutId id="2147483859" r:id="rId36"/>
    <p:sldLayoutId id="2147483847" r:id="rId37"/>
    <p:sldLayoutId id="2147483848" r:id="rId38"/>
    <p:sldLayoutId id="2147483849" r:id="rId39"/>
    <p:sldLayoutId id="2147483850" r:id="rId40"/>
    <p:sldLayoutId id="2147483851" r:id="rId41"/>
    <p:sldLayoutId id="2147483852" r:id="rId42"/>
    <p:sldLayoutId id="2147483853" r:id="rId43"/>
    <p:sldLayoutId id="2147483860" r:id="rId44"/>
    <p:sldLayoutId id="2147483700" r:id="rId45"/>
    <p:sldLayoutId id="2147483798" r:id="rId46"/>
    <p:sldLayoutId id="2147483884" r:id="rId47"/>
    <p:sldLayoutId id="2147483756" r:id="rId48"/>
    <p:sldLayoutId id="2147483758" r:id="rId49"/>
    <p:sldLayoutId id="2147483759" r:id="rId50"/>
    <p:sldLayoutId id="2147483754" r:id="rId51"/>
    <p:sldLayoutId id="2147483796" r:id="rId52"/>
    <p:sldLayoutId id="2147483797" r:id="rId53"/>
    <p:sldLayoutId id="2147483885" r:id="rId54"/>
    <p:sldLayoutId id="2147483708" r:id="rId55"/>
    <p:sldLayoutId id="2147483707" r:id="rId56"/>
    <p:sldLayoutId id="2147483726" r:id="rId57"/>
    <p:sldLayoutId id="2147483805" r:id="rId58"/>
    <p:sldLayoutId id="2147483806" r:id="rId59"/>
    <p:sldLayoutId id="2147483861" r:id="rId60"/>
    <p:sldLayoutId id="2147483862" r:id="rId61"/>
    <p:sldLayoutId id="2147483863" r:id="rId62"/>
    <p:sldLayoutId id="2147483864" r:id="rId63"/>
    <p:sldLayoutId id="2147483865" r:id="rId64"/>
    <p:sldLayoutId id="2147483866" r:id="rId65"/>
    <p:sldLayoutId id="2147483716" r:id="rId66"/>
    <p:sldLayoutId id="2147483821" r:id="rId67"/>
    <p:sldLayoutId id="2147483822" r:id="rId68"/>
    <p:sldLayoutId id="2147483823" r:id="rId69"/>
    <p:sldLayoutId id="2147483719" r:id="rId70"/>
    <p:sldLayoutId id="2147483867" r:id="rId71"/>
    <p:sldLayoutId id="2147483720" r:id="rId72"/>
    <p:sldLayoutId id="2147483721" r:id="rId73"/>
    <p:sldLayoutId id="2147483727" r:id="rId74"/>
    <p:sldLayoutId id="2147483873" r:id="rId75"/>
    <p:sldLayoutId id="2147483874" r:id="rId76"/>
    <p:sldLayoutId id="2147483872" r:id="rId77"/>
    <p:sldLayoutId id="2147483868" r:id="rId78"/>
    <p:sldLayoutId id="2147483829" r:id="rId79"/>
    <p:sldLayoutId id="2147483869" r:id="rId80"/>
    <p:sldLayoutId id="2147483870" r:id="rId81"/>
    <p:sldLayoutId id="2147483871" r:id="rId82"/>
    <p:sldLayoutId id="2147483800" r:id="rId83"/>
    <p:sldLayoutId id="2147483801" r:id="rId84"/>
    <p:sldLayoutId id="2147483802" r:id="rId85"/>
    <p:sldLayoutId id="2147483803" r:id="rId86"/>
    <p:sldLayoutId id="2147483886" r:id="rId87"/>
    <p:sldLayoutId id="2147483729" r:id="rId88"/>
    <p:sldLayoutId id="2147483839" r:id="rId89"/>
    <p:sldLayoutId id="2147483838" r:id="rId90"/>
    <p:sldLayoutId id="2147483840" r:id="rId91"/>
    <p:sldLayoutId id="2147483715" r:id="rId92"/>
    <p:sldLayoutId id="2147483730" r:id="rId93"/>
    <p:sldLayoutId id="2147483799" r:id="rId94"/>
    <p:sldLayoutId id="2147483804" r:id="rId95"/>
    <p:sldLayoutId id="2147483808" r:id="rId96"/>
    <p:sldLayoutId id="2147483809" r:id="rId97"/>
    <p:sldLayoutId id="2147483835" r:id="rId98"/>
    <p:sldLayoutId id="2147483836" r:id="rId99"/>
    <p:sldLayoutId id="2147483837" r:id="rId100"/>
    <p:sldLayoutId id="2147483810" r:id="rId101"/>
    <p:sldLayoutId id="2147483824" r:id="rId102"/>
    <p:sldLayoutId id="2147483825" r:id="rId103"/>
    <p:sldLayoutId id="2147483826" r:id="rId104"/>
    <p:sldLayoutId id="2147483811" r:id="rId105"/>
    <p:sldLayoutId id="2147483812" r:id="rId106"/>
    <p:sldLayoutId id="2147483748" r:id="rId107"/>
    <p:sldLayoutId id="2147483693" r:id="rId108"/>
    <p:sldLayoutId id="2147483731" r:id="rId109"/>
    <p:sldLayoutId id="2147483887" r:id="rId110"/>
    <p:sldLayoutId id="2147483841" r:id="rId111"/>
    <p:sldLayoutId id="2147483843" r:id="rId112"/>
    <p:sldLayoutId id="2147483842" r:id="rId113"/>
    <p:sldLayoutId id="2147483876" r:id="rId114"/>
    <p:sldLayoutId id="2147483875" r:id="rId115"/>
    <p:sldLayoutId id="2147483844" r:id="rId116"/>
    <p:sldLayoutId id="2147483878" r:id="rId117"/>
    <p:sldLayoutId id="2147483689" r:id="rId118"/>
    <p:sldLayoutId id="2147483690" r:id="rId119"/>
    <p:sldLayoutId id="2147483670" r:id="rId120"/>
    <p:sldLayoutId id="2147483671" r:id="rId121"/>
  </p:sldLayoutIdLst>
  <p:hf sldNum="0" hdr="0" ftr="0"/>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7464">
          <p15:clr>
            <a:srgbClr val="A4A3A4"/>
          </p15:clr>
        </p15:guide>
        <p15:guide id="4" pos="216">
          <p15:clr>
            <a:srgbClr val="A4A3A4"/>
          </p15:clr>
        </p15:guide>
        <p15:guide id="5" pos="384">
          <p15:clr>
            <a:srgbClr val="A4A3A4"/>
          </p15:clr>
        </p15:guide>
        <p15:guide id="6" orient="horz" pos="3864">
          <p15:clr>
            <a:srgbClr val="A4A3A4"/>
          </p15:clr>
        </p15:guide>
        <p15:guide id="7" orient="horz" pos="960">
          <p15:clr>
            <a:srgbClr val="A4A3A4"/>
          </p15:clr>
        </p15:guide>
        <p15:guide id="8" pos="7296">
          <p15:clr>
            <a:srgbClr val="A4A3A4"/>
          </p15:clr>
        </p15:guide>
        <p15:guide id="9" pos="288">
          <p15:clr>
            <a:srgbClr val="A4A3A4"/>
          </p15:clr>
        </p15:guide>
        <p15:guide id="10" pos="7392">
          <p15:clr>
            <a:srgbClr val="A4A3A4"/>
          </p15:clr>
        </p15:guide>
        <p15:guide id="11" orient="horz" pos="708">
          <p15:clr>
            <a:srgbClr val="5ACBF0"/>
          </p15:clr>
        </p15:guide>
        <p15:guide id="12" orient="horz" pos="3984">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B8E95-BC54-4FF0-B410-155E1DD7DF14}"/>
              </a:ext>
            </a:extLst>
          </p:cNvPr>
          <p:cNvSpPr>
            <a:spLocks noGrp="1"/>
          </p:cNvSpPr>
          <p:nvPr>
            <p:ph type="ctrTitle"/>
          </p:nvPr>
        </p:nvSpPr>
        <p:spPr/>
        <p:txBody>
          <a:bodyPr/>
          <a:lstStyle/>
          <a:p>
            <a:r>
              <a:rPr lang="en-US" dirty="0" err="1"/>
              <a:t>Datawire</a:t>
            </a:r>
            <a:r>
              <a:rPr lang="en-US" dirty="0"/>
              <a:t> Secure Transport</a:t>
            </a:r>
          </a:p>
        </p:txBody>
      </p:sp>
      <p:sp>
        <p:nvSpPr>
          <p:cNvPr id="3" name="Subtitle 2">
            <a:extLst>
              <a:ext uri="{FF2B5EF4-FFF2-40B4-BE49-F238E27FC236}">
                <a16:creationId xmlns:a16="http://schemas.microsoft.com/office/drawing/2014/main" id="{7B1977AC-226B-433C-A063-1CC627428882}"/>
              </a:ext>
            </a:extLst>
          </p:cNvPr>
          <p:cNvSpPr>
            <a:spLocks noGrp="1"/>
          </p:cNvSpPr>
          <p:nvPr>
            <p:ph type="subTitle" idx="1"/>
          </p:nvPr>
        </p:nvSpPr>
        <p:spPr/>
        <p:txBody>
          <a:bodyPr/>
          <a:lstStyle/>
          <a:p>
            <a:r>
              <a:rPr lang="en-US" dirty="0"/>
              <a:t>Secure IP-Based Message Transport</a:t>
            </a:r>
          </a:p>
        </p:txBody>
      </p:sp>
      <p:sp>
        <p:nvSpPr>
          <p:cNvPr id="4" name="Date Placeholder 3">
            <a:extLst>
              <a:ext uri="{FF2B5EF4-FFF2-40B4-BE49-F238E27FC236}">
                <a16:creationId xmlns:a16="http://schemas.microsoft.com/office/drawing/2014/main" id="{C9B4FF00-C6DC-4E45-A7F6-B4501F9DD692}"/>
              </a:ext>
            </a:extLst>
          </p:cNvPr>
          <p:cNvSpPr>
            <a:spLocks noGrp="1"/>
          </p:cNvSpPr>
          <p:nvPr>
            <p:ph type="dt" sz="half" idx="10"/>
          </p:nvPr>
        </p:nvSpPr>
        <p:spPr/>
        <p:txBody>
          <a:bodyPr/>
          <a:lstStyle/>
          <a:p>
            <a:r>
              <a:rPr lang="en-US" dirty="0"/>
              <a:t>January 2023</a:t>
            </a:r>
          </a:p>
          <a:p>
            <a:endParaRPr lang="en-US" dirty="0"/>
          </a:p>
        </p:txBody>
      </p:sp>
      <p:pic>
        <p:nvPicPr>
          <p:cNvPr id="5" name="Picture 4" descr="Logo&#10;&#10;Description automatically generated">
            <a:extLst>
              <a:ext uri="{FF2B5EF4-FFF2-40B4-BE49-F238E27FC236}">
                <a16:creationId xmlns:a16="http://schemas.microsoft.com/office/drawing/2014/main" id="{E71AC80C-D913-49E0-B59D-7247B74BB402}"/>
              </a:ext>
            </a:extLst>
          </p:cNvPr>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337558" y="2312035"/>
            <a:ext cx="1783080" cy="328930"/>
          </a:xfrm>
          <a:prstGeom prst="rect">
            <a:avLst/>
          </a:prstGeom>
          <a:noFill/>
          <a:ln>
            <a:noFill/>
          </a:ln>
        </p:spPr>
      </p:pic>
    </p:spTree>
    <p:extLst>
      <p:ext uri="{BB962C8B-B14F-4D97-AF65-F5344CB8AC3E}">
        <p14:creationId xmlns:p14="http://schemas.microsoft.com/office/powerpoint/2010/main" val="173008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1BDF948-F4A6-4F5C-A04C-62B409C5FD3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 y="0"/>
            <a:ext cx="12191999" cy="2755901"/>
          </a:xfrm>
          <a:custGeom>
            <a:avLst/>
            <a:gdLst>
              <a:gd name="connsiteX0" fmla="*/ 0 w 12191999"/>
              <a:gd name="connsiteY0" fmla="*/ 0 h 2755901"/>
              <a:gd name="connsiteX1" fmla="*/ 12191999 w 12191999"/>
              <a:gd name="connsiteY1" fmla="*/ 0 h 2755901"/>
              <a:gd name="connsiteX2" fmla="*/ 12191999 w 12191999"/>
              <a:gd name="connsiteY2" fmla="*/ 2755901 h 2755901"/>
              <a:gd name="connsiteX3" fmla="*/ 0 w 12191999"/>
              <a:gd name="connsiteY3" fmla="*/ 2755901 h 2755901"/>
            </a:gdLst>
            <a:ahLst/>
            <a:cxnLst>
              <a:cxn ang="0">
                <a:pos x="connsiteX0" y="connsiteY0"/>
              </a:cxn>
              <a:cxn ang="0">
                <a:pos x="connsiteX1" y="connsiteY1"/>
              </a:cxn>
              <a:cxn ang="0">
                <a:pos x="connsiteX2" y="connsiteY2"/>
              </a:cxn>
              <a:cxn ang="0">
                <a:pos x="connsiteX3" y="connsiteY3"/>
              </a:cxn>
            </a:cxnLst>
            <a:rect l="l" t="t" r="r" b="b"/>
            <a:pathLst>
              <a:path w="12191999" h="2755901">
                <a:moveTo>
                  <a:pt x="0" y="0"/>
                </a:moveTo>
                <a:lnTo>
                  <a:pt x="12191999" y="0"/>
                </a:lnTo>
                <a:lnTo>
                  <a:pt x="12191999" y="2755901"/>
                </a:lnTo>
                <a:lnTo>
                  <a:pt x="0" y="2755901"/>
                </a:lnTo>
                <a:close/>
              </a:path>
            </a:pathLst>
          </a:custGeom>
        </p:spPr>
      </p:pic>
      <p:sp>
        <p:nvSpPr>
          <p:cNvPr id="22" name="Rectangle 21">
            <a:extLst>
              <a:ext uri="{FF2B5EF4-FFF2-40B4-BE49-F238E27FC236}">
                <a16:creationId xmlns:a16="http://schemas.microsoft.com/office/drawing/2014/main" id="{728BE370-C94F-4908-820A-2E073B7A26CB}"/>
              </a:ext>
            </a:extLst>
          </p:cNvPr>
          <p:cNvSpPr/>
          <p:nvPr/>
        </p:nvSpPr>
        <p:spPr>
          <a:xfrm>
            <a:off x="-1" y="0"/>
            <a:ext cx="12192001" cy="2755901"/>
          </a:xfrm>
          <a:prstGeom prst="rect">
            <a:avLst/>
          </a:prstGeom>
          <a:solidFill>
            <a:schemeClr val="tx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Title 4">
            <a:extLst>
              <a:ext uri="{FF2B5EF4-FFF2-40B4-BE49-F238E27FC236}">
                <a16:creationId xmlns:a16="http://schemas.microsoft.com/office/drawing/2014/main" id="{D155A70F-80BF-4DED-9526-BD39F463DD88}"/>
              </a:ext>
            </a:extLst>
          </p:cNvPr>
          <p:cNvSpPr>
            <a:spLocks noGrp="1"/>
          </p:cNvSpPr>
          <p:nvPr>
            <p:ph type="title"/>
          </p:nvPr>
        </p:nvSpPr>
        <p:spPr/>
        <p:txBody>
          <a:bodyPr/>
          <a:lstStyle/>
          <a:p>
            <a:r>
              <a:rPr lang="en-US" dirty="0" err="1">
                <a:solidFill>
                  <a:schemeClr val="bg1"/>
                </a:solidFill>
              </a:rPr>
              <a:t>Datawire</a:t>
            </a:r>
            <a:r>
              <a:rPr lang="en-US" dirty="0">
                <a:solidFill>
                  <a:schemeClr val="bg1"/>
                </a:solidFill>
              </a:rPr>
              <a:t> Secure Transport</a:t>
            </a:r>
          </a:p>
        </p:txBody>
      </p:sp>
      <p:sp>
        <p:nvSpPr>
          <p:cNvPr id="26" name="Text Placeholder 25">
            <a:extLst>
              <a:ext uri="{FF2B5EF4-FFF2-40B4-BE49-F238E27FC236}">
                <a16:creationId xmlns:a16="http://schemas.microsoft.com/office/drawing/2014/main" id="{78E8DAE7-F60A-4798-B90E-D5E9D159D8BD}"/>
              </a:ext>
            </a:extLst>
          </p:cNvPr>
          <p:cNvSpPr>
            <a:spLocks noGrp="1"/>
          </p:cNvSpPr>
          <p:nvPr>
            <p:ph type="body" sz="quarter" idx="13"/>
          </p:nvPr>
        </p:nvSpPr>
        <p:spPr/>
        <p:txBody>
          <a:bodyPr/>
          <a:lstStyle/>
          <a:p>
            <a:endParaRPr lang="en-US"/>
          </a:p>
        </p:txBody>
      </p:sp>
      <p:grpSp>
        <p:nvGrpSpPr>
          <p:cNvPr id="12" name="Group 11">
            <a:extLst>
              <a:ext uri="{FF2B5EF4-FFF2-40B4-BE49-F238E27FC236}">
                <a16:creationId xmlns:a16="http://schemas.microsoft.com/office/drawing/2014/main" id="{AFA9C914-9FDB-4E3D-A0A5-7EBC8A6553C3}"/>
              </a:ext>
            </a:extLst>
          </p:cNvPr>
          <p:cNvGrpSpPr/>
          <p:nvPr/>
        </p:nvGrpSpPr>
        <p:grpSpPr>
          <a:xfrm>
            <a:off x="609600" y="2925324"/>
            <a:ext cx="3578578" cy="3208775"/>
            <a:chOff x="609600" y="3299268"/>
            <a:chExt cx="3578578" cy="3208775"/>
          </a:xfrm>
        </p:grpSpPr>
        <p:sp>
          <p:nvSpPr>
            <p:cNvPr id="6" name="Rectangle 5">
              <a:extLst>
                <a:ext uri="{FF2B5EF4-FFF2-40B4-BE49-F238E27FC236}">
                  <a16:creationId xmlns:a16="http://schemas.microsoft.com/office/drawing/2014/main" id="{31115103-FF27-4229-A7DE-CF03D6F3E238}"/>
                </a:ext>
              </a:extLst>
            </p:cNvPr>
            <p:cNvSpPr/>
            <p:nvPr/>
          </p:nvSpPr>
          <p:spPr>
            <a:xfrm>
              <a:off x="609600" y="3299268"/>
              <a:ext cx="3578578" cy="3208775"/>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2000" dirty="0"/>
            </a:p>
          </p:txBody>
        </p:sp>
        <p:sp>
          <p:nvSpPr>
            <p:cNvPr id="10" name="Rectangle 9">
              <a:extLst>
                <a:ext uri="{FF2B5EF4-FFF2-40B4-BE49-F238E27FC236}">
                  <a16:creationId xmlns:a16="http://schemas.microsoft.com/office/drawing/2014/main" id="{081F50B6-3B92-47B5-91B0-0ECC1AAFC335}"/>
                </a:ext>
              </a:extLst>
            </p:cNvPr>
            <p:cNvSpPr/>
            <p:nvPr/>
          </p:nvSpPr>
          <p:spPr>
            <a:xfrm>
              <a:off x="806150" y="3429000"/>
              <a:ext cx="1025922" cy="276999"/>
            </a:xfrm>
            <a:prstGeom prst="rect">
              <a:avLst/>
            </a:prstGeom>
          </p:spPr>
          <p:txBody>
            <a:bodyPr wrap="none" lIns="0" tIns="0" rIns="0" bIns="0">
              <a:spAutoFit/>
            </a:bodyPr>
            <a:lstStyle/>
            <a:p>
              <a:pPr>
                <a:spcBef>
                  <a:spcPts val="0"/>
                </a:spcBef>
                <a:buClrTx/>
                <a:buSzTx/>
                <a:buFontTx/>
                <a:buNone/>
              </a:pPr>
              <a:r>
                <a:rPr lang="en-US" b="1" kern="1200" dirty="0">
                  <a:solidFill>
                    <a:srgbClr val="FF6600"/>
                  </a:solidFill>
                </a:rPr>
                <a:t>Overview</a:t>
              </a:r>
            </a:p>
          </p:txBody>
        </p:sp>
        <p:sp>
          <p:nvSpPr>
            <p:cNvPr id="11" name="Rectangle 10">
              <a:extLst>
                <a:ext uri="{FF2B5EF4-FFF2-40B4-BE49-F238E27FC236}">
                  <a16:creationId xmlns:a16="http://schemas.microsoft.com/office/drawing/2014/main" id="{ACF1AAC2-07B4-4557-9D35-E251DD8375D8}"/>
                </a:ext>
              </a:extLst>
            </p:cNvPr>
            <p:cNvSpPr/>
            <p:nvPr/>
          </p:nvSpPr>
          <p:spPr>
            <a:xfrm>
              <a:off x="806150" y="3792306"/>
              <a:ext cx="3181650" cy="2600712"/>
            </a:xfrm>
            <a:prstGeom prst="rect">
              <a:avLst/>
            </a:prstGeom>
          </p:spPr>
          <p:txBody>
            <a:bodyPr wrap="square" lIns="0" tIns="0" rIns="0" bIns="0">
              <a:spAutoFit/>
            </a:bodyPr>
            <a:lstStyle/>
            <a:p>
              <a:pPr marL="228600" indent="-228600">
                <a:spcBef>
                  <a:spcPts val="300"/>
                </a:spcBef>
                <a:spcAft>
                  <a:spcPts val="300"/>
                </a:spcAft>
                <a:buClrTx/>
                <a:buSzTx/>
                <a:buFont typeface="Arial" panose="020B0604020202020204" pitchFamily="34" charset="0"/>
                <a:buChar char="•"/>
              </a:pPr>
              <a:r>
                <a:rPr lang="en-US" sz="1400" b="0" kern="1200" dirty="0"/>
                <a:t>Highly secure distributed</a:t>
              </a:r>
              <a:br>
                <a:rPr lang="en-US" sz="1400" b="0" kern="1200" dirty="0"/>
              </a:br>
              <a:r>
                <a:rPr lang="en-US" sz="1400" b="0" kern="1200" dirty="0"/>
                <a:t>transport network</a:t>
              </a:r>
            </a:p>
            <a:p>
              <a:pPr marL="228600" indent="-228600">
                <a:spcBef>
                  <a:spcPts val="300"/>
                </a:spcBef>
                <a:spcAft>
                  <a:spcPts val="300"/>
                </a:spcAft>
                <a:buClrTx/>
                <a:buSzTx/>
                <a:buFont typeface="Arial" panose="020B0604020202020204" pitchFamily="34" charset="0"/>
                <a:buChar char="•"/>
              </a:pPr>
              <a:r>
                <a:rPr lang="en-US" sz="1400" b="0" kern="1200" dirty="0"/>
                <a:t>Delivers secure, reliable, </a:t>
              </a:r>
              <a:br>
                <a:rPr lang="en-US" sz="1400" b="0" kern="1200" dirty="0"/>
              </a:br>
              <a:r>
                <a:rPr lang="en-US" sz="1400" b="0" kern="1200" dirty="0"/>
                <a:t>authenticated traffic to payment processors and gateways</a:t>
              </a:r>
            </a:p>
            <a:p>
              <a:pPr marL="228600" indent="-228600">
                <a:spcBef>
                  <a:spcPts val="300"/>
                </a:spcBef>
                <a:spcAft>
                  <a:spcPts val="300"/>
                </a:spcAft>
                <a:buClrTx/>
                <a:buSzTx/>
                <a:buFont typeface="Arial" panose="020B0604020202020204" pitchFamily="34" charset="0"/>
                <a:buChar char="•"/>
              </a:pPr>
              <a:r>
                <a:rPr lang="en-US" sz="1400" b="0" kern="1200" dirty="0"/>
                <a:t>Leverages public Internet </a:t>
              </a:r>
              <a:br>
                <a:rPr lang="en-US" sz="1400" b="0" kern="1200" dirty="0"/>
              </a:br>
              <a:r>
                <a:rPr lang="en-US" sz="1400" b="0" kern="1200" dirty="0"/>
                <a:t>using patented routing and encryption technology</a:t>
              </a:r>
            </a:p>
            <a:p>
              <a:pPr marL="228600" indent="-228600">
                <a:spcBef>
                  <a:spcPts val="300"/>
                </a:spcBef>
                <a:spcAft>
                  <a:spcPts val="300"/>
                </a:spcAft>
                <a:buClrTx/>
                <a:buSzTx/>
                <a:buFont typeface="Arial" panose="020B0604020202020204" pitchFamily="34" charset="0"/>
                <a:buChar char="•"/>
              </a:pPr>
              <a:r>
                <a:rPr lang="en-US" sz="1400" b="0" kern="1200" dirty="0"/>
                <a:t>A cost effective alternative to traditional connectivity options</a:t>
              </a:r>
              <a:br>
                <a:rPr lang="en-US" sz="1400" b="0" kern="1200" dirty="0"/>
              </a:br>
              <a:r>
                <a:rPr lang="en-US" sz="1400" b="0" kern="1200" dirty="0"/>
                <a:t>(VPN, Frame, MPLS and so on)</a:t>
              </a:r>
            </a:p>
          </p:txBody>
        </p:sp>
      </p:grpSp>
      <p:grpSp>
        <p:nvGrpSpPr>
          <p:cNvPr id="13" name="Group 12">
            <a:extLst>
              <a:ext uri="{FF2B5EF4-FFF2-40B4-BE49-F238E27FC236}">
                <a16:creationId xmlns:a16="http://schemas.microsoft.com/office/drawing/2014/main" id="{C9B93A75-19F7-4240-878E-D47BEBEAD292}"/>
              </a:ext>
            </a:extLst>
          </p:cNvPr>
          <p:cNvGrpSpPr/>
          <p:nvPr/>
        </p:nvGrpSpPr>
        <p:grpSpPr>
          <a:xfrm>
            <a:off x="4306711" y="2925324"/>
            <a:ext cx="3578578" cy="3208776"/>
            <a:chOff x="609600" y="3299268"/>
            <a:chExt cx="3578578" cy="3208776"/>
          </a:xfrm>
        </p:grpSpPr>
        <p:sp>
          <p:nvSpPr>
            <p:cNvPr id="14" name="Rectangle 13">
              <a:extLst>
                <a:ext uri="{FF2B5EF4-FFF2-40B4-BE49-F238E27FC236}">
                  <a16:creationId xmlns:a16="http://schemas.microsoft.com/office/drawing/2014/main" id="{58FD3556-8DE5-4334-8973-151879FFF17D}"/>
                </a:ext>
              </a:extLst>
            </p:cNvPr>
            <p:cNvSpPr/>
            <p:nvPr/>
          </p:nvSpPr>
          <p:spPr>
            <a:xfrm>
              <a:off x="609600" y="3299268"/>
              <a:ext cx="3578578" cy="3208776"/>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2000" dirty="0"/>
            </a:p>
          </p:txBody>
        </p:sp>
        <p:sp>
          <p:nvSpPr>
            <p:cNvPr id="15" name="Rectangle 14">
              <a:extLst>
                <a:ext uri="{FF2B5EF4-FFF2-40B4-BE49-F238E27FC236}">
                  <a16:creationId xmlns:a16="http://schemas.microsoft.com/office/drawing/2014/main" id="{8A414630-13E4-4023-98AC-553BC6724C87}"/>
                </a:ext>
              </a:extLst>
            </p:cNvPr>
            <p:cNvSpPr/>
            <p:nvPr/>
          </p:nvSpPr>
          <p:spPr>
            <a:xfrm>
              <a:off x="806150" y="3429000"/>
              <a:ext cx="1346522" cy="276999"/>
            </a:xfrm>
            <a:prstGeom prst="rect">
              <a:avLst/>
            </a:prstGeom>
          </p:spPr>
          <p:txBody>
            <a:bodyPr wrap="none" lIns="0" tIns="0" rIns="0" bIns="0">
              <a:spAutoFit/>
            </a:bodyPr>
            <a:lstStyle/>
            <a:p>
              <a:pPr>
                <a:spcBef>
                  <a:spcPts val="0"/>
                </a:spcBef>
                <a:buClrTx/>
                <a:buSzTx/>
                <a:buFontTx/>
                <a:buNone/>
              </a:pPr>
              <a:r>
                <a:rPr lang="en-US" b="1" kern="1200" dirty="0">
                  <a:solidFill>
                    <a:srgbClr val="FF6600"/>
                  </a:solidFill>
                </a:rPr>
                <a:t>Background</a:t>
              </a:r>
            </a:p>
          </p:txBody>
        </p:sp>
        <p:sp>
          <p:nvSpPr>
            <p:cNvPr id="16" name="Rectangle 15">
              <a:extLst>
                <a:ext uri="{FF2B5EF4-FFF2-40B4-BE49-F238E27FC236}">
                  <a16:creationId xmlns:a16="http://schemas.microsoft.com/office/drawing/2014/main" id="{D0AB388D-460C-4829-8D36-B794C764B249}"/>
                </a:ext>
              </a:extLst>
            </p:cNvPr>
            <p:cNvSpPr/>
            <p:nvPr/>
          </p:nvSpPr>
          <p:spPr>
            <a:xfrm>
              <a:off x="806150" y="3792306"/>
              <a:ext cx="3382028" cy="1954381"/>
            </a:xfrm>
            <a:prstGeom prst="rect">
              <a:avLst/>
            </a:prstGeom>
          </p:spPr>
          <p:txBody>
            <a:bodyPr wrap="square" lIns="0" tIns="0" rIns="0" bIns="0">
              <a:spAutoFit/>
            </a:bodyPr>
            <a:lstStyle/>
            <a:p>
              <a:pPr marL="228600" indent="-228600">
                <a:spcBef>
                  <a:spcPts val="300"/>
                </a:spcBef>
                <a:spcAft>
                  <a:spcPts val="300"/>
                </a:spcAft>
                <a:buClrTx/>
                <a:buSzTx/>
                <a:buFont typeface="Arial" panose="020B0604020202020204" pitchFamily="34" charset="0"/>
                <a:buChar char="•"/>
              </a:pPr>
              <a:r>
                <a:rPr lang="en-US" sz="1400" b="0" kern="1200" dirty="0"/>
                <a:t>Acquired by First Data in</a:t>
              </a:r>
              <a:br>
                <a:rPr lang="en-US" sz="1400" b="0" kern="1200" dirty="0"/>
              </a:br>
              <a:r>
                <a:rPr lang="en-US" sz="1400" b="0" kern="1200" dirty="0"/>
                <a:t>February 2007</a:t>
              </a:r>
            </a:p>
            <a:p>
              <a:pPr marL="228600" indent="-228600">
                <a:spcBef>
                  <a:spcPts val="300"/>
                </a:spcBef>
                <a:spcAft>
                  <a:spcPts val="300"/>
                </a:spcAft>
                <a:buClrTx/>
                <a:buSzTx/>
                <a:buFont typeface="Arial" panose="020B0604020202020204" pitchFamily="34" charset="0"/>
                <a:buChar char="•"/>
              </a:pPr>
              <a:r>
                <a:rPr lang="en-US" sz="1400" b="0" kern="1200" dirty="0"/>
                <a:t>Servicing over 1ML </a:t>
              </a:r>
              <a:br>
                <a:rPr lang="en-US" sz="1400" b="0" kern="1200" dirty="0"/>
              </a:br>
              <a:r>
                <a:rPr lang="en-US" sz="1400" b="0" kern="1200" dirty="0"/>
                <a:t>merchants worldwide</a:t>
              </a:r>
            </a:p>
            <a:p>
              <a:pPr marL="228600" indent="-228600">
                <a:spcBef>
                  <a:spcPts val="300"/>
                </a:spcBef>
                <a:spcAft>
                  <a:spcPts val="300"/>
                </a:spcAft>
                <a:buClrTx/>
                <a:buSzTx/>
                <a:buFont typeface="Arial" panose="020B0604020202020204" pitchFamily="34" charset="0"/>
                <a:buChar char="•"/>
              </a:pPr>
              <a:r>
                <a:rPr lang="en-US" sz="1400" b="0" kern="1200" dirty="0"/>
                <a:t>Transporting over 30 Billion </a:t>
              </a:r>
              <a:br>
                <a:rPr lang="en-US" sz="1400" b="0" kern="1200" dirty="0"/>
              </a:br>
              <a:r>
                <a:rPr lang="en-US" sz="1400" b="0" kern="1200" dirty="0"/>
                <a:t>transactions annually</a:t>
              </a:r>
            </a:p>
            <a:p>
              <a:pPr marL="228600" indent="-228600">
                <a:spcBef>
                  <a:spcPts val="300"/>
                </a:spcBef>
                <a:spcAft>
                  <a:spcPts val="300"/>
                </a:spcAft>
                <a:buClrTx/>
                <a:buSzTx/>
                <a:buFont typeface="Arial" panose="020B0604020202020204" pitchFamily="34" charset="0"/>
                <a:buChar char="•"/>
              </a:pPr>
              <a:r>
                <a:rPr lang="en-US" sz="1400" b="0" kern="1200" dirty="0"/>
                <a:t>Services all card-present and </a:t>
              </a:r>
              <a:br>
                <a:rPr lang="en-US" sz="1400" b="0" kern="1200" dirty="0"/>
              </a:br>
              <a:r>
                <a:rPr lang="en-US" sz="1400" b="0" kern="1200" dirty="0"/>
                <a:t>non-card-present industries</a:t>
              </a:r>
            </a:p>
          </p:txBody>
        </p:sp>
      </p:grpSp>
      <p:grpSp>
        <p:nvGrpSpPr>
          <p:cNvPr id="17" name="Group 16">
            <a:extLst>
              <a:ext uri="{FF2B5EF4-FFF2-40B4-BE49-F238E27FC236}">
                <a16:creationId xmlns:a16="http://schemas.microsoft.com/office/drawing/2014/main" id="{E2CAD574-7877-4214-A5A4-7A67950CFD54}"/>
              </a:ext>
            </a:extLst>
          </p:cNvPr>
          <p:cNvGrpSpPr/>
          <p:nvPr/>
        </p:nvGrpSpPr>
        <p:grpSpPr>
          <a:xfrm>
            <a:off x="8003822" y="2925322"/>
            <a:ext cx="3578578" cy="3208777"/>
            <a:chOff x="609600" y="3299266"/>
            <a:chExt cx="3578578" cy="3208777"/>
          </a:xfrm>
        </p:grpSpPr>
        <p:sp>
          <p:nvSpPr>
            <p:cNvPr id="18" name="Rectangle 17">
              <a:extLst>
                <a:ext uri="{FF2B5EF4-FFF2-40B4-BE49-F238E27FC236}">
                  <a16:creationId xmlns:a16="http://schemas.microsoft.com/office/drawing/2014/main" id="{B6B8B482-29EC-4A0F-828B-62127B8A45F6}"/>
                </a:ext>
              </a:extLst>
            </p:cNvPr>
            <p:cNvSpPr/>
            <p:nvPr/>
          </p:nvSpPr>
          <p:spPr>
            <a:xfrm>
              <a:off x="609600" y="3299266"/>
              <a:ext cx="3578578" cy="320877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2000" dirty="0"/>
            </a:p>
          </p:txBody>
        </p:sp>
        <p:sp>
          <p:nvSpPr>
            <p:cNvPr id="19" name="Rectangle 18">
              <a:extLst>
                <a:ext uri="{FF2B5EF4-FFF2-40B4-BE49-F238E27FC236}">
                  <a16:creationId xmlns:a16="http://schemas.microsoft.com/office/drawing/2014/main" id="{B0ADC69A-A1F7-400D-9EDE-3ED0623A4F67}"/>
                </a:ext>
              </a:extLst>
            </p:cNvPr>
            <p:cNvSpPr/>
            <p:nvPr/>
          </p:nvSpPr>
          <p:spPr>
            <a:xfrm>
              <a:off x="806150" y="3429000"/>
              <a:ext cx="1949316" cy="276999"/>
            </a:xfrm>
            <a:prstGeom prst="rect">
              <a:avLst/>
            </a:prstGeom>
          </p:spPr>
          <p:txBody>
            <a:bodyPr wrap="none" lIns="0" tIns="0" rIns="0" bIns="0">
              <a:spAutoFit/>
            </a:bodyPr>
            <a:lstStyle/>
            <a:p>
              <a:pPr>
                <a:spcBef>
                  <a:spcPts val="0"/>
                </a:spcBef>
                <a:buClrTx/>
                <a:buSzTx/>
                <a:buFontTx/>
                <a:buNone/>
              </a:pPr>
              <a:r>
                <a:rPr lang="en-US" b="1" kern="1200" dirty="0">
                  <a:solidFill>
                    <a:srgbClr val="FF6600"/>
                  </a:solidFill>
                </a:rPr>
                <a:t>Value Proposition</a:t>
              </a:r>
            </a:p>
          </p:txBody>
        </p:sp>
        <p:sp>
          <p:nvSpPr>
            <p:cNvPr id="20" name="Rectangle 19">
              <a:extLst>
                <a:ext uri="{FF2B5EF4-FFF2-40B4-BE49-F238E27FC236}">
                  <a16:creationId xmlns:a16="http://schemas.microsoft.com/office/drawing/2014/main" id="{438490DD-9C6A-4DE1-9022-E15103C5D5A3}"/>
                </a:ext>
              </a:extLst>
            </p:cNvPr>
            <p:cNvSpPr/>
            <p:nvPr/>
          </p:nvSpPr>
          <p:spPr>
            <a:xfrm>
              <a:off x="806150" y="3792306"/>
              <a:ext cx="3382028" cy="2616101"/>
            </a:xfrm>
            <a:prstGeom prst="rect">
              <a:avLst/>
            </a:prstGeom>
          </p:spPr>
          <p:txBody>
            <a:bodyPr wrap="square" lIns="0" tIns="0" rIns="0" bIns="0">
              <a:spAutoFit/>
            </a:bodyPr>
            <a:lstStyle/>
            <a:p>
              <a:pPr marL="228600" indent="-228600">
                <a:spcBef>
                  <a:spcPts val="300"/>
                </a:spcBef>
                <a:spcAft>
                  <a:spcPts val="300"/>
                </a:spcAft>
                <a:buClrTx/>
                <a:buSzTx/>
                <a:buFont typeface="Arial" panose="020B0604020202020204" pitchFamily="34" charset="0"/>
                <a:buChar char="•"/>
              </a:pPr>
              <a:r>
                <a:rPr lang="en-US" sz="1400" b="0" kern="1200" dirty="0"/>
                <a:t>Cost saving alternative to Dial, VPN, Frame and so on</a:t>
              </a:r>
            </a:p>
            <a:p>
              <a:pPr marL="228600" indent="-228600">
                <a:spcBef>
                  <a:spcPts val="300"/>
                </a:spcBef>
                <a:spcAft>
                  <a:spcPts val="300"/>
                </a:spcAft>
                <a:buClrTx/>
                <a:buSzTx/>
                <a:buFont typeface="Arial" panose="020B0604020202020204" pitchFamily="34" charset="0"/>
                <a:buChar char="•"/>
              </a:pPr>
              <a:r>
                <a:rPr lang="en-US" sz="1400" b="0" kern="1200" dirty="0"/>
                <a:t>Additional revenue stream and </a:t>
              </a:r>
              <a:br>
                <a:rPr lang="en-US" sz="1400" b="0" kern="1200" dirty="0"/>
              </a:br>
              <a:r>
                <a:rPr lang="en-US" sz="1400" b="0" kern="1200" dirty="0"/>
                <a:t>expense reduction</a:t>
              </a:r>
            </a:p>
            <a:p>
              <a:pPr marL="228600" indent="-228600">
                <a:spcBef>
                  <a:spcPts val="300"/>
                </a:spcBef>
                <a:spcAft>
                  <a:spcPts val="300"/>
                </a:spcAft>
                <a:buClrTx/>
                <a:buSzTx/>
                <a:buFont typeface="Arial" panose="020B0604020202020204" pitchFamily="34" charset="0"/>
                <a:buChar char="•"/>
              </a:pPr>
              <a:r>
                <a:rPr lang="en-US" sz="1400" b="0" kern="1200" dirty="0"/>
                <a:t>Fully PCI-DSS compliant</a:t>
              </a:r>
            </a:p>
            <a:p>
              <a:pPr marL="228600" indent="-228600">
                <a:spcBef>
                  <a:spcPts val="300"/>
                </a:spcBef>
                <a:spcAft>
                  <a:spcPts val="300"/>
                </a:spcAft>
                <a:buClrTx/>
                <a:buSzTx/>
                <a:buFont typeface="Arial" panose="020B0604020202020204" pitchFamily="34" charset="0"/>
                <a:buChar char="•"/>
              </a:pPr>
              <a:r>
                <a:rPr lang="en-US" sz="1400" b="0" kern="1200" dirty="0"/>
                <a:t>Secure patented technology</a:t>
              </a:r>
            </a:p>
            <a:p>
              <a:pPr marL="228600" indent="-228600">
                <a:spcBef>
                  <a:spcPts val="300"/>
                </a:spcBef>
                <a:spcAft>
                  <a:spcPts val="300"/>
                </a:spcAft>
                <a:buClrTx/>
                <a:buSzTx/>
                <a:buFont typeface="Arial" panose="020B0604020202020204" pitchFamily="34" charset="0"/>
                <a:buChar char="•"/>
              </a:pPr>
              <a:r>
                <a:rPr lang="en-US" sz="1400" b="0" kern="1200" dirty="0"/>
                <a:t>Full network redundancy</a:t>
              </a:r>
            </a:p>
            <a:p>
              <a:pPr marL="228600" indent="-228600">
                <a:spcBef>
                  <a:spcPts val="300"/>
                </a:spcBef>
                <a:spcAft>
                  <a:spcPts val="300"/>
                </a:spcAft>
                <a:buClrTx/>
                <a:buSzTx/>
                <a:buFont typeface="Arial" panose="020B0604020202020204" pitchFamily="34" charset="0"/>
                <a:buChar char="•"/>
              </a:pPr>
              <a:r>
                <a:rPr lang="en-US" sz="1400" b="0" kern="1200" dirty="0"/>
                <a:t>Enhanced transactional reporting</a:t>
              </a:r>
            </a:p>
            <a:p>
              <a:pPr marL="228600" indent="-228600">
                <a:spcBef>
                  <a:spcPts val="300"/>
                </a:spcBef>
                <a:spcAft>
                  <a:spcPts val="300"/>
                </a:spcAft>
                <a:buClrTx/>
                <a:buSzTx/>
                <a:buFont typeface="Arial" panose="020B0604020202020204" pitchFamily="34" charset="0"/>
                <a:buChar char="•"/>
              </a:pPr>
              <a:r>
                <a:rPr lang="en-US" sz="1400" b="0" kern="1200" dirty="0"/>
                <a:t>Merchant can utilize any public </a:t>
              </a:r>
              <a:br>
                <a:rPr lang="en-US" sz="1400" b="0" kern="1200" dirty="0"/>
              </a:br>
              <a:r>
                <a:rPr lang="en-US" sz="1400" b="0" kern="1200" dirty="0"/>
                <a:t>Internet connection</a:t>
              </a:r>
            </a:p>
          </p:txBody>
        </p:sp>
      </p:grpSp>
      <p:sp>
        <p:nvSpPr>
          <p:cNvPr id="24" name="TextBox 23">
            <a:extLst>
              <a:ext uri="{FF2B5EF4-FFF2-40B4-BE49-F238E27FC236}">
                <a16:creationId xmlns:a16="http://schemas.microsoft.com/office/drawing/2014/main" id="{20C71508-2245-4EE3-8C69-6C152C22992C}"/>
              </a:ext>
            </a:extLst>
          </p:cNvPr>
          <p:cNvSpPr txBox="1"/>
          <p:nvPr/>
        </p:nvSpPr>
        <p:spPr>
          <a:xfrm>
            <a:off x="609600" y="1285982"/>
            <a:ext cx="2658533" cy="276999"/>
          </a:xfrm>
          <a:prstGeom prst="rect">
            <a:avLst/>
          </a:prstGeom>
          <a:noFill/>
        </p:spPr>
        <p:txBody>
          <a:bodyPr wrap="square" lIns="0" tIns="0" rIns="0" bIns="0">
            <a:spAutoFit/>
          </a:bodyPr>
          <a:lstStyle/>
          <a:p>
            <a:r>
              <a:rPr lang="en-US" sz="1800" b="1" kern="0" dirty="0">
                <a:solidFill>
                  <a:srgbClr val="FF6600"/>
                </a:solidFill>
                <a:ea typeface="ＭＳ Ｐゴシック" charset="-128"/>
                <a:cs typeface="Arial"/>
              </a:rPr>
              <a:t>High Level Overview</a:t>
            </a:r>
            <a:endParaRPr lang="en-US" b="1" dirty="0">
              <a:solidFill>
                <a:srgbClr val="FF6600"/>
              </a:solidFill>
            </a:endParaRPr>
          </a:p>
        </p:txBody>
      </p:sp>
      <p:sp>
        <p:nvSpPr>
          <p:cNvPr id="25" name="TextBox 24">
            <a:extLst>
              <a:ext uri="{FF2B5EF4-FFF2-40B4-BE49-F238E27FC236}">
                <a16:creationId xmlns:a16="http://schemas.microsoft.com/office/drawing/2014/main" id="{F03AC5C3-AC37-4BAA-9ED8-A718D159C1DE}"/>
              </a:ext>
            </a:extLst>
          </p:cNvPr>
          <p:cNvSpPr txBox="1"/>
          <p:nvPr/>
        </p:nvSpPr>
        <p:spPr>
          <a:xfrm>
            <a:off x="609600" y="1666660"/>
            <a:ext cx="5305778" cy="830997"/>
          </a:xfrm>
          <a:prstGeom prst="rect">
            <a:avLst/>
          </a:prstGeom>
          <a:noFill/>
        </p:spPr>
        <p:txBody>
          <a:bodyPr wrap="square" lIns="0" tIns="0" rIns="0" bIns="0">
            <a:spAutoFit/>
          </a:bodyPr>
          <a:lstStyle/>
          <a:p>
            <a:r>
              <a:rPr lang="en-US" sz="1800" dirty="0" err="1">
                <a:solidFill>
                  <a:schemeClr val="bg1"/>
                </a:solidFill>
              </a:rPr>
              <a:t>Datawire</a:t>
            </a:r>
            <a:r>
              <a:rPr lang="en-US" sz="1800" dirty="0">
                <a:solidFill>
                  <a:schemeClr val="bg1"/>
                </a:solidFill>
              </a:rPr>
              <a:t> Secure Transport is used for transporting payment messages securely and reliably over the Internet for merchants all across the globe</a:t>
            </a:r>
          </a:p>
        </p:txBody>
      </p:sp>
    </p:spTree>
    <p:extLst>
      <p:ext uri="{BB962C8B-B14F-4D97-AF65-F5344CB8AC3E}">
        <p14:creationId xmlns:p14="http://schemas.microsoft.com/office/powerpoint/2010/main" val="227734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536F2-2F6B-4762-8FC9-96AA5B0E9BBA}"/>
              </a:ext>
            </a:extLst>
          </p:cNvPr>
          <p:cNvSpPr>
            <a:spLocks noGrp="1"/>
          </p:cNvSpPr>
          <p:nvPr>
            <p:ph type="title"/>
          </p:nvPr>
        </p:nvSpPr>
        <p:spPr/>
        <p:txBody>
          <a:bodyPr/>
          <a:lstStyle/>
          <a:p>
            <a:r>
              <a:rPr lang="en-US" dirty="0"/>
              <a:t>How </a:t>
            </a:r>
            <a:r>
              <a:rPr lang="en-US" dirty="0" err="1"/>
              <a:t>Datawire</a:t>
            </a:r>
            <a:r>
              <a:rPr lang="en-US" dirty="0"/>
              <a:t> Works</a:t>
            </a:r>
          </a:p>
        </p:txBody>
      </p:sp>
      <p:sp>
        <p:nvSpPr>
          <p:cNvPr id="348" name="Text Placeholder 347">
            <a:extLst>
              <a:ext uri="{FF2B5EF4-FFF2-40B4-BE49-F238E27FC236}">
                <a16:creationId xmlns:a16="http://schemas.microsoft.com/office/drawing/2014/main" id="{4ED343BB-4AD5-44E7-A2E2-A57D7C3F98BF}"/>
              </a:ext>
            </a:extLst>
          </p:cNvPr>
          <p:cNvSpPr>
            <a:spLocks noGrp="1"/>
          </p:cNvSpPr>
          <p:nvPr>
            <p:ph type="body" sz="quarter" idx="13"/>
          </p:nvPr>
        </p:nvSpPr>
        <p:spPr/>
        <p:txBody>
          <a:bodyPr/>
          <a:lstStyle/>
          <a:p>
            <a:endParaRPr lang="en-US" dirty="0"/>
          </a:p>
        </p:txBody>
      </p:sp>
      <p:sp>
        <p:nvSpPr>
          <p:cNvPr id="124" name="!!GreyRibbon">
            <a:extLst>
              <a:ext uri="{FF2B5EF4-FFF2-40B4-BE49-F238E27FC236}">
                <a16:creationId xmlns:a16="http://schemas.microsoft.com/office/drawing/2014/main" id="{D4891929-9905-439B-8E74-6DFBC97A425E}"/>
              </a:ext>
            </a:extLst>
          </p:cNvPr>
          <p:cNvSpPr/>
          <p:nvPr/>
        </p:nvSpPr>
        <p:spPr>
          <a:xfrm rot="5400000" flipH="1">
            <a:off x="3495675" y="1905724"/>
            <a:ext cx="5200649" cy="3637100"/>
          </a:xfrm>
          <a:prstGeom prst="rect">
            <a:avLst/>
          </a:prstGeom>
          <a:solidFill>
            <a:schemeClr val="bg1">
              <a:lumMod val="95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solidFill>
                <a:srgbClr val="FFFFFF"/>
              </a:solidFill>
              <a:latin typeface="Univers for Fiserv 55"/>
            </a:endParaRPr>
          </a:p>
        </p:txBody>
      </p:sp>
      <p:sp>
        <p:nvSpPr>
          <p:cNvPr id="125" name="Rectangle 124">
            <a:extLst>
              <a:ext uri="{FF2B5EF4-FFF2-40B4-BE49-F238E27FC236}">
                <a16:creationId xmlns:a16="http://schemas.microsoft.com/office/drawing/2014/main" id="{9B23D59E-4289-4D69-8FAB-9EF467358331}"/>
              </a:ext>
            </a:extLst>
          </p:cNvPr>
          <p:cNvSpPr/>
          <p:nvPr/>
        </p:nvSpPr>
        <p:spPr>
          <a:xfrm>
            <a:off x="461499" y="1524000"/>
            <a:ext cx="11273301" cy="2380726"/>
          </a:xfrm>
          <a:prstGeom prst="rect">
            <a:avLst/>
          </a:prstGeom>
          <a:noFill/>
          <a:ln>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a:p>
        </p:txBody>
      </p:sp>
      <p:sp>
        <p:nvSpPr>
          <p:cNvPr id="140" name="Rectangle 139">
            <a:extLst>
              <a:ext uri="{FF2B5EF4-FFF2-40B4-BE49-F238E27FC236}">
                <a16:creationId xmlns:a16="http://schemas.microsoft.com/office/drawing/2014/main" id="{EE1EBD3C-E7B0-4AE4-BCFC-92E0523534F7}"/>
              </a:ext>
            </a:extLst>
          </p:cNvPr>
          <p:cNvSpPr/>
          <p:nvPr/>
        </p:nvSpPr>
        <p:spPr>
          <a:xfrm>
            <a:off x="9302842" y="1998078"/>
            <a:ext cx="1963554" cy="240567"/>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U.S. Processors</a:t>
            </a:r>
            <a:endParaRPr lang="en-US" sz="1000" baseline="60000" dirty="0">
              <a:solidFill>
                <a:schemeClr val="tx1"/>
              </a:solidFill>
              <a:latin typeface="+mj-lt"/>
            </a:endParaRPr>
          </a:p>
        </p:txBody>
      </p:sp>
      <p:sp>
        <p:nvSpPr>
          <p:cNvPr id="154" name="Left-Right Arrow 56">
            <a:extLst>
              <a:ext uri="{FF2B5EF4-FFF2-40B4-BE49-F238E27FC236}">
                <a16:creationId xmlns:a16="http://schemas.microsoft.com/office/drawing/2014/main" id="{36753EDC-1A7E-41F0-97F1-552DCFD4BE71}"/>
              </a:ext>
            </a:extLst>
          </p:cNvPr>
          <p:cNvSpPr/>
          <p:nvPr/>
        </p:nvSpPr>
        <p:spPr>
          <a:xfrm>
            <a:off x="7715224" y="2371829"/>
            <a:ext cx="1851682" cy="635001"/>
          </a:xfrm>
          <a:prstGeom prst="leftRight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6545" tIns="38273" rIns="76545" bIns="38273" rtlCol="0" anchor="ctr"/>
          <a:lstStyle/>
          <a:p>
            <a:pPr algn="ctr"/>
            <a:r>
              <a:rPr lang="en-US" sz="1400" dirty="0">
                <a:solidFill>
                  <a:schemeClr val="bg1"/>
                </a:solidFill>
              </a:rPr>
              <a:t>TCP/IP</a:t>
            </a:r>
          </a:p>
        </p:txBody>
      </p:sp>
      <p:sp>
        <p:nvSpPr>
          <p:cNvPr id="169" name="Rectangle 168">
            <a:extLst>
              <a:ext uri="{FF2B5EF4-FFF2-40B4-BE49-F238E27FC236}">
                <a16:creationId xmlns:a16="http://schemas.microsoft.com/office/drawing/2014/main" id="{9A0D6166-7ADC-465E-8172-8210B28F16EB}"/>
              </a:ext>
            </a:extLst>
          </p:cNvPr>
          <p:cNvSpPr/>
          <p:nvPr/>
        </p:nvSpPr>
        <p:spPr>
          <a:xfrm>
            <a:off x="9302842" y="3246650"/>
            <a:ext cx="1963554" cy="240567"/>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Int’l Processors</a:t>
            </a:r>
          </a:p>
        </p:txBody>
      </p:sp>
      <p:pic>
        <p:nvPicPr>
          <p:cNvPr id="184" name="svg logo">
            <a:extLst>
              <a:ext uri="{FF2B5EF4-FFF2-40B4-BE49-F238E27FC236}">
                <a16:creationId xmlns:a16="http://schemas.microsoft.com/office/drawing/2014/main" id="{2B195A4E-97D6-4BB1-B136-42258F851C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03607" y="2479177"/>
            <a:ext cx="640080" cy="321292"/>
          </a:xfrm>
          <a:prstGeom prst="rect">
            <a:avLst/>
          </a:prstGeom>
        </p:spPr>
      </p:pic>
      <p:sp>
        <p:nvSpPr>
          <p:cNvPr id="186" name="TextBox 185">
            <a:extLst>
              <a:ext uri="{FF2B5EF4-FFF2-40B4-BE49-F238E27FC236}">
                <a16:creationId xmlns:a16="http://schemas.microsoft.com/office/drawing/2014/main" id="{F5B622DC-03AC-410B-B982-F920B23E3898}"/>
              </a:ext>
            </a:extLst>
          </p:cNvPr>
          <p:cNvSpPr txBox="1"/>
          <p:nvPr/>
        </p:nvSpPr>
        <p:spPr>
          <a:xfrm>
            <a:off x="4403948" y="1582303"/>
            <a:ext cx="3637101" cy="292737"/>
          </a:xfrm>
          <a:prstGeom prst="rect">
            <a:avLst/>
          </a:prstGeom>
          <a:noFill/>
        </p:spPr>
        <p:txBody>
          <a:bodyPr wrap="square" lIns="76545" tIns="38273" rIns="76545" bIns="38273" rtlCol="0">
            <a:spAutoFit/>
          </a:bodyPr>
          <a:lstStyle/>
          <a:p>
            <a:r>
              <a:rPr lang="en-US" sz="1400" b="1" dirty="0"/>
              <a:t>Transported Through </a:t>
            </a:r>
            <a:r>
              <a:rPr lang="en-US" sz="1400" b="1" dirty="0" err="1"/>
              <a:t>Datawire</a:t>
            </a:r>
            <a:r>
              <a:rPr lang="en-US" sz="1400" b="1" dirty="0"/>
              <a:t> Network</a:t>
            </a:r>
          </a:p>
        </p:txBody>
      </p:sp>
      <p:sp>
        <p:nvSpPr>
          <p:cNvPr id="187" name="TextBox 186">
            <a:extLst>
              <a:ext uri="{FF2B5EF4-FFF2-40B4-BE49-F238E27FC236}">
                <a16:creationId xmlns:a16="http://schemas.microsoft.com/office/drawing/2014/main" id="{3F26EFCD-3ADE-4A64-A9A5-9274D7B3F23C}"/>
              </a:ext>
            </a:extLst>
          </p:cNvPr>
          <p:cNvSpPr txBox="1"/>
          <p:nvPr/>
        </p:nvSpPr>
        <p:spPr>
          <a:xfrm>
            <a:off x="8737603" y="1582303"/>
            <a:ext cx="2484747" cy="292737"/>
          </a:xfrm>
          <a:prstGeom prst="rect">
            <a:avLst/>
          </a:prstGeom>
          <a:noFill/>
        </p:spPr>
        <p:txBody>
          <a:bodyPr wrap="square" lIns="76545" tIns="38273" rIns="76545" bIns="38273" rtlCol="0">
            <a:spAutoFit/>
          </a:bodyPr>
          <a:lstStyle/>
          <a:p>
            <a:r>
              <a:rPr lang="en-US" sz="1400" b="1" dirty="0"/>
              <a:t>Delivered to Host Systems</a:t>
            </a:r>
          </a:p>
        </p:txBody>
      </p:sp>
      <p:sp>
        <p:nvSpPr>
          <p:cNvPr id="219" name="Left-Right Arrow 56">
            <a:extLst>
              <a:ext uri="{FF2B5EF4-FFF2-40B4-BE49-F238E27FC236}">
                <a16:creationId xmlns:a16="http://schemas.microsoft.com/office/drawing/2014/main" id="{99C3F58F-62A4-4529-B5DC-8F3332EAE8FB}"/>
              </a:ext>
            </a:extLst>
          </p:cNvPr>
          <p:cNvSpPr/>
          <p:nvPr/>
        </p:nvSpPr>
        <p:spPr>
          <a:xfrm>
            <a:off x="2658438" y="2371829"/>
            <a:ext cx="1796025" cy="635001"/>
          </a:xfrm>
          <a:prstGeom prst="leftRight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6545" tIns="38273" rIns="76545" bIns="38273" rtlCol="0" anchor="ctr"/>
          <a:lstStyle/>
          <a:p>
            <a:pPr algn="ctr"/>
            <a:r>
              <a:rPr lang="en-US" sz="1400" dirty="0">
                <a:solidFill>
                  <a:schemeClr val="bg1"/>
                </a:solidFill>
              </a:rPr>
              <a:t>Internet (SSL)</a:t>
            </a:r>
          </a:p>
        </p:txBody>
      </p:sp>
      <p:sp>
        <p:nvSpPr>
          <p:cNvPr id="345" name="Content Placeholder 2">
            <a:extLst>
              <a:ext uri="{FF2B5EF4-FFF2-40B4-BE49-F238E27FC236}">
                <a16:creationId xmlns:a16="http://schemas.microsoft.com/office/drawing/2014/main" id="{907E0579-49AE-4977-99E9-EFEBBC9F9354}"/>
              </a:ext>
            </a:extLst>
          </p:cNvPr>
          <p:cNvSpPr txBox="1">
            <a:spLocks/>
          </p:cNvSpPr>
          <p:nvPr/>
        </p:nvSpPr>
        <p:spPr>
          <a:xfrm>
            <a:off x="550069" y="4008333"/>
            <a:ext cx="3328049" cy="2125767"/>
          </a:xfrm>
          <a:prstGeom prst="rect">
            <a:avLst/>
          </a:prstGeom>
        </p:spPr>
        <p:txBody>
          <a:bodyPr>
            <a:noAutofit/>
          </a:bodyPr>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225398" indent="-225398" defTabSz="1299076" fontAlgn="base">
              <a:spcBef>
                <a:spcPts val="400"/>
              </a:spcBef>
              <a:spcAft>
                <a:spcPts val="400"/>
              </a:spcAft>
              <a:buClr>
                <a:schemeClr val="tx1"/>
              </a:buClr>
            </a:pPr>
            <a:r>
              <a:rPr lang="en-US" sz="1400" dirty="0">
                <a:ea typeface="ＭＳ Ｐゴシック" charset="-128"/>
                <a:cs typeface="Arial"/>
              </a:rPr>
              <a:t>Uses merchant’s Internet connection and SSL encryption</a:t>
            </a:r>
          </a:p>
          <a:p>
            <a:pPr marL="225398" indent="-225398" defTabSz="1299076" fontAlgn="base">
              <a:spcBef>
                <a:spcPts val="400"/>
              </a:spcBef>
              <a:spcAft>
                <a:spcPts val="400"/>
              </a:spcAft>
              <a:buClr>
                <a:schemeClr val="tx1"/>
              </a:buClr>
            </a:pPr>
            <a:r>
              <a:rPr lang="en-US" sz="1400" dirty="0">
                <a:ea typeface="ＭＳ Ｐゴシック" charset="-128"/>
                <a:cs typeface="Arial"/>
              </a:rPr>
              <a:t>Integrated into 1000+ POS systems</a:t>
            </a:r>
          </a:p>
          <a:p>
            <a:pPr marL="225398" indent="-225398" defTabSz="1299076" fontAlgn="base">
              <a:spcBef>
                <a:spcPts val="400"/>
              </a:spcBef>
              <a:spcAft>
                <a:spcPts val="400"/>
              </a:spcAft>
              <a:buClr>
                <a:schemeClr val="tx1"/>
              </a:buClr>
            </a:pPr>
            <a:r>
              <a:rPr lang="en-US" sz="1400" dirty="0">
                <a:ea typeface="ＭＳ Ｐゴシック" charset="-128"/>
                <a:cs typeface="Arial"/>
              </a:rPr>
              <a:t>Currently supporting over </a:t>
            </a:r>
            <a:br>
              <a:rPr lang="en-US" sz="1400" dirty="0">
                <a:ea typeface="ＭＳ Ｐゴシック" charset="-128"/>
                <a:cs typeface="Arial"/>
              </a:rPr>
            </a:br>
            <a:r>
              <a:rPr lang="en-US" sz="1400" dirty="0">
                <a:ea typeface="ＭＳ Ｐゴシック" charset="-128"/>
                <a:cs typeface="Arial"/>
              </a:rPr>
              <a:t>1,000,000 merchants</a:t>
            </a:r>
          </a:p>
          <a:p>
            <a:pPr marL="225398" indent="-225398" defTabSz="1299076" fontAlgn="base">
              <a:spcBef>
                <a:spcPts val="400"/>
              </a:spcBef>
              <a:spcAft>
                <a:spcPts val="400"/>
              </a:spcAft>
              <a:buClr>
                <a:schemeClr val="tx1"/>
              </a:buClr>
            </a:pPr>
            <a:r>
              <a:rPr lang="en-US" sz="1400" dirty="0">
                <a:ea typeface="ＭＳ Ｐゴシック" charset="-128"/>
                <a:cs typeface="Arial"/>
              </a:rPr>
              <a:t>2022 transaction volume-over </a:t>
            </a:r>
            <a:br>
              <a:rPr lang="en-US" sz="1400" dirty="0">
                <a:ea typeface="ＭＳ Ｐゴシック" charset="-128"/>
                <a:cs typeface="Arial"/>
              </a:rPr>
            </a:br>
            <a:r>
              <a:rPr lang="en-US" sz="1400" dirty="0">
                <a:ea typeface="ＭＳ Ｐゴシック" charset="-128"/>
                <a:cs typeface="Arial"/>
              </a:rPr>
              <a:t>30 Billion</a:t>
            </a:r>
          </a:p>
          <a:p>
            <a:pPr marL="225398" indent="-225398" defTabSz="1299076" fontAlgn="base">
              <a:spcBef>
                <a:spcPts val="400"/>
              </a:spcBef>
              <a:spcAft>
                <a:spcPts val="400"/>
              </a:spcAft>
              <a:buClr>
                <a:schemeClr val="tx1"/>
              </a:buClr>
            </a:pPr>
            <a:endParaRPr lang="en-US" sz="1400" dirty="0">
              <a:ea typeface="ＭＳ Ｐゴシック" charset="-128"/>
              <a:cs typeface="Arial"/>
            </a:endParaRPr>
          </a:p>
        </p:txBody>
      </p:sp>
      <p:sp>
        <p:nvSpPr>
          <p:cNvPr id="346" name="Content Placeholder 2">
            <a:extLst>
              <a:ext uri="{FF2B5EF4-FFF2-40B4-BE49-F238E27FC236}">
                <a16:creationId xmlns:a16="http://schemas.microsoft.com/office/drawing/2014/main" id="{B015AF19-3496-49B5-A1F8-6AEF5A4E3A6D}"/>
              </a:ext>
            </a:extLst>
          </p:cNvPr>
          <p:cNvSpPr txBox="1">
            <a:spLocks/>
          </p:cNvSpPr>
          <p:nvPr/>
        </p:nvSpPr>
        <p:spPr bwMode="auto">
          <a:xfrm>
            <a:off x="4390827" y="4008333"/>
            <a:ext cx="3523723" cy="2260099"/>
          </a:xfrm>
          <a:prstGeom prst="rect">
            <a:avLst/>
          </a:prstGeom>
          <a:noFill/>
          <a:ln w="3175">
            <a:noFill/>
            <a:miter lim="800000"/>
            <a:headEnd/>
            <a:tailEnd/>
          </a:ln>
        </p:spPr>
        <p:txBody>
          <a:bodyPr vert="horz" wrap="square" lIns="0" tIns="58587" rIns="0" bIns="58587" numCol="1" anchor="t" anchorCtr="0" compatLnSpc="1">
            <a:prstTxWarp prst="textNoShape">
              <a:avLst/>
            </a:prstTxWarp>
          </a:bodyPr>
          <a:lstStyle/>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Full redundancy at all levels</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Patented technology utilizing public </a:t>
            </a:r>
            <a:br>
              <a:rPr lang="en-US" sz="1400" dirty="0">
                <a:ea typeface="ＭＳ Ｐゴシック" charset="-128"/>
                <a:cs typeface="Arial"/>
              </a:rPr>
            </a:br>
            <a:r>
              <a:rPr lang="en-US" sz="1400" dirty="0">
                <a:ea typeface="ＭＳ Ｐゴシック" charset="-128"/>
                <a:cs typeface="Arial"/>
              </a:rPr>
              <a:t>Internet – fully PCI-DSS compliant</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Contains multiple client and host nodes throughout network</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Highly encrypted message (512 bit)</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Uses least-cost routing to </a:t>
            </a:r>
            <a:br>
              <a:rPr lang="en-US" sz="1400" dirty="0">
                <a:ea typeface="ＭＳ Ｐゴシック" charset="-128"/>
                <a:cs typeface="Arial"/>
              </a:rPr>
            </a:br>
            <a:r>
              <a:rPr lang="en-US" sz="1400" dirty="0">
                <a:ea typeface="ＭＳ Ｐゴシック" charset="-128"/>
                <a:cs typeface="Arial"/>
              </a:rPr>
              <a:t>deliver messages</a:t>
            </a:r>
          </a:p>
        </p:txBody>
      </p:sp>
      <p:sp>
        <p:nvSpPr>
          <p:cNvPr id="347" name="Content Placeholder 2">
            <a:extLst>
              <a:ext uri="{FF2B5EF4-FFF2-40B4-BE49-F238E27FC236}">
                <a16:creationId xmlns:a16="http://schemas.microsoft.com/office/drawing/2014/main" id="{CD48D270-F91B-45F2-95D0-7C0155C6780F}"/>
              </a:ext>
            </a:extLst>
          </p:cNvPr>
          <p:cNvSpPr txBox="1">
            <a:spLocks/>
          </p:cNvSpPr>
          <p:nvPr/>
        </p:nvSpPr>
        <p:spPr bwMode="auto">
          <a:xfrm>
            <a:off x="8027927" y="4008335"/>
            <a:ext cx="3614004" cy="1923951"/>
          </a:xfrm>
          <a:prstGeom prst="rect">
            <a:avLst/>
          </a:prstGeom>
          <a:noFill/>
          <a:ln w="3175">
            <a:noFill/>
            <a:miter lim="800000"/>
            <a:headEnd/>
            <a:tailEnd/>
          </a:ln>
        </p:spPr>
        <p:txBody>
          <a:bodyPr vert="horz" wrap="square" lIns="0" tIns="58587" rIns="0" bIns="58587" numCol="1" anchor="t" anchorCtr="0" compatLnSpc="1">
            <a:prstTxWarp prst="textNoShape">
              <a:avLst/>
            </a:prstTxWarp>
          </a:bodyPr>
          <a:lstStyle/>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Connected to Ceridian Stored Value Solutions, and other processors, both domestically and internationally</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Securely delivered to host system</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Ability to connect to multiple hosts</a:t>
            </a:r>
          </a:p>
          <a:p>
            <a:pPr marL="225398" indent="-225398" defTabSz="1299076" fontAlgn="base">
              <a:spcBef>
                <a:spcPts val="400"/>
              </a:spcBef>
              <a:spcAft>
                <a:spcPts val="400"/>
              </a:spcAft>
              <a:buClr>
                <a:schemeClr val="tx1"/>
              </a:buClr>
              <a:buFont typeface="Arial" panose="020B0604020202020204" pitchFamily="34" charset="0"/>
              <a:buChar char="•"/>
            </a:pPr>
            <a:r>
              <a:rPr lang="en-US" sz="1400" dirty="0">
                <a:ea typeface="ＭＳ Ｐゴシック" charset="-128"/>
                <a:cs typeface="Arial"/>
              </a:rPr>
              <a:t>IP connectivity method of choice for various platforms</a:t>
            </a:r>
          </a:p>
        </p:txBody>
      </p:sp>
      <p:sp>
        <p:nvSpPr>
          <p:cNvPr id="351" name="Text Placeholder 2">
            <a:extLst>
              <a:ext uri="{FF2B5EF4-FFF2-40B4-BE49-F238E27FC236}">
                <a16:creationId xmlns:a16="http://schemas.microsoft.com/office/drawing/2014/main" id="{0F887104-6042-418C-9926-287BFD7F75A6}"/>
              </a:ext>
            </a:extLst>
          </p:cNvPr>
          <p:cNvSpPr txBox="1">
            <a:spLocks/>
          </p:cNvSpPr>
          <p:nvPr/>
        </p:nvSpPr>
        <p:spPr>
          <a:xfrm>
            <a:off x="626580" y="1192119"/>
            <a:ext cx="6687717" cy="351836"/>
          </a:xfrm>
          <a:prstGeom prst="rect">
            <a:avLst/>
          </a:prstGeom>
          <a:noFill/>
          <a:ln w="3175">
            <a:noFill/>
            <a:miter lim="800000"/>
            <a:headEnd/>
            <a:tailEnd/>
          </a:ln>
        </p:spPr>
        <p:txBody>
          <a:bodyPr vert="horz" wrap="square" lIns="0" tIns="58594" rIns="0" bIns="58594" numCol="1" anchor="t" anchorCtr="0" compatLnSpc="1">
            <a:prstTxWarp prst="textNoShape">
              <a:avLst/>
            </a:prstTxWarp>
          </a:bodyPr>
          <a:lstStyle/>
          <a:p>
            <a:pPr fontAlgn="base">
              <a:spcBef>
                <a:spcPts val="600"/>
              </a:spcBef>
              <a:spcAft>
                <a:spcPts val="600"/>
              </a:spcAft>
              <a:buClr>
                <a:srgbClr val="EE630B"/>
              </a:buClr>
              <a:defRPr/>
            </a:pPr>
            <a:r>
              <a:rPr lang="en-US" b="1" dirty="0">
                <a:solidFill>
                  <a:srgbClr val="FF6600"/>
                </a:solidFill>
                <a:ea typeface="ＭＳ Ｐゴシック" charset="-128"/>
                <a:cs typeface="Arial"/>
              </a:rPr>
              <a:t>POS/POI Apps/Devices</a:t>
            </a:r>
          </a:p>
        </p:txBody>
      </p:sp>
      <p:pic>
        <p:nvPicPr>
          <p:cNvPr id="353" name="Picture 11"/>
          <p:cNvPicPr>
            <a:picLocks noChangeAspect="1" noChangeArrowheads="1"/>
          </p:cNvPicPr>
          <p:nvPr/>
        </p:nvPicPr>
        <p:blipFill rotWithShape="1">
          <a:blip r:embed="rId5" cstate="email">
            <a:clrChange>
              <a:clrFrom>
                <a:srgbClr val="D6F0FF"/>
              </a:clrFrom>
              <a:clrTo>
                <a:srgbClr val="D6F0FF">
                  <a:alpha val="0"/>
                </a:srgbClr>
              </a:clrTo>
            </a:clrChange>
            <a:extLst>
              <a:ext uri="{28A0092B-C50C-407E-A947-70E740481C1C}">
                <a14:useLocalDpi xmlns:a14="http://schemas.microsoft.com/office/drawing/2010/main" val="0"/>
              </a:ext>
            </a:extLst>
          </a:blip>
          <a:srcRect/>
          <a:stretch/>
        </p:blipFill>
        <p:spPr bwMode="auto">
          <a:xfrm>
            <a:off x="2006272" y="2858222"/>
            <a:ext cx="587186" cy="649809"/>
          </a:xfrm>
          <a:prstGeom prst="rect">
            <a:avLst/>
          </a:prstGeom>
          <a:noFill/>
          <a:ln w="9525">
            <a:noFill/>
            <a:miter lim="800000"/>
            <a:headEnd/>
            <a:tailEnd/>
          </a:ln>
        </p:spPr>
      </p:pic>
      <p:pic>
        <p:nvPicPr>
          <p:cNvPr id="355" name="Picture 3"/>
          <p:cNvPicPr>
            <a:picLocks noChangeAspect="1" noChangeArrowheads="1"/>
          </p:cNvPicPr>
          <p:nvPr/>
        </p:nvPicPr>
        <p:blipFill rotWithShape="1">
          <a:blip r:embed="rId6" cstate="screen">
            <a:clrChange>
              <a:clrFrom>
                <a:srgbClr val="D6F0FF"/>
              </a:clrFrom>
              <a:clrTo>
                <a:srgbClr val="D6F0FF">
                  <a:alpha val="0"/>
                </a:srgbClr>
              </a:clrTo>
            </a:clrChange>
            <a:extLst>
              <a:ext uri="{28A0092B-C50C-407E-A947-70E740481C1C}">
                <a14:useLocalDpi xmlns:a14="http://schemas.microsoft.com/office/drawing/2010/main"/>
              </a:ext>
            </a:extLst>
          </a:blip>
          <a:srcRect/>
          <a:stretch/>
        </p:blipFill>
        <p:spPr bwMode="auto">
          <a:xfrm>
            <a:off x="600113" y="2888090"/>
            <a:ext cx="436600" cy="609491"/>
          </a:xfrm>
          <a:prstGeom prst="rect">
            <a:avLst/>
          </a:prstGeom>
          <a:noFill/>
          <a:ln w="9525">
            <a:noFill/>
            <a:miter lim="800000"/>
            <a:headEnd/>
            <a:tailEnd/>
          </a:ln>
        </p:spPr>
      </p:pic>
      <p:sp>
        <p:nvSpPr>
          <p:cNvPr id="195" name="Rectangle 194">
            <a:extLst>
              <a:ext uri="{FF2B5EF4-FFF2-40B4-BE49-F238E27FC236}">
                <a16:creationId xmlns:a16="http://schemas.microsoft.com/office/drawing/2014/main" id="{437ABDF7-4104-4DEE-BBAD-174DDFEF00C4}"/>
              </a:ext>
            </a:extLst>
          </p:cNvPr>
          <p:cNvSpPr/>
          <p:nvPr/>
        </p:nvSpPr>
        <p:spPr>
          <a:xfrm>
            <a:off x="4517533" y="2567518"/>
            <a:ext cx="1019864" cy="437269"/>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bg1"/>
                </a:solidFill>
                <a:latin typeface="+mj-lt"/>
              </a:rPr>
              <a:t>Client</a:t>
            </a:r>
            <a:br>
              <a:rPr lang="en-US" sz="1200" dirty="0">
                <a:solidFill>
                  <a:schemeClr val="bg1"/>
                </a:solidFill>
                <a:latin typeface="+mj-lt"/>
              </a:rPr>
            </a:br>
            <a:r>
              <a:rPr lang="en-US" sz="1200" dirty="0">
                <a:solidFill>
                  <a:schemeClr val="bg1"/>
                </a:solidFill>
                <a:latin typeface="+mj-lt"/>
              </a:rPr>
              <a:t> Edge Nodes</a:t>
            </a:r>
          </a:p>
        </p:txBody>
      </p:sp>
      <p:sp>
        <p:nvSpPr>
          <p:cNvPr id="196" name="Rectangle 195">
            <a:extLst>
              <a:ext uri="{FF2B5EF4-FFF2-40B4-BE49-F238E27FC236}">
                <a16:creationId xmlns:a16="http://schemas.microsoft.com/office/drawing/2014/main" id="{2E0D9104-AE3B-4C2B-BFDF-440C044B0BC9}"/>
              </a:ext>
            </a:extLst>
          </p:cNvPr>
          <p:cNvSpPr/>
          <p:nvPr/>
        </p:nvSpPr>
        <p:spPr>
          <a:xfrm>
            <a:off x="6647194" y="2567518"/>
            <a:ext cx="1019864" cy="437269"/>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bg1"/>
                </a:solidFill>
                <a:latin typeface="+mj-lt"/>
              </a:rPr>
              <a:t>Service</a:t>
            </a:r>
            <a:br>
              <a:rPr lang="en-US" sz="1200" dirty="0">
                <a:solidFill>
                  <a:schemeClr val="bg1"/>
                </a:solidFill>
                <a:latin typeface="+mj-lt"/>
              </a:rPr>
            </a:br>
            <a:r>
              <a:rPr lang="en-US" sz="1200" dirty="0">
                <a:solidFill>
                  <a:schemeClr val="bg1"/>
                </a:solidFill>
                <a:latin typeface="+mj-lt"/>
              </a:rPr>
              <a:t>Edge Nodes</a:t>
            </a:r>
          </a:p>
        </p:txBody>
      </p:sp>
      <p:sp>
        <p:nvSpPr>
          <p:cNvPr id="364" name="TextBox 363">
            <a:extLst>
              <a:ext uri="{FF2B5EF4-FFF2-40B4-BE49-F238E27FC236}">
                <a16:creationId xmlns:a16="http://schemas.microsoft.com/office/drawing/2014/main" id="{0D51807E-AE97-4CB9-8AF9-2BE02912C4FC}"/>
              </a:ext>
            </a:extLst>
          </p:cNvPr>
          <p:cNvSpPr txBox="1"/>
          <p:nvPr/>
        </p:nvSpPr>
        <p:spPr>
          <a:xfrm>
            <a:off x="1417706" y="1582302"/>
            <a:ext cx="1806847" cy="292737"/>
          </a:xfrm>
          <a:prstGeom prst="rect">
            <a:avLst/>
          </a:prstGeom>
          <a:noFill/>
        </p:spPr>
        <p:txBody>
          <a:bodyPr wrap="square" lIns="76545" tIns="38273" rIns="76545" bIns="38273" rtlCol="0">
            <a:spAutoFit/>
          </a:bodyPr>
          <a:lstStyle/>
          <a:p>
            <a:r>
              <a:rPr lang="en-US" sz="1400" b="1" dirty="0"/>
              <a:t>Initial Entry Points</a:t>
            </a:r>
          </a:p>
        </p:txBody>
      </p:sp>
      <p:grpSp>
        <p:nvGrpSpPr>
          <p:cNvPr id="10" name="Graphic 8">
            <a:extLst>
              <a:ext uri="{FF2B5EF4-FFF2-40B4-BE49-F238E27FC236}">
                <a16:creationId xmlns:a16="http://schemas.microsoft.com/office/drawing/2014/main" id="{6249AE93-97C6-4323-901A-342F29A2E223}"/>
              </a:ext>
            </a:extLst>
          </p:cNvPr>
          <p:cNvGrpSpPr>
            <a:grpSpLocks noChangeAspect="1"/>
          </p:cNvGrpSpPr>
          <p:nvPr/>
        </p:nvGrpSpPr>
        <p:grpSpPr>
          <a:xfrm>
            <a:off x="1329730" y="2800469"/>
            <a:ext cx="473102" cy="640080"/>
            <a:chOff x="6015037" y="3319462"/>
            <a:chExt cx="161925" cy="219075"/>
          </a:xfrm>
          <a:noFill/>
        </p:grpSpPr>
        <p:sp>
          <p:nvSpPr>
            <p:cNvPr id="11" name="Freeform: Shape 10">
              <a:extLst>
                <a:ext uri="{FF2B5EF4-FFF2-40B4-BE49-F238E27FC236}">
                  <a16:creationId xmlns:a16="http://schemas.microsoft.com/office/drawing/2014/main" id="{4304299C-D186-4004-9AFB-C2785BEE0F6F}"/>
                </a:ext>
              </a:extLst>
            </p:cNvPr>
            <p:cNvSpPr/>
            <p:nvPr/>
          </p:nvSpPr>
          <p:spPr>
            <a:xfrm>
              <a:off x="6081712" y="3490912"/>
              <a:ext cx="28575" cy="47625"/>
            </a:xfrm>
            <a:custGeom>
              <a:avLst/>
              <a:gdLst>
                <a:gd name="connsiteX0" fmla="*/ 0 w 28575"/>
                <a:gd name="connsiteY0" fmla="*/ 47625 h 47625"/>
                <a:gd name="connsiteX1" fmla="*/ 0 w 28575"/>
                <a:gd name="connsiteY1" fmla="*/ 14288 h 47625"/>
                <a:gd name="connsiteX2" fmla="*/ 14288 w 28575"/>
                <a:gd name="connsiteY2" fmla="*/ 0 h 47625"/>
                <a:gd name="connsiteX3" fmla="*/ 28575 w 28575"/>
                <a:gd name="connsiteY3" fmla="*/ 14288 h 47625"/>
                <a:gd name="connsiteX4" fmla="*/ 28575 w 28575"/>
                <a:gd name="connsiteY4" fmla="*/ 47625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47625">
                  <a:moveTo>
                    <a:pt x="0" y="47625"/>
                  </a:moveTo>
                  <a:lnTo>
                    <a:pt x="0" y="14288"/>
                  </a:lnTo>
                  <a:cubicBezTo>
                    <a:pt x="0" y="6668"/>
                    <a:pt x="6667" y="0"/>
                    <a:pt x="14288" y="0"/>
                  </a:cubicBezTo>
                  <a:cubicBezTo>
                    <a:pt x="21908" y="0"/>
                    <a:pt x="28575" y="6668"/>
                    <a:pt x="28575" y="14288"/>
                  </a:cubicBezTo>
                  <a:lnTo>
                    <a:pt x="28575" y="47625"/>
                  </a:lnTo>
                </a:path>
              </a:pathLst>
            </a:custGeom>
            <a:noFill/>
            <a:ln w="19050" cap="rnd">
              <a:solidFill>
                <a:schemeClr val="bg2"/>
              </a:solidFill>
              <a:prstDash val="solid"/>
              <a:round/>
            </a:ln>
          </p:spPr>
          <p:txBody>
            <a:bodyPr rtlCol="0" anchor="ctr"/>
            <a:lstStyle/>
            <a:p>
              <a:endParaRPr lang="en-US"/>
            </a:p>
          </p:txBody>
        </p:sp>
        <p:sp>
          <p:nvSpPr>
            <p:cNvPr id="12" name="Freeform: Shape 11">
              <a:extLst>
                <a:ext uri="{FF2B5EF4-FFF2-40B4-BE49-F238E27FC236}">
                  <a16:creationId xmlns:a16="http://schemas.microsoft.com/office/drawing/2014/main" id="{35E73EE6-D0F9-44A1-988E-186B1B903661}"/>
                </a:ext>
              </a:extLst>
            </p:cNvPr>
            <p:cNvSpPr/>
            <p:nvPr/>
          </p:nvSpPr>
          <p:spPr>
            <a:xfrm>
              <a:off x="6034087" y="3429000"/>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8"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3" name="Freeform: Shape 12">
              <a:extLst>
                <a:ext uri="{FF2B5EF4-FFF2-40B4-BE49-F238E27FC236}">
                  <a16:creationId xmlns:a16="http://schemas.microsoft.com/office/drawing/2014/main" id="{4E5C83B9-57E6-472F-AEB3-2FB079DDB82A}"/>
                </a:ext>
              </a:extLst>
            </p:cNvPr>
            <p:cNvSpPr/>
            <p:nvPr/>
          </p:nvSpPr>
          <p:spPr>
            <a:xfrm>
              <a:off x="6034087" y="3367087"/>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8"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4" name="Freeform: Shape 13">
              <a:extLst>
                <a:ext uri="{FF2B5EF4-FFF2-40B4-BE49-F238E27FC236}">
                  <a16:creationId xmlns:a16="http://schemas.microsoft.com/office/drawing/2014/main" id="{9ACF9E2A-6B26-440B-8019-17CF99107619}"/>
                </a:ext>
              </a:extLst>
            </p:cNvPr>
            <p:cNvSpPr/>
            <p:nvPr/>
          </p:nvSpPr>
          <p:spPr>
            <a:xfrm>
              <a:off x="6081712" y="3429000"/>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7"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F85E516F-59E9-4F1D-AB07-C135B8FA54DC}"/>
                </a:ext>
              </a:extLst>
            </p:cNvPr>
            <p:cNvSpPr/>
            <p:nvPr/>
          </p:nvSpPr>
          <p:spPr>
            <a:xfrm>
              <a:off x="6081712" y="3367087"/>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7"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48C78A3B-319E-48C1-98C4-5BA0722D214A}"/>
                </a:ext>
              </a:extLst>
            </p:cNvPr>
            <p:cNvSpPr/>
            <p:nvPr/>
          </p:nvSpPr>
          <p:spPr>
            <a:xfrm>
              <a:off x="6129337" y="3429000"/>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7"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3DBB7555-7C15-4E3A-83A2-EF1C509EFB11}"/>
                </a:ext>
              </a:extLst>
            </p:cNvPr>
            <p:cNvSpPr/>
            <p:nvPr/>
          </p:nvSpPr>
          <p:spPr>
            <a:xfrm>
              <a:off x="6129337" y="3367087"/>
              <a:ext cx="28575" cy="42862"/>
            </a:xfrm>
            <a:custGeom>
              <a:avLst/>
              <a:gdLst>
                <a:gd name="connsiteX0" fmla="*/ 28575 w 28575"/>
                <a:gd name="connsiteY0" fmla="*/ 42863 h 42862"/>
                <a:gd name="connsiteX1" fmla="*/ 0 w 28575"/>
                <a:gd name="connsiteY1" fmla="*/ 42863 h 42862"/>
                <a:gd name="connsiteX2" fmla="*/ 0 w 28575"/>
                <a:gd name="connsiteY2" fmla="*/ 14288 h 42862"/>
                <a:gd name="connsiteX3" fmla="*/ 14288 w 28575"/>
                <a:gd name="connsiteY3" fmla="*/ 0 h 42862"/>
                <a:gd name="connsiteX4" fmla="*/ 28575 w 28575"/>
                <a:gd name="connsiteY4" fmla="*/ 14288 h 42862"/>
                <a:gd name="connsiteX5" fmla="*/ 28575 w 28575"/>
                <a:gd name="connsiteY5" fmla="*/ 42863 h 42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42862">
                  <a:moveTo>
                    <a:pt x="28575" y="42863"/>
                  </a:moveTo>
                  <a:lnTo>
                    <a:pt x="0" y="42863"/>
                  </a:lnTo>
                  <a:lnTo>
                    <a:pt x="0" y="14288"/>
                  </a:lnTo>
                  <a:cubicBezTo>
                    <a:pt x="0" y="6667"/>
                    <a:pt x="6667" y="0"/>
                    <a:pt x="14288" y="0"/>
                  </a:cubicBezTo>
                  <a:cubicBezTo>
                    <a:pt x="21908" y="0"/>
                    <a:pt x="28575" y="6667"/>
                    <a:pt x="28575" y="14288"/>
                  </a:cubicBezTo>
                  <a:lnTo>
                    <a:pt x="28575" y="42863"/>
                  </a:lnTo>
                  <a:close/>
                </a:path>
              </a:pathLst>
            </a:custGeom>
            <a:noFill/>
            <a:ln w="19050" cap="rnd">
              <a:solidFill>
                <a:schemeClr val="bg2"/>
              </a:solidFill>
              <a:prstDash val="solid"/>
              <a:round/>
            </a:ln>
          </p:spPr>
          <p:txBody>
            <a:bodyPr rtlCol="0" anchor="ctr"/>
            <a:lstStyle/>
            <a:p>
              <a:endParaRPr lang="en-US"/>
            </a:p>
          </p:txBody>
        </p:sp>
        <p:sp>
          <p:nvSpPr>
            <p:cNvPr id="18" name="Freeform: Shape 17">
              <a:extLst>
                <a:ext uri="{FF2B5EF4-FFF2-40B4-BE49-F238E27FC236}">
                  <a16:creationId xmlns:a16="http://schemas.microsoft.com/office/drawing/2014/main" id="{FAE996F0-5117-4471-ACF1-08F45BD1399C}"/>
                </a:ext>
              </a:extLst>
            </p:cNvPr>
            <p:cNvSpPr/>
            <p:nvPr/>
          </p:nvSpPr>
          <p:spPr>
            <a:xfrm>
              <a:off x="6015037" y="3319462"/>
              <a:ext cx="161925" cy="219075"/>
            </a:xfrm>
            <a:custGeom>
              <a:avLst/>
              <a:gdLst>
                <a:gd name="connsiteX0" fmla="*/ 161925 w 161925"/>
                <a:gd name="connsiteY0" fmla="*/ 31433 h 219075"/>
                <a:gd name="connsiteX1" fmla="*/ 160020 w 161925"/>
                <a:gd name="connsiteY1" fmla="*/ 25718 h 219075"/>
                <a:gd name="connsiteX2" fmla="*/ 145733 w 161925"/>
                <a:gd name="connsiteY2" fmla="*/ 3810 h 219075"/>
                <a:gd name="connsiteX3" fmla="*/ 138113 w 161925"/>
                <a:gd name="connsiteY3" fmla="*/ 0 h 219075"/>
                <a:gd name="connsiteX4" fmla="*/ 23813 w 161925"/>
                <a:gd name="connsiteY4" fmla="*/ 0 h 219075"/>
                <a:gd name="connsiteX5" fmla="*/ 16193 w 161925"/>
                <a:gd name="connsiteY5" fmla="*/ 3810 h 219075"/>
                <a:gd name="connsiteX6" fmla="*/ 1905 w 161925"/>
                <a:gd name="connsiteY6" fmla="*/ 25718 h 219075"/>
                <a:gd name="connsiteX7" fmla="*/ 0 w 161925"/>
                <a:gd name="connsiteY7" fmla="*/ 31433 h 219075"/>
                <a:gd name="connsiteX8" fmla="*/ 0 w 161925"/>
                <a:gd name="connsiteY8" fmla="*/ 209550 h 219075"/>
                <a:gd name="connsiteX9" fmla="*/ 9525 w 161925"/>
                <a:gd name="connsiteY9" fmla="*/ 219075 h 219075"/>
                <a:gd name="connsiteX10" fmla="*/ 152400 w 161925"/>
                <a:gd name="connsiteY10" fmla="*/ 219075 h 219075"/>
                <a:gd name="connsiteX11" fmla="*/ 161925 w 161925"/>
                <a:gd name="connsiteY11" fmla="*/ 209550 h 219075"/>
                <a:gd name="connsiteX12" fmla="*/ 161925 w 161925"/>
                <a:gd name="connsiteY12" fmla="*/ 31433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219075">
                  <a:moveTo>
                    <a:pt x="161925" y="31433"/>
                  </a:moveTo>
                  <a:cubicBezTo>
                    <a:pt x="161925" y="29528"/>
                    <a:pt x="160973" y="27623"/>
                    <a:pt x="160020" y="25718"/>
                  </a:cubicBezTo>
                  <a:lnTo>
                    <a:pt x="145733" y="3810"/>
                  </a:lnTo>
                  <a:cubicBezTo>
                    <a:pt x="143828" y="953"/>
                    <a:pt x="140970" y="0"/>
                    <a:pt x="138113" y="0"/>
                  </a:cubicBezTo>
                  <a:lnTo>
                    <a:pt x="23813" y="0"/>
                  </a:lnTo>
                  <a:cubicBezTo>
                    <a:pt x="20955" y="0"/>
                    <a:pt x="18098" y="1905"/>
                    <a:pt x="16193" y="3810"/>
                  </a:cubicBezTo>
                  <a:lnTo>
                    <a:pt x="1905" y="25718"/>
                  </a:lnTo>
                  <a:cubicBezTo>
                    <a:pt x="953" y="27623"/>
                    <a:pt x="0" y="29528"/>
                    <a:pt x="0" y="31433"/>
                  </a:cubicBezTo>
                  <a:lnTo>
                    <a:pt x="0" y="209550"/>
                  </a:lnTo>
                  <a:cubicBezTo>
                    <a:pt x="0" y="215265"/>
                    <a:pt x="3810" y="219075"/>
                    <a:pt x="9525" y="219075"/>
                  </a:cubicBezTo>
                  <a:lnTo>
                    <a:pt x="152400" y="219075"/>
                  </a:lnTo>
                  <a:cubicBezTo>
                    <a:pt x="158115" y="219075"/>
                    <a:pt x="161925" y="215265"/>
                    <a:pt x="161925" y="209550"/>
                  </a:cubicBezTo>
                  <a:lnTo>
                    <a:pt x="161925" y="31433"/>
                  </a:lnTo>
                  <a:close/>
                </a:path>
              </a:pathLst>
            </a:custGeom>
            <a:noFill/>
            <a:ln w="19050" cap="rnd">
              <a:solidFill>
                <a:schemeClr val="bg2"/>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C9891771-C95E-4E47-84FC-EE34D1ADCC3F}"/>
                </a:ext>
              </a:extLst>
            </p:cNvPr>
            <p:cNvSpPr/>
            <p:nvPr/>
          </p:nvSpPr>
          <p:spPr>
            <a:xfrm>
              <a:off x="6015037" y="3348037"/>
              <a:ext cx="160972" cy="9525"/>
            </a:xfrm>
            <a:custGeom>
              <a:avLst/>
              <a:gdLst>
                <a:gd name="connsiteX0" fmla="*/ 0 w 160972"/>
                <a:gd name="connsiteY0" fmla="*/ 0 h 9525"/>
                <a:gd name="connsiteX1" fmla="*/ 160973 w 160972"/>
                <a:gd name="connsiteY1" fmla="*/ 0 h 9525"/>
              </a:gdLst>
              <a:ahLst/>
              <a:cxnLst>
                <a:cxn ang="0">
                  <a:pos x="connsiteX0" y="connsiteY0"/>
                </a:cxn>
                <a:cxn ang="0">
                  <a:pos x="connsiteX1" y="connsiteY1"/>
                </a:cxn>
              </a:cxnLst>
              <a:rect l="l" t="t" r="r" b="b"/>
              <a:pathLst>
                <a:path w="160972" h="9525">
                  <a:moveTo>
                    <a:pt x="0" y="0"/>
                  </a:moveTo>
                  <a:lnTo>
                    <a:pt x="160973" y="0"/>
                  </a:lnTo>
                </a:path>
              </a:pathLst>
            </a:custGeom>
            <a:noFill/>
            <a:ln w="19050" cap="rnd">
              <a:solidFill>
                <a:schemeClr val="bg2"/>
              </a:solidFill>
              <a:prstDash val="solid"/>
              <a:round/>
            </a:ln>
          </p:spPr>
          <p:txBody>
            <a:bodyPr rtlCol="0" anchor="ctr"/>
            <a:lstStyle/>
            <a:p>
              <a:endParaRPr lang="en-US"/>
            </a:p>
          </p:txBody>
        </p:sp>
      </p:grpSp>
      <p:grpSp>
        <p:nvGrpSpPr>
          <p:cNvPr id="40" name="Graphic 38">
            <a:extLst>
              <a:ext uri="{FF2B5EF4-FFF2-40B4-BE49-F238E27FC236}">
                <a16:creationId xmlns:a16="http://schemas.microsoft.com/office/drawing/2014/main" id="{997A7B97-E959-4736-A204-5E7B0088A057}"/>
              </a:ext>
            </a:extLst>
          </p:cNvPr>
          <p:cNvGrpSpPr>
            <a:grpSpLocks noChangeAspect="1"/>
          </p:cNvGrpSpPr>
          <p:nvPr/>
        </p:nvGrpSpPr>
        <p:grpSpPr>
          <a:xfrm>
            <a:off x="9135443" y="1909331"/>
            <a:ext cx="365760" cy="365760"/>
            <a:chOff x="5986462" y="3319462"/>
            <a:chExt cx="219075" cy="219075"/>
          </a:xfrm>
          <a:noFill/>
        </p:grpSpPr>
        <p:sp>
          <p:nvSpPr>
            <p:cNvPr id="41" name="Freeform: Shape 40">
              <a:extLst>
                <a:ext uri="{FF2B5EF4-FFF2-40B4-BE49-F238E27FC236}">
                  <a16:creationId xmlns:a16="http://schemas.microsoft.com/office/drawing/2014/main" id="{7A7745BD-C6A3-4A29-947C-C6F1A47D11A6}"/>
                </a:ext>
              </a:extLst>
            </p:cNvPr>
            <p:cNvSpPr/>
            <p:nvPr/>
          </p:nvSpPr>
          <p:spPr>
            <a:xfrm>
              <a:off x="6024562" y="3357562"/>
              <a:ext cx="142875" cy="142875"/>
            </a:xfrm>
            <a:custGeom>
              <a:avLst/>
              <a:gdLst>
                <a:gd name="connsiteX0" fmla="*/ 0 w 142875"/>
                <a:gd name="connsiteY0" fmla="*/ 9525 h 142875"/>
                <a:gd name="connsiteX1" fmla="*/ 9525 w 142875"/>
                <a:gd name="connsiteY1" fmla="*/ 0 h 142875"/>
                <a:gd name="connsiteX2" fmla="*/ 133350 w 142875"/>
                <a:gd name="connsiteY2" fmla="*/ 0 h 142875"/>
                <a:gd name="connsiteX3" fmla="*/ 142875 w 142875"/>
                <a:gd name="connsiteY3" fmla="*/ 9525 h 142875"/>
                <a:gd name="connsiteX4" fmla="*/ 142875 w 142875"/>
                <a:gd name="connsiteY4" fmla="*/ 133350 h 142875"/>
                <a:gd name="connsiteX5" fmla="*/ 133350 w 142875"/>
                <a:gd name="connsiteY5" fmla="*/ 142875 h 142875"/>
                <a:gd name="connsiteX6" fmla="*/ 9525 w 142875"/>
                <a:gd name="connsiteY6" fmla="*/ 142875 h 142875"/>
                <a:gd name="connsiteX7" fmla="*/ 0 w 142875"/>
                <a:gd name="connsiteY7" fmla="*/ 133350 h 142875"/>
                <a:gd name="connsiteX8" fmla="*/ 0 w 142875"/>
                <a:gd name="connsiteY8" fmla="*/ 952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42875">
                  <a:moveTo>
                    <a:pt x="0" y="9525"/>
                  </a:moveTo>
                  <a:cubicBezTo>
                    <a:pt x="0" y="3810"/>
                    <a:pt x="3810" y="0"/>
                    <a:pt x="9525" y="0"/>
                  </a:cubicBezTo>
                  <a:lnTo>
                    <a:pt x="133350" y="0"/>
                  </a:lnTo>
                  <a:cubicBezTo>
                    <a:pt x="139065" y="0"/>
                    <a:pt x="142875" y="3810"/>
                    <a:pt x="142875" y="9525"/>
                  </a:cubicBezTo>
                  <a:lnTo>
                    <a:pt x="142875" y="133350"/>
                  </a:lnTo>
                  <a:cubicBezTo>
                    <a:pt x="142875" y="139065"/>
                    <a:pt x="139065" y="142875"/>
                    <a:pt x="133350" y="142875"/>
                  </a:cubicBezTo>
                  <a:lnTo>
                    <a:pt x="9525" y="142875"/>
                  </a:lnTo>
                  <a:cubicBezTo>
                    <a:pt x="3810" y="142875"/>
                    <a:pt x="0" y="139065"/>
                    <a:pt x="0" y="133350"/>
                  </a:cubicBezTo>
                  <a:lnTo>
                    <a:pt x="0" y="9525"/>
                  </a:lnTo>
                  <a:close/>
                </a:path>
              </a:pathLst>
            </a:custGeom>
            <a:noFill/>
            <a:ln w="19050" cap="rnd">
              <a:solidFill>
                <a:schemeClr val="bg2"/>
              </a:solidFill>
              <a:prstDash val="solid"/>
              <a:round/>
            </a:ln>
          </p:spPr>
          <p:txBody>
            <a:bodyPr rtlCol="0" anchor="ctr"/>
            <a:lstStyle/>
            <a:p>
              <a:endParaRPr lang="en-US"/>
            </a:p>
          </p:txBody>
        </p:sp>
        <p:sp>
          <p:nvSpPr>
            <p:cNvPr id="42" name="Freeform: Shape 41">
              <a:extLst>
                <a:ext uri="{FF2B5EF4-FFF2-40B4-BE49-F238E27FC236}">
                  <a16:creationId xmlns:a16="http://schemas.microsoft.com/office/drawing/2014/main" id="{373C354F-66DB-4EF1-B722-12820D82B7DC}"/>
                </a:ext>
              </a:extLst>
            </p:cNvPr>
            <p:cNvSpPr/>
            <p:nvPr/>
          </p:nvSpPr>
          <p:spPr>
            <a:xfrm>
              <a:off x="6096000"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43" name="Freeform: Shape 42">
              <a:extLst>
                <a:ext uri="{FF2B5EF4-FFF2-40B4-BE49-F238E27FC236}">
                  <a16:creationId xmlns:a16="http://schemas.microsoft.com/office/drawing/2014/main" id="{5C6C4FCB-AE4F-4375-B527-4A64D3C51E01}"/>
                </a:ext>
              </a:extLst>
            </p:cNvPr>
            <p:cNvSpPr/>
            <p:nvPr/>
          </p:nvSpPr>
          <p:spPr>
            <a:xfrm>
              <a:off x="6053137"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5F5278B0-634B-4B3D-A7A9-B3D36D23C4EE}"/>
                </a:ext>
              </a:extLst>
            </p:cNvPr>
            <p:cNvSpPr/>
            <p:nvPr/>
          </p:nvSpPr>
          <p:spPr>
            <a:xfrm>
              <a:off x="6138862"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45" name="Freeform: Shape 44">
              <a:extLst>
                <a:ext uri="{FF2B5EF4-FFF2-40B4-BE49-F238E27FC236}">
                  <a16:creationId xmlns:a16="http://schemas.microsoft.com/office/drawing/2014/main" id="{DDFCA00C-B278-4964-BBC4-EB85F562EAF7}"/>
                </a:ext>
              </a:extLst>
            </p:cNvPr>
            <p:cNvSpPr/>
            <p:nvPr/>
          </p:nvSpPr>
          <p:spPr>
            <a:xfrm>
              <a:off x="5986462" y="3429000"/>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46" name="Freeform: Shape 45">
              <a:extLst>
                <a:ext uri="{FF2B5EF4-FFF2-40B4-BE49-F238E27FC236}">
                  <a16:creationId xmlns:a16="http://schemas.microsoft.com/office/drawing/2014/main" id="{885B0F8E-3001-48DF-80D8-A86C7858A0BB}"/>
                </a:ext>
              </a:extLst>
            </p:cNvPr>
            <p:cNvSpPr/>
            <p:nvPr/>
          </p:nvSpPr>
          <p:spPr>
            <a:xfrm>
              <a:off x="5986462" y="3471862"/>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47" name="Freeform: Shape 46">
              <a:extLst>
                <a:ext uri="{FF2B5EF4-FFF2-40B4-BE49-F238E27FC236}">
                  <a16:creationId xmlns:a16="http://schemas.microsoft.com/office/drawing/2014/main" id="{4600905F-F99D-4A19-B896-5519F6984622}"/>
                </a:ext>
              </a:extLst>
            </p:cNvPr>
            <p:cNvSpPr/>
            <p:nvPr/>
          </p:nvSpPr>
          <p:spPr>
            <a:xfrm>
              <a:off x="5986462" y="338613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48" name="Freeform: Shape 47">
              <a:extLst>
                <a:ext uri="{FF2B5EF4-FFF2-40B4-BE49-F238E27FC236}">
                  <a16:creationId xmlns:a16="http://schemas.microsoft.com/office/drawing/2014/main" id="{B0A5B1EA-C16B-4D65-9E60-253C5D46819A}"/>
                </a:ext>
              </a:extLst>
            </p:cNvPr>
            <p:cNvSpPr/>
            <p:nvPr/>
          </p:nvSpPr>
          <p:spPr>
            <a:xfrm>
              <a:off x="6096000"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49" name="Freeform: Shape 48">
              <a:extLst>
                <a:ext uri="{FF2B5EF4-FFF2-40B4-BE49-F238E27FC236}">
                  <a16:creationId xmlns:a16="http://schemas.microsoft.com/office/drawing/2014/main" id="{F6326B09-0644-4867-856E-102E94A362C4}"/>
                </a:ext>
              </a:extLst>
            </p:cNvPr>
            <p:cNvSpPr/>
            <p:nvPr/>
          </p:nvSpPr>
          <p:spPr>
            <a:xfrm>
              <a:off x="6138862"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50" name="Freeform: Shape 49">
              <a:extLst>
                <a:ext uri="{FF2B5EF4-FFF2-40B4-BE49-F238E27FC236}">
                  <a16:creationId xmlns:a16="http://schemas.microsoft.com/office/drawing/2014/main" id="{46385DE4-1B57-4A5B-9B79-2E98261CE8A6}"/>
                </a:ext>
              </a:extLst>
            </p:cNvPr>
            <p:cNvSpPr/>
            <p:nvPr/>
          </p:nvSpPr>
          <p:spPr>
            <a:xfrm>
              <a:off x="6053137"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51" name="Freeform: Shape 50">
              <a:extLst>
                <a:ext uri="{FF2B5EF4-FFF2-40B4-BE49-F238E27FC236}">
                  <a16:creationId xmlns:a16="http://schemas.microsoft.com/office/drawing/2014/main" id="{1942BB00-B563-4AE7-A7BA-DAB06D2BF737}"/>
                </a:ext>
              </a:extLst>
            </p:cNvPr>
            <p:cNvSpPr/>
            <p:nvPr/>
          </p:nvSpPr>
          <p:spPr>
            <a:xfrm>
              <a:off x="6167437" y="3429000"/>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52" name="Freeform: Shape 51">
              <a:extLst>
                <a:ext uri="{FF2B5EF4-FFF2-40B4-BE49-F238E27FC236}">
                  <a16:creationId xmlns:a16="http://schemas.microsoft.com/office/drawing/2014/main" id="{5442E703-95D2-478C-BA19-9F3918E533A2}"/>
                </a:ext>
              </a:extLst>
            </p:cNvPr>
            <p:cNvSpPr/>
            <p:nvPr/>
          </p:nvSpPr>
          <p:spPr>
            <a:xfrm>
              <a:off x="6167437" y="3386137"/>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53" name="Freeform: Shape 52">
              <a:extLst>
                <a:ext uri="{FF2B5EF4-FFF2-40B4-BE49-F238E27FC236}">
                  <a16:creationId xmlns:a16="http://schemas.microsoft.com/office/drawing/2014/main" id="{9EE20266-2B09-4499-B2D3-4CAA69E628BD}"/>
                </a:ext>
              </a:extLst>
            </p:cNvPr>
            <p:cNvSpPr/>
            <p:nvPr/>
          </p:nvSpPr>
          <p:spPr>
            <a:xfrm>
              <a:off x="6167437" y="3471862"/>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54" name="Freeform: Shape 53">
              <a:extLst>
                <a:ext uri="{FF2B5EF4-FFF2-40B4-BE49-F238E27FC236}">
                  <a16:creationId xmlns:a16="http://schemas.microsoft.com/office/drawing/2014/main" id="{010F95AF-DB78-4CDB-A898-8DCB981C9D88}"/>
                </a:ext>
              </a:extLst>
            </p:cNvPr>
            <p:cNvSpPr/>
            <p:nvPr/>
          </p:nvSpPr>
          <p:spPr>
            <a:xfrm>
              <a:off x="6043612" y="3376612"/>
              <a:ext cx="104775" cy="104775"/>
            </a:xfrm>
            <a:custGeom>
              <a:avLst/>
              <a:gdLst>
                <a:gd name="connsiteX0" fmla="*/ 0 w 104775"/>
                <a:gd name="connsiteY0" fmla="*/ 19050 h 104775"/>
                <a:gd name="connsiteX1" fmla="*/ 19050 w 104775"/>
                <a:gd name="connsiteY1" fmla="*/ 0 h 104775"/>
                <a:gd name="connsiteX2" fmla="*/ 85725 w 104775"/>
                <a:gd name="connsiteY2" fmla="*/ 0 h 104775"/>
                <a:gd name="connsiteX3" fmla="*/ 104775 w 104775"/>
                <a:gd name="connsiteY3" fmla="*/ 19050 h 104775"/>
                <a:gd name="connsiteX4" fmla="*/ 104775 w 104775"/>
                <a:gd name="connsiteY4" fmla="*/ 85725 h 104775"/>
                <a:gd name="connsiteX5" fmla="*/ 85725 w 104775"/>
                <a:gd name="connsiteY5" fmla="*/ 104775 h 104775"/>
                <a:gd name="connsiteX6" fmla="*/ 19050 w 104775"/>
                <a:gd name="connsiteY6" fmla="*/ 104775 h 104775"/>
                <a:gd name="connsiteX7" fmla="*/ 0 w 104775"/>
                <a:gd name="connsiteY7" fmla="*/ 85725 h 104775"/>
                <a:gd name="connsiteX8" fmla="*/ 0 w 104775"/>
                <a:gd name="connsiteY8" fmla="*/ 190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104775">
                  <a:moveTo>
                    <a:pt x="0" y="19050"/>
                  </a:moveTo>
                  <a:cubicBezTo>
                    <a:pt x="0" y="8573"/>
                    <a:pt x="8573" y="0"/>
                    <a:pt x="19050" y="0"/>
                  </a:cubicBezTo>
                  <a:lnTo>
                    <a:pt x="85725" y="0"/>
                  </a:lnTo>
                  <a:cubicBezTo>
                    <a:pt x="96203" y="0"/>
                    <a:pt x="104775" y="8573"/>
                    <a:pt x="104775" y="19050"/>
                  </a:cubicBezTo>
                  <a:lnTo>
                    <a:pt x="104775" y="85725"/>
                  </a:lnTo>
                  <a:cubicBezTo>
                    <a:pt x="104775" y="96203"/>
                    <a:pt x="96203" y="104775"/>
                    <a:pt x="85725" y="104775"/>
                  </a:cubicBezTo>
                  <a:lnTo>
                    <a:pt x="19050" y="104775"/>
                  </a:lnTo>
                  <a:cubicBezTo>
                    <a:pt x="8573" y="104775"/>
                    <a:pt x="0" y="96203"/>
                    <a:pt x="0" y="85725"/>
                  </a:cubicBezTo>
                  <a:lnTo>
                    <a:pt x="0" y="19050"/>
                  </a:lnTo>
                  <a:close/>
                </a:path>
              </a:pathLst>
            </a:custGeom>
            <a:noFill/>
            <a:ln w="19050" cap="rnd">
              <a:solidFill>
                <a:schemeClr val="bg2"/>
              </a:solidFill>
              <a:prstDash val="solid"/>
              <a:round/>
            </a:ln>
          </p:spPr>
          <p:txBody>
            <a:bodyPr rtlCol="0" anchor="ctr"/>
            <a:lstStyle/>
            <a:p>
              <a:endParaRPr lang="en-US"/>
            </a:p>
          </p:txBody>
        </p:sp>
        <p:sp>
          <p:nvSpPr>
            <p:cNvPr id="55" name="Freeform: Shape 54">
              <a:extLst>
                <a:ext uri="{FF2B5EF4-FFF2-40B4-BE49-F238E27FC236}">
                  <a16:creationId xmlns:a16="http://schemas.microsoft.com/office/drawing/2014/main" id="{082E2E5E-B9F6-472F-9CF5-073250B41A99}"/>
                </a:ext>
              </a:extLst>
            </p:cNvPr>
            <p:cNvSpPr/>
            <p:nvPr/>
          </p:nvSpPr>
          <p:spPr>
            <a:xfrm>
              <a:off x="6072187" y="340518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56" name="Freeform: Shape 55">
              <a:extLst>
                <a:ext uri="{FF2B5EF4-FFF2-40B4-BE49-F238E27FC236}">
                  <a16:creationId xmlns:a16="http://schemas.microsoft.com/office/drawing/2014/main" id="{55DACD76-95DF-4E3B-BD5D-4FF4DE63A44C}"/>
                </a:ext>
              </a:extLst>
            </p:cNvPr>
            <p:cNvSpPr/>
            <p:nvPr/>
          </p:nvSpPr>
          <p:spPr>
            <a:xfrm>
              <a:off x="6072187" y="3424237"/>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sp>
          <p:nvSpPr>
            <p:cNvPr id="57" name="Freeform: Shape 56">
              <a:extLst>
                <a:ext uri="{FF2B5EF4-FFF2-40B4-BE49-F238E27FC236}">
                  <a16:creationId xmlns:a16="http://schemas.microsoft.com/office/drawing/2014/main" id="{BC131692-F42A-42CF-A080-81F7CA7999B1}"/>
                </a:ext>
              </a:extLst>
            </p:cNvPr>
            <p:cNvSpPr/>
            <p:nvPr/>
          </p:nvSpPr>
          <p:spPr>
            <a:xfrm>
              <a:off x="6100762" y="3452812"/>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grpSp>
      <p:grpSp>
        <p:nvGrpSpPr>
          <p:cNvPr id="150" name="Graphic 38">
            <a:extLst>
              <a:ext uri="{FF2B5EF4-FFF2-40B4-BE49-F238E27FC236}">
                <a16:creationId xmlns:a16="http://schemas.microsoft.com/office/drawing/2014/main" id="{4A92CC4D-AEE2-4490-B9F4-84461123DB81}"/>
              </a:ext>
            </a:extLst>
          </p:cNvPr>
          <p:cNvGrpSpPr>
            <a:grpSpLocks noChangeAspect="1"/>
          </p:cNvGrpSpPr>
          <p:nvPr/>
        </p:nvGrpSpPr>
        <p:grpSpPr>
          <a:xfrm>
            <a:off x="9659446" y="2474920"/>
            <a:ext cx="365760" cy="365760"/>
            <a:chOff x="5986462" y="3319462"/>
            <a:chExt cx="219075" cy="219075"/>
          </a:xfrm>
          <a:noFill/>
        </p:grpSpPr>
        <p:sp>
          <p:nvSpPr>
            <p:cNvPr id="151" name="Freeform: Shape 150">
              <a:extLst>
                <a:ext uri="{FF2B5EF4-FFF2-40B4-BE49-F238E27FC236}">
                  <a16:creationId xmlns:a16="http://schemas.microsoft.com/office/drawing/2014/main" id="{91CAE455-45AC-4073-BC68-D2BAC396F9E9}"/>
                </a:ext>
              </a:extLst>
            </p:cNvPr>
            <p:cNvSpPr/>
            <p:nvPr/>
          </p:nvSpPr>
          <p:spPr>
            <a:xfrm>
              <a:off x="6024562" y="3357562"/>
              <a:ext cx="142875" cy="142875"/>
            </a:xfrm>
            <a:custGeom>
              <a:avLst/>
              <a:gdLst>
                <a:gd name="connsiteX0" fmla="*/ 0 w 142875"/>
                <a:gd name="connsiteY0" fmla="*/ 9525 h 142875"/>
                <a:gd name="connsiteX1" fmla="*/ 9525 w 142875"/>
                <a:gd name="connsiteY1" fmla="*/ 0 h 142875"/>
                <a:gd name="connsiteX2" fmla="*/ 133350 w 142875"/>
                <a:gd name="connsiteY2" fmla="*/ 0 h 142875"/>
                <a:gd name="connsiteX3" fmla="*/ 142875 w 142875"/>
                <a:gd name="connsiteY3" fmla="*/ 9525 h 142875"/>
                <a:gd name="connsiteX4" fmla="*/ 142875 w 142875"/>
                <a:gd name="connsiteY4" fmla="*/ 133350 h 142875"/>
                <a:gd name="connsiteX5" fmla="*/ 133350 w 142875"/>
                <a:gd name="connsiteY5" fmla="*/ 142875 h 142875"/>
                <a:gd name="connsiteX6" fmla="*/ 9525 w 142875"/>
                <a:gd name="connsiteY6" fmla="*/ 142875 h 142875"/>
                <a:gd name="connsiteX7" fmla="*/ 0 w 142875"/>
                <a:gd name="connsiteY7" fmla="*/ 133350 h 142875"/>
                <a:gd name="connsiteX8" fmla="*/ 0 w 142875"/>
                <a:gd name="connsiteY8" fmla="*/ 952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42875">
                  <a:moveTo>
                    <a:pt x="0" y="9525"/>
                  </a:moveTo>
                  <a:cubicBezTo>
                    <a:pt x="0" y="3810"/>
                    <a:pt x="3810" y="0"/>
                    <a:pt x="9525" y="0"/>
                  </a:cubicBezTo>
                  <a:lnTo>
                    <a:pt x="133350" y="0"/>
                  </a:lnTo>
                  <a:cubicBezTo>
                    <a:pt x="139065" y="0"/>
                    <a:pt x="142875" y="3810"/>
                    <a:pt x="142875" y="9525"/>
                  </a:cubicBezTo>
                  <a:lnTo>
                    <a:pt x="142875" y="133350"/>
                  </a:lnTo>
                  <a:cubicBezTo>
                    <a:pt x="142875" y="139065"/>
                    <a:pt x="139065" y="142875"/>
                    <a:pt x="133350" y="142875"/>
                  </a:cubicBezTo>
                  <a:lnTo>
                    <a:pt x="9525" y="142875"/>
                  </a:lnTo>
                  <a:cubicBezTo>
                    <a:pt x="3810" y="142875"/>
                    <a:pt x="0" y="139065"/>
                    <a:pt x="0" y="133350"/>
                  </a:cubicBezTo>
                  <a:lnTo>
                    <a:pt x="0" y="9525"/>
                  </a:lnTo>
                  <a:close/>
                </a:path>
              </a:pathLst>
            </a:custGeom>
            <a:noFill/>
            <a:ln w="19050" cap="rnd">
              <a:solidFill>
                <a:schemeClr val="bg2"/>
              </a:solidFill>
              <a:prstDash val="solid"/>
              <a:round/>
            </a:ln>
          </p:spPr>
          <p:txBody>
            <a:bodyPr rtlCol="0" anchor="ctr"/>
            <a:lstStyle/>
            <a:p>
              <a:endParaRPr lang="en-US"/>
            </a:p>
          </p:txBody>
        </p:sp>
        <p:sp>
          <p:nvSpPr>
            <p:cNvPr id="152" name="Freeform: Shape 151">
              <a:extLst>
                <a:ext uri="{FF2B5EF4-FFF2-40B4-BE49-F238E27FC236}">
                  <a16:creationId xmlns:a16="http://schemas.microsoft.com/office/drawing/2014/main" id="{FD7EBE87-84BA-42F7-AD56-CAA7CA119DBC}"/>
                </a:ext>
              </a:extLst>
            </p:cNvPr>
            <p:cNvSpPr/>
            <p:nvPr/>
          </p:nvSpPr>
          <p:spPr>
            <a:xfrm>
              <a:off x="6096000"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53" name="Freeform: Shape 152">
              <a:extLst>
                <a:ext uri="{FF2B5EF4-FFF2-40B4-BE49-F238E27FC236}">
                  <a16:creationId xmlns:a16="http://schemas.microsoft.com/office/drawing/2014/main" id="{EA984E5B-24FB-49F0-9C87-D582C6AA4E2F}"/>
                </a:ext>
              </a:extLst>
            </p:cNvPr>
            <p:cNvSpPr/>
            <p:nvPr/>
          </p:nvSpPr>
          <p:spPr>
            <a:xfrm>
              <a:off x="6053137"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55" name="Freeform: Shape 154">
              <a:extLst>
                <a:ext uri="{FF2B5EF4-FFF2-40B4-BE49-F238E27FC236}">
                  <a16:creationId xmlns:a16="http://schemas.microsoft.com/office/drawing/2014/main" id="{1F216163-C4D8-489C-8C1B-4E4669DE4173}"/>
                </a:ext>
              </a:extLst>
            </p:cNvPr>
            <p:cNvSpPr/>
            <p:nvPr/>
          </p:nvSpPr>
          <p:spPr>
            <a:xfrm>
              <a:off x="6138862"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56" name="Freeform: Shape 155">
              <a:extLst>
                <a:ext uri="{FF2B5EF4-FFF2-40B4-BE49-F238E27FC236}">
                  <a16:creationId xmlns:a16="http://schemas.microsoft.com/office/drawing/2014/main" id="{74CBCDC6-0697-4407-90E9-B0FB25FA55F6}"/>
                </a:ext>
              </a:extLst>
            </p:cNvPr>
            <p:cNvSpPr/>
            <p:nvPr/>
          </p:nvSpPr>
          <p:spPr>
            <a:xfrm>
              <a:off x="5986462" y="3429000"/>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57" name="Freeform: Shape 156">
              <a:extLst>
                <a:ext uri="{FF2B5EF4-FFF2-40B4-BE49-F238E27FC236}">
                  <a16:creationId xmlns:a16="http://schemas.microsoft.com/office/drawing/2014/main" id="{9A4F00B0-D0D7-408A-863D-80E8850AD25F}"/>
                </a:ext>
              </a:extLst>
            </p:cNvPr>
            <p:cNvSpPr/>
            <p:nvPr/>
          </p:nvSpPr>
          <p:spPr>
            <a:xfrm>
              <a:off x="5986462" y="3471862"/>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58" name="Freeform: Shape 157">
              <a:extLst>
                <a:ext uri="{FF2B5EF4-FFF2-40B4-BE49-F238E27FC236}">
                  <a16:creationId xmlns:a16="http://schemas.microsoft.com/office/drawing/2014/main" id="{D12E639C-148D-4276-95CC-603BA1291971}"/>
                </a:ext>
              </a:extLst>
            </p:cNvPr>
            <p:cNvSpPr/>
            <p:nvPr/>
          </p:nvSpPr>
          <p:spPr>
            <a:xfrm>
              <a:off x="5986462" y="338613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59" name="Freeform: Shape 158">
              <a:extLst>
                <a:ext uri="{FF2B5EF4-FFF2-40B4-BE49-F238E27FC236}">
                  <a16:creationId xmlns:a16="http://schemas.microsoft.com/office/drawing/2014/main" id="{2EF258DB-91D5-4E8C-AFE6-2E37CE2DAB30}"/>
                </a:ext>
              </a:extLst>
            </p:cNvPr>
            <p:cNvSpPr/>
            <p:nvPr/>
          </p:nvSpPr>
          <p:spPr>
            <a:xfrm>
              <a:off x="6096000"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60" name="Freeform: Shape 159">
              <a:extLst>
                <a:ext uri="{FF2B5EF4-FFF2-40B4-BE49-F238E27FC236}">
                  <a16:creationId xmlns:a16="http://schemas.microsoft.com/office/drawing/2014/main" id="{ED7E7E4E-2ABA-482A-B6D0-A467F863D811}"/>
                </a:ext>
              </a:extLst>
            </p:cNvPr>
            <p:cNvSpPr/>
            <p:nvPr/>
          </p:nvSpPr>
          <p:spPr>
            <a:xfrm>
              <a:off x="6138862"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61" name="Freeform: Shape 160">
              <a:extLst>
                <a:ext uri="{FF2B5EF4-FFF2-40B4-BE49-F238E27FC236}">
                  <a16:creationId xmlns:a16="http://schemas.microsoft.com/office/drawing/2014/main" id="{6FB07CB2-7721-4BD0-907A-528E82BCA6FC}"/>
                </a:ext>
              </a:extLst>
            </p:cNvPr>
            <p:cNvSpPr/>
            <p:nvPr/>
          </p:nvSpPr>
          <p:spPr>
            <a:xfrm>
              <a:off x="6053137"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62" name="Freeform: Shape 161">
              <a:extLst>
                <a:ext uri="{FF2B5EF4-FFF2-40B4-BE49-F238E27FC236}">
                  <a16:creationId xmlns:a16="http://schemas.microsoft.com/office/drawing/2014/main" id="{11745D4B-9488-4E34-B0D9-59A3EE5DF7E9}"/>
                </a:ext>
              </a:extLst>
            </p:cNvPr>
            <p:cNvSpPr/>
            <p:nvPr/>
          </p:nvSpPr>
          <p:spPr>
            <a:xfrm>
              <a:off x="6167437" y="3429000"/>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63" name="Freeform: Shape 162">
              <a:extLst>
                <a:ext uri="{FF2B5EF4-FFF2-40B4-BE49-F238E27FC236}">
                  <a16:creationId xmlns:a16="http://schemas.microsoft.com/office/drawing/2014/main" id="{364AC250-6B48-48CB-93E9-A46ED3559943}"/>
                </a:ext>
              </a:extLst>
            </p:cNvPr>
            <p:cNvSpPr/>
            <p:nvPr/>
          </p:nvSpPr>
          <p:spPr>
            <a:xfrm>
              <a:off x="6167437" y="3386137"/>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64" name="Freeform: Shape 163">
              <a:extLst>
                <a:ext uri="{FF2B5EF4-FFF2-40B4-BE49-F238E27FC236}">
                  <a16:creationId xmlns:a16="http://schemas.microsoft.com/office/drawing/2014/main" id="{1F722B96-7715-4F50-855D-EFE8652049E1}"/>
                </a:ext>
              </a:extLst>
            </p:cNvPr>
            <p:cNvSpPr/>
            <p:nvPr/>
          </p:nvSpPr>
          <p:spPr>
            <a:xfrm>
              <a:off x="6167437" y="3471862"/>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65" name="Freeform: Shape 164">
              <a:extLst>
                <a:ext uri="{FF2B5EF4-FFF2-40B4-BE49-F238E27FC236}">
                  <a16:creationId xmlns:a16="http://schemas.microsoft.com/office/drawing/2014/main" id="{8D9C08F2-40E5-497A-A648-B029784D481F}"/>
                </a:ext>
              </a:extLst>
            </p:cNvPr>
            <p:cNvSpPr/>
            <p:nvPr/>
          </p:nvSpPr>
          <p:spPr>
            <a:xfrm>
              <a:off x="6043612" y="3376612"/>
              <a:ext cx="104775" cy="104775"/>
            </a:xfrm>
            <a:custGeom>
              <a:avLst/>
              <a:gdLst>
                <a:gd name="connsiteX0" fmla="*/ 0 w 104775"/>
                <a:gd name="connsiteY0" fmla="*/ 19050 h 104775"/>
                <a:gd name="connsiteX1" fmla="*/ 19050 w 104775"/>
                <a:gd name="connsiteY1" fmla="*/ 0 h 104775"/>
                <a:gd name="connsiteX2" fmla="*/ 85725 w 104775"/>
                <a:gd name="connsiteY2" fmla="*/ 0 h 104775"/>
                <a:gd name="connsiteX3" fmla="*/ 104775 w 104775"/>
                <a:gd name="connsiteY3" fmla="*/ 19050 h 104775"/>
                <a:gd name="connsiteX4" fmla="*/ 104775 w 104775"/>
                <a:gd name="connsiteY4" fmla="*/ 85725 h 104775"/>
                <a:gd name="connsiteX5" fmla="*/ 85725 w 104775"/>
                <a:gd name="connsiteY5" fmla="*/ 104775 h 104775"/>
                <a:gd name="connsiteX6" fmla="*/ 19050 w 104775"/>
                <a:gd name="connsiteY6" fmla="*/ 104775 h 104775"/>
                <a:gd name="connsiteX7" fmla="*/ 0 w 104775"/>
                <a:gd name="connsiteY7" fmla="*/ 85725 h 104775"/>
                <a:gd name="connsiteX8" fmla="*/ 0 w 104775"/>
                <a:gd name="connsiteY8" fmla="*/ 190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104775">
                  <a:moveTo>
                    <a:pt x="0" y="19050"/>
                  </a:moveTo>
                  <a:cubicBezTo>
                    <a:pt x="0" y="8573"/>
                    <a:pt x="8573" y="0"/>
                    <a:pt x="19050" y="0"/>
                  </a:cubicBezTo>
                  <a:lnTo>
                    <a:pt x="85725" y="0"/>
                  </a:lnTo>
                  <a:cubicBezTo>
                    <a:pt x="96203" y="0"/>
                    <a:pt x="104775" y="8573"/>
                    <a:pt x="104775" y="19050"/>
                  </a:cubicBezTo>
                  <a:lnTo>
                    <a:pt x="104775" y="85725"/>
                  </a:lnTo>
                  <a:cubicBezTo>
                    <a:pt x="104775" y="96203"/>
                    <a:pt x="96203" y="104775"/>
                    <a:pt x="85725" y="104775"/>
                  </a:cubicBezTo>
                  <a:lnTo>
                    <a:pt x="19050" y="104775"/>
                  </a:lnTo>
                  <a:cubicBezTo>
                    <a:pt x="8573" y="104775"/>
                    <a:pt x="0" y="96203"/>
                    <a:pt x="0" y="85725"/>
                  </a:cubicBezTo>
                  <a:lnTo>
                    <a:pt x="0" y="19050"/>
                  </a:lnTo>
                  <a:close/>
                </a:path>
              </a:pathLst>
            </a:custGeom>
            <a:noFill/>
            <a:ln w="19050" cap="rnd">
              <a:solidFill>
                <a:schemeClr val="bg2"/>
              </a:solidFill>
              <a:prstDash val="solid"/>
              <a:round/>
            </a:ln>
          </p:spPr>
          <p:txBody>
            <a:bodyPr rtlCol="0" anchor="ctr"/>
            <a:lstStyle/>
            <a:p>
              <a:endParaRPr lang="en-US"/>
            </a:p>
          </p:txBody>
        </p:sp>
        <p:sp>
          <p:nvSpPr>
            <p:cNvPr id="166" name="Freeform: Shape 165">
              <a:extLst>
                <a:ext uri="{FF2B5EF4-FFF2-40B4-BE49-F238E27FC236}">
                  <a16:creationId xmlns:a16="http://schemas.microsoft.com/office/drawing/2014/main" id="{D0F39A1A-DBDF-4380-AC5E-5104BF33FF88}"/>
                </a:ext>
              </a:extLst>
            </p:cNvPr>
            <p:cNvSpPr/>
            <p:nvPr/>
          </p:nvSpPr>
          <p:spPr>
            <a:xfrm>
              <a:off x="6072187" y="340518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67" name="Freeform: Shape 166">
              <a:extLst>
                <a:ext uri="{FF2B5EF4-FFF2-40B4-BE49-F238E27FC236}">
                  <a16:creationId xmlns:a16="http://schemas.microsoft.com/office/drawing/2014/main" id="{54601F5B-32FA-4E68-A19E-755EC436E19F}"/>
                </a:ext>
              </a:extLst>
            </p:cNvPr>
            <p:cNvSpPr/>
            <p:nvPr/>
          </p:nvSpPr>
          <p:spPr>
            <a:xfrm>
              <a:off x="6072187" y="3424237"/>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sp>
          <p:nvSpPr>
            <p:cNvPr id="168" name="Freeform: Shape 167">
              <a:extLst>
                <a:ext uri="{FF2B5EF4-FFF2-40B4-BE49-F238E27FC236}">
                  <a16:creationId xmlns:a16="http://schemas.microsoft.com/office/drawing/2014/main" id="{13473E74-8B7C-46A6-8F48-2697720DCEED}"/>
                </a:ext>
              </a:extLst>
            </p:cNvPr>
            <p:cNvSpPr/>
            <p:nvPr/>
          </p:nvSpPr>
          <p:spPr>
            <a:xfrm>
              <a:off x="6100762" y="3452812"/>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grpSp>
      <p:grpSp>
        <p:nvGrpSpPr>
          <p:cNvPr id="170" name="Graphic 38">
            <a:extLst>
              <a:ext uri="{FF2B5EF4-FFF2-40B4-BE49-F238E27FC236}">
                <a16:creationId xmlns:a16="http://schemas.microsoft.com/office/drawing/2014/main" id="{6953356C-90CD-4AFD-BEB6-BFDB5E372ADC}"/>
              </a:ext>
            </a:extLst>
          </p:cNvPr>
          <p:cNvGrpSpPr>
            <a:grpSpLocks noChangeAspect="1"/>
          </p:cNvGrpSpPr>
          <p:nvPr/>
        </p:nvGrpSpPr>
        <p:grpSpPr>
          <a:xfrm>
            <a:off x="9201146" y="3200377"/>
            <a:ext cx="365760" cy="365760"/>
            <a:chOff x="5986462" y="3319462"/>
            <a:chExt cx="219075" cy="219075"/>
          </a:xfrm>
          <a:noFill/>
        </p:grpSpPr>
        <p:sp>
          <p:nvSpPr>
            <p:cNvPr id="171" name="Freeform: Shape 170">
              <a:extLst>
                <a:ext uri="{FF2B5EF4-FFF2-40B4-BE49-F238E27FC236}">
                  <a16:creationId xmlns:a16="http://schemas.microsoft.com/office/drawing/2014/main" id="{F80C2FBB-421E-4CBD-B049-4848C39763C4}"/>
                </a:ext>
              </a:extLst>
            </p:cNvPr>
            <p:cNvSpPr/>
            <p:nvPr/>
          </p:nvSpPr>
          <p:spPr>
            <a:xfrm>
              <a:off x="6024562" y="3357562"/>
              <a:ext cx="142875" cy="142875"/>
            </a:xfrm>
            <a:custGeom>
              <a:avLst/>
              <a:gdLst>
                <a:gd name="connsiteX0" fmla="*/ 0 w 142875"/>
                <a:gd name="connsiteY0" fmla="*/ 9525 h 142875"/>
                <a:gd name="connsiteX1" fmla="*/ 9525 w 142875"/>
                <a:gd name="connsiteY1" fmla="*/ 0 h 142875"/>
                <a:gd name="connsiteX2" fmla="*/ 133350 w 142875"/>
                <a:gd name="connsiteY2" fmla="*/ 0 h 142875"/>
                <a:gd name="connsiteX3" fmla="*/ 142875 w 142875"/>
                <a:gd name="connsiteY3" fmla="*/ 9525 h 142875"/>
                <a:gd name="connsiteX4" fmla="*/ 142875 w 142875"/>
                <a:gd name="connsiteY4" fmla="*/ 133350 h 142875"/>
                <a:gd name="connsiteX5" fmla="*/ 133350 w 142875"/>
                <a:gd name="connsiteY5" fmla="*/ 142875 h 142875"/>
                <a:gd name="connsiteX6" fmla="*/ 9525 w 142875"/>
                <a:gd name="connsiteY6" fmla="*/ 142875 h 142875"/>
                <a:gd name="connsiteX7" fmla="*/ 0 w 142875"/>
                <a:gd name="connsiteY7" fmla="*/ 133350 h 142875"/>
                <a:gd name="connsiteX8" fmla="*/ 0 w 142875"/>
                <a:gd name="connsiteY8" fmla="*/ 952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42875">
                  <a:moveTo>
                    <a:pt x="0" y="9525"/>
                  </a:moveTo>
                  <a:cubicBezTo>
                    <a:pt x="0" y="3810"/>
                    <a:pt x="3810" y="0"/>
                    <a:pt x="9525" y="0"/>
                  </a:cubicBezTo>
                  <a:lnTo>
                    <a:pt x="133350" y="0"/>
                  </a:lnTo>
                  <a:cubicBezTo>
                    <a:pt x="139065" y="0"/>
                    <a:pt x="142875" y="3810"/>
                    <a:pt x="142875" y="9525"/>
                  </a:cubicBezTo>
                  <a:lnTo>
                    <a:pt x="142875" y="133350"/>
                  </a:lnTo>
                  <a:cubicBezTo>
                    <a:pt x="142875" y="139065"/>
                    <a:pt x="139065" y="142875"/>
                    <a:pt x="133350" y="142875"/>
                  </a:cubicBezTo>
                  <a:lnTo>
                    <a:pt x="9525" y="142875"/>
                  </a:lnTo>
                  <a:cubicBezTo>
                    <a:pt x="3810" y="142875"/>
                    <a:pt x="0" y="139065"/>
                    <a:pt x="0" y="133350"/>
                  </a:cubicBezTo>
                  <a:lnTo>
                    <a:pt x="0" y="9525"/>
                  </a:lnTo>
                  <a:close/>
                </a:path>
              </a:pathLst>
            </a:custGeom>
            <a:noFill/>
            <a:ln w="19050" cap="rnd">
              <a:solidFill>
                <a:schemeClr val="bg2"/>
              </a:solidFill>
              <a:prstDash val="solid"/>
              <a:round/>
            </a:ln>
          </p:spPr>
          <p:txBody>
            <a:bodyPr rtlCol="0" anchor="ctr"/>
            <a:lstStyle/>
            <a:p>
              <a:endParaRPr lang="en-US"/>
            </a:p>
          </p:txBody>
        </p:sp>
        <p:sp>
          <p:nvSpPr>
            <p:cNvPr id="172" name="Freeform: Shape 171">
              <a:extLst>
                <a:ext uri="{FF2B5EF4-FFF2-40B4-BE49-F238E27FC236}">
                  <a16:creationId xmlns:a16="http://schemas.microsoft.com/office/drawing/2014/main" id="{99E5E014-36E3-4B66-9CFD-87F443CC2AC4}"/>
                </a:ext>
              </a:extLst>
            </p:cNvPr>
            <p:cNvSpPr/>
            <p:nvPr/>
          </p:nvSpPr>
          <p:spPr>
            <a:xfrm>
              <a:off x="6096000"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73" name="Freeform: Shape 172">
              <a:extLst>
                <a:ext uri="{FF2B5EF4-FFF2-40B4-BE49-F238E27FC236}">
                  <a16:creationId xmlns:a16="http://schemas.microsoft.com/office/drawing/2014/main" id="{CB76AEAC-AC38-442C-BDF3-1BACFA240FC0}"/>
                </a:ext>
              </a:extLst>
            </p:cNvPr>
            <p:cNvSpPr/>
            <p:nvPr/>
          </p:nvSpPr>
          <p:spPr>
            <a:xfrm>
              <a:off x="6053137"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74" name="Freeform: Shape 173">
              <a:extLst>
                <a:ext uri="{FF2B5EF4-FFF2-40B4-BE49-F238E27FC236}">
                  <a16:creationId xmlns:a16="http://schemas.microsoft.com/office/drawing/2014/main" id="{F7EB3FCF-9D09-4102-A7C1-FDC13264ABE6}"/>
                </a:ext>
              </a:extLst>
            </p:cNvPr>
            <p:cNvSpPr/>
            <p:nvPr/>
          </p:nvSpPr>
          <p:spPr>
            <a:xfrm>
              <a:off x="6138862" y="3319462"/>
              <a:ext cx="9525" cy="38100"/>
            </a:xfrm>
            <a:custGeom>
              <a:avLst/>
              <a:gdLst>
                <a:gd name="connsiteX0" fmla="*/ 0 w 9525"/>
                <a:gd name="connsiteY0" fmla="*/ 0 h 38100"/>
                <a:gd name="connsiteX1" fmla="*/ 0 w 9525"/>
                <a:gd name="connsiteY1" fmla="*/ 38100 h 38100"/>
              </a:gdLst>
              <a:ahLst/>
              <a:cxnLst>
                <a:cxn ang="0">
                  <a:pos x="connsiteX0" y="connsiteY0"/>
                </a:cxn>
                <a:cxn ang="0">
                  <a:pos x="connsiteX1" y="connsiteY1"/>
                </a:cxn>
              </a:cxnLst>
              <a:rect l="l" t="t" r="r" b="b"/>
              <a:pathLst>
                <a:path w="9525" h="38100">
                  <a:moveTo>
                    <a:pt x="0" y="0"/>
                  </a:moveTo>
                  <a:lnTo>
                    <a:pt x="0" y="38100"/>
                  </a:lnTo>
                </a:path>
              </a:pathLst>
            </a:custGeom>
            <a:noFill/>
            <a:ln w="19050" cap="rnd">
              <a:solidFill>
                <a:schemeClr val="bg2"/>
              </a:solidFill>
              <a:prstDash val="solid"/>
              <a:round/>
            </a:ln>
          </p:spPr>
          <p:txBody>
            <a:bodyPr rtlCol="0" anchor="ctr"/>
            <a:lstStyle/>
            <a:p>
              <a:endParaRPr lang="en-US"/>
            </a:p>
          </p:txBody>
        </p:sp>
        <p:sp>
          <p:nvSpPr>
            <p:cNvPr id="175" name="Freeform: Shape 174">
              <a:extLst>
                <a:ext uri="{FF2B5EF4-FFF2-40B4-BE49-F238E27FC236}">
                  <a16:creationId xmlns:a16="http://schemas.microsoft.com/office/drawing/2014/main" id="{87B2421D-D3F2-468B-AB19-76F4C1BAF763}"/>
                </a:ext>
              </a:extLst>
            </p:cNvPr>
            <p:cNvSpPr/>
            <p:nvPr/>
          </p:nvSpPr>
          <p:spPr>
            <a:xfrm>
              <a:off x="5986462" y="3429000"/>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76" name="Freeform: Shape 175">
              <a:extLst>
                <a:ext uri="{FF2B5EF4-FFF2-40B4-BE49-F238E27FC236}">
                  <a16:creationId xmlns:a16="http://schemas.microsoft.com/office/drawing/2014/main" id="{3B7B7911-D996-43B0-BA05-BBC239BE5ADA}"/>
                </a:ext>
              </a:extLst>
            </p:cNvPr>
            <p:cNvSpPr/>
            <p:nvPr/>
          </p:nvSpPr>
          <p:spPr>
            <a:xfrm>
              <a:off x="5986462" y="3471862"/>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77" name="Freeform: Shape 176">
              <a:extLst>
                <a:ext uri="{FF2B5EF4-FFF2-40B4-BE49-F238E27FC236}">
                  <a16:creationId xmlns:a16="http://schemas.microsoft.com/office/drawing/2014/main" id="{64D75FAA-8E35-42BC-9525-7905A6BDB589}"/>
                </a:ext>
              </a:extLst>
            </p:cNvPr>
            <p:cNvSpPr/>
            <p:nvPr/>
          </p:nvSpPr>
          <p:spPr>
            <a:xfrm>
              <a:off x="5986462" y="338613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78" name="Freeform: Shape 177">
              <a:extLst>
                <a:ext uri="{FF2B5EF4-FFF2-40B4-BE49-F238E27FC236}">
                  <a16:creationId xmlns:a16="http://schemas.microsoft.com/office/drawing/2014/main" id="{6CB5B62D-23C8-4DA9-8786-EFBC763A5B16}"/>
                </a:ext>
              </a:extLst>
            </p:cNvPr>
            <p:cNvSpPr/>
            <p:nvPr/>
          </p:nvSpPr>
          <p:spPr>
            <a:xfrm>
              <a:off x="6096000"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79" name="Freeform: Shape 178">
              <a:extLst>
                <a:ext uri="{FF2B5EF4-FFF2-40B4-BE49-F238E27FC236}">
                  <a16:creationId xmlns:a16="http://schemas.microsoft.com/office/drawing/2014/main" id="{9F2B877D-1101-4544-B3D8-76C8BB8F7A6E}"/>
                </a:ext>
              </a:extLst>
            </p:cNvPr>
            <p:cNvSpPr/>
            <p:nvPr/>
          </p:nvSpPr>
          <p:spPr>
            <a:xfrm>
              <a:off x="6138862"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80" name="Freeform: Shape 179">
              <a:extLst>
                <a:ext uri="{FF2B5EF4-FFF2-40B4-BE49-F238E27FC236}">
                  <a16:creationId xmlns:a16="http://schemas.microsoft.com/office/drawing/2014/main" id="{3A7B71B0-1D9C-49BB-902B-37DEB551EB8C}"/>
                </a:ext>
              </a:extLst>
            </p:cNvPr>
            <p:cNvSpPr/>
            <p:nvPr/>
          </p:nvSpPr>
          <p:spPr>
            <a:xfrm>
              <a:off x="6053137" y="3500437"/>
              <a:ext cx="9525" cy="38100"/>
            </a:xfrm>
            <a:custGeom>
              <a:avLst/>
              <a:gdLst>
                <a:gd name="connsiteX0" fmla="*/ 0 w 9525"/>
                <a:gd name="connsiteY0" fmla="*/ 38100 h 38100"/>
                <a:gd name="connsiteX1" fmla="*/ 0 w 9525"/>
                <a:gd name="connsiteY1" fmla="*/ 0 h 38100"/>
              </a:gdLst>
              <a:ahLst/>
              <a:cxnLst>
                <a:cxn ang="0">
                  <a:pos x="connsiteX0" y="connsiteY0"/>
                </a:cxn>
                <a:cxn ang="0">
                  <a:pos x="connsiteX1" y="connsiteY1"/>
                </a:cxn>
              </a:cxnLst>
              <a:rect l="l" t="t" r="r" b="b"/>
              <a:pathLst>
                <a:path w="9525" h="38100">
                  <a:moveTo>
                    <a:pt x="0" y="38100"/>
                  </a:moveTo>
                  <a:lnTo>
                    <a:pt x="0" y="0"/>
                  </a:lnTo>
                </a:path>
              </a:pathLst>
            </a:custGeom>
            <a:noFill/>
            <a:ln w="19050" cap="rnd">
              <a:solidFill>
                <a:schemeClr val="bg2"/>
              </a:solidFill>
              <a:prstDash val="solid"/>
              <a:round/>
            </a:ln>
          </p:spPr>
          <p:txBody>
            <a:bodyPr rtlCol="0" anchor="ctr"/>
            <a:lstStyle/>
            <a:p>
              <a:endParaRPr lang="en-US"/>
            </a:p>
          </p:txBody>
        </p:sp>
        <p:sp>
          <p:nvSpPr>
            <p:cNvPr id="181" name="Freeform: Shape 180">
              <a:extLst>
                <a:ext uri="{FF2B5EF4-FFF2-40B4-BE49-F238E27FC236}">
                  <a16:creationId xmlns:a16="http://schemas.microsoft.com/office/drawing/2014/main" id="{1C82B3D7-A39B-4E66-8397-54158DB48C2C}"/>
                </a:ext>
              </a:extLst>
            </p:cNvPr>
            <p:cNvSpPr/>
            <p:nvPr/>
          </p:nvSpPr>
          <p:spPr>
            <a:xfrm>
              <a:off x="6167437" y="3429000"/>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82" name="Freeform: Shape 181">
              <a:extLst>
                <a:ext uri="{FF2B5EF4-FFF2-40B4-BE49-F238E27FC236}">
                  <a16:creationId xmlns:a16="http://schemas.microsoft.com/office/drawing/2014/main" id="{44E97C80-AD04-4DD0-BA2C-7A0DB3DFCB64}"/>
                </a:ext>
              </a:extLst>
            </p:cNvPr>
            <p:cNvSpPr/>
            <p:nvPr/>
          </p:nvSpPr>
          <p:spPr>
            <a:xfrm>
              <a:off x="6167437" y="3386137"/>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83" name="Freeform: Shape 182">
              <a:extLst>
                <a:ext uri="{FF2B5EF4-FFF2-40B4-BE49-F238E27FC236}">
                  <a16:creationId xmlns:a16="http://schemas.microsoft.com/office/drawing/2014/main" id="{90F333B5-6A9C-4D69-9D15-835C2DD29AC6}"/>
                </a:ext>
              </a:extLst>
            </p:cNvPr>
            <p:cNvSpPr/>
            <p:nvPr/>
          </p:nvSpPr>
          <p:spPr>
            <a:xfrm>
              <a:off x="6167437" y="3471862"/>
              <a:ext cx="38100" cy="9525"/>
            </a:xfrm>
            <a:custGeom>
              <a:avLst/>
              <a:gdLst>
                <a:gd name="connsiteX0" fmla="*/ 38100 w 38100"/>
                <a:gd name="connsiteY0" fmla="*/ 0 h 9525"/>
                <a:gd name="connsiteX1" fmla="*/ 0 w 38100"/>
                <a:gd name="connsiteY1" fmla="*/ 0 h 9525"/>
              </a:gdLst>
              <a:ahLst/>
              <a:cxnLst>
                <a:cxn ang="0">
                  <a:pos x="connsiteX0" y="connsiteY0"/>
                </a:cxn>
                <a:cxn ang="0">
                  <a:pos x="connsiteX1" y="connsiteY1"/>
                </a:cxn>
              </a:cxnLst>
              <a:rect l="l" t="t" r="r" b="b"/>
              <a:pathLst>
                <a:path w="38100" h="9525">
                  <a:moveTo>
                    <a:pt x="38100" y="0"/>
                  </a:moveTo>
                  <a:lnTo>
                    <a:pt x="0" y="0"/>
                  </a:lnTo>
                </a:path>
              </a:pathLst>
            </a:custGeom>
            <a:noFill/>
            <a:ln w="19050" cap="rnd">
              <a:solidFill>
                <a:schemeClr val="bg2"/>
              </a:solidFill>
              <a:prstDash val="solid"/>
              <a:round/>
            </a:ln>
          </p:spPr>
          <p:txBody>
            <a:bodyPr rtlCol="0" anchor="ctr"/>
            <a:lstStyle/>
            <a:p>
              <a:endParaRPr lang="en-US"/>
            </a:p>
          </p:txBody>
        </p:sp>
        <p:sp>
          <p:nvSpPr>
            <p:cNvPr id="185" name="Freeform: Shape 184">
              <a:extLst>
                <a:ext uri="{FF2B5EF4-FFF2-40B4-BE49-F238E27FC236}">
                  <a16:creationId xmlns:a16="http://schemas.microsoft.com/office/drawing/2014/main" id="{D61B365B-930F-42FF-B3B6-84376009FDE9}"/>
                </a:ext>
              </a:extLst>
            </p:cNvPr>
            <p:cNvSpPr/>
            <p:nvPr/>
          </p:nvSpPr>
          <p:spPr>
            <a:xfrm>
              <a:off x="6043612" y="3376612"/>
              <a:ext cx="104775" cy="104775"/>
            </a:xfrm>
            <a:custGeom>
              <a:avLst/>
              <a:gdLst>
                <a:gd name="connsiteX0" fmla="*/ 0 w 104775"/>
                <a:gd name="connsiteY0" fmla="*/ 19050 h 104775"/>
                <a:gd name="connsiteX1" fmla="*/ 19050 w 104775"/>
                <a:gd name="connsiteY1" fmla="*/ 0 h 104775"/>
                <a:gd name="connsiteX2" fmla="*/ 85725 w 104775"/>
                <a:gd name="connsiteY2" fmla="*/ 0 h 104775"/>
                <a:gd name="connsiteX3" fmla="*/ 104775 w 104775"/>
                <a:gd name="connsiteY3" fmla="*/ 19050 h 104775"/>
                <a:gd name="connsiteX4" fmla="*/ 104775 w 104775"/>
                <a:gd name="connsiteY4" fmla="*/ 85725 h 104775"/>
                <a:gd name="connsiteX5" fmla="*/ 85725 w 104775"/>
                <a:gd name="connsiteY5" fmla="*/ 104775 h 104775"/>
                <a:gd name="connsiteX6" fmla="*/ 19050 w 104775"/>
                <a:gd name="connsiteY6" fmla="*/ 104775 h 104775"/>
                <a:gd name="connsiteX7" fmla="*/ 0 w 104775"/>
                <a:gd name="connsiteY7" fmla="*/ 85725 h 104775"/>
                <a:gd name="connsiteX8" fmla="*/ 0 w 104775"/>
                <a:gd name="connsiteY8" fmla="*/ 190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104775">
                  <a:moveTo>
                    <a:pt x="0" y="19050"/>
                  </a:moveTo>
                  <a:cubicBezTo>
                    <a:pt x="0" y="8573"/>
                    <a:pt x="8573" y="0"/>
                    <a:pt x="19050" y="0"/>
                  </a:cubicBezTo>
                  <a:lnTo>
                    <a:pt x="85725" y="0"/>
                  </a:lnTo>
                  <a:cubicBezTo>
                    <a:pt x="96203" y="0"/>
                    <a:pt x="104775" y="8573"/>
                    <a:pt x="104775" y="19050"/>
                  </a:cubicBezTo>
                  <a:lnTo>
                    <a:pt x="104775" y="85725"/>
                  </a:lnTo>
                  <a:cubicBezTo>
                    <a:pt x="104775" y="96203"/>
                    <a:pt x="96203" y="104775"/>
                    <a:pt x="85725" y="104775"/>
                  </a:cubicBezTo>
                  <a:lnTo>
                    <a:pt x="19050" y="104775"/>
                  </a:lnTo>
                  <a:cubicBezTo>
                    <a:pt x="8573" y="104775"/>
                    <a:pt x="0" y="96203"/>
                    <a:pt x="0" y="85725"/>
                  </a:cubicBezTo>
                  <a:lnTo>
                    <a:pt x="0" y="19050"/>
                  </a:lnTo>
                  <a:close/>
                </a:path>
              </a:pathLst>
            </a:custGeom>
            <a:noFill/>
            <a:ln w="19050" cap="rnd">
              <a:solidFill>
                <a:schemeClr val="bg2"/>
              </a:solidFill>
              <a:prstDash val="solid"/>
              <a:round/>
            </a:ln>
          </p:spPr>
          <p:txBody>
            <a:bodyPr rtlCol="0" anchor="ctr"/>
            <a:lstStyle/>
            <a:p>
              <a:endParaRPr lang="en-US"/>
            </a:p>
          </p:txBody>
        </p:sp>
        <p:sp>
          <p:nvSpPr>
            <p:cNvPr id="188" name="Freeform: Shape 187">
              <a:extLst>
                <a:ext uri="{FF2B5EF4-FFF2-40B4-BE49-F238E27FC236}">
                  <a16:creationId xmlns:a16="http://schemas.microsoft.com/office/drawing/2014/main" id="{BC115200-06CD-40D4-8B30-12C804EDF664}"/>
                </a:ext>
              </a:extLst>
            </p:cNvPr>
            <p:cNvSpPr/>
            <p:nvPr/>
          </p:nvSpPr>
          <p:spPr>
            <a:xfrm>
              <a:off x="6072187" y="3405187"/>
              <a:ext cx="38100" cy="9525"/>
            </a:xfrm>
            <a:custGeom>
              <a:avLst/>
              <a:gdLst>
                <a:gd name="connsiteX0" fmla="*/ 0 w 38100"/>
                <a:gd name="connsiteY0" fmla="*/ 0 h 9525"/>
                <a:gd name="connsiteX1" fmla="*/ 38100 w 38100"/>
                <a:gd name="connsiteY1" fmla="*/ 0 h 9525"/>
              </a:gdLst>
              <a:ahLst/>
              <a:cxnLst>
                <a:cxn ang="0">
                  <a:pos x="connsiteX0" y="connsiteY0"/>
                </a:cxn>
                <a:cxn ang="0">
                  <a:pos x="connsiteX1" y="connsiteY1"/>
                </a:cxn>
              </a:cxnLst>
              <a:rect l="l" t="t" r="r" b="b"/>
              <a:pathLst>
                <a:path w="38100" h="9525">
                  <a:moveTo>
                    <a:pt x="0" y="0"/>
                  </a:moveTo>
                  <a:lnTo>
                    <a:pt x="38100" y="0"/>
                  </a:lnTo>
                </a:path>
              </a:pathLst>
            </a:custGeom>
            <a:noFill/>
            <a:ln w="19050" cap="rnd">
              <a:solidFill>
                <a:schemeClr val="bg2"/>
              </a:solidFill>
              <a:prstDash val="solid"/>
              <a:round/>
            </a:ln>
          </p:spPr>
          <p:txBody>
            <a:bodyPr rtlCol="0" anchor="ctr"/>
            <a:lstStyle/>
            <a:p>
              <a:endParaRPr lang="en-US"/>
            </a:p>
          </p:txBody>
        </p:sp>
        <p:sp>
          <p:nvSpPr>
            <p:cNvPr id="189" name="Freeform: Shape 188">
              <a:extLst>
                <a:ext uri="{FF2B5EF4-FFF2-40B4-BE49-F238E27FC236}">
                  <a16:creationId xmlns:a16="http://schemas.microsoft.com/office/drawing/2014/main" id="{A427C906-CA72-49D6-91F5-CA2C56873BE5}"/>
                </a:ext>
              </a:extLst>
            </p:cNvPr>
            <p:cNvSpPr/>
            <p:nvPr/>
          </p:nvSpPr>
          <p:spPr>
            <a:xfrm>
              <a:off x="6072187" y="3424237"/>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sp>
          <p:nvSpPr>
            <p:cNvPr id="190" name="Freeform: Shape 189">
              <a:extLst>
                <a:ext uri="{FF2B5EF4-FFF2-40B4-BE49-F238E27FC236}">
                  <a16:creationId xmlns:a16="http://schemas.microsoft.com/office/drawing/2014/main" id="{56FF3438-81B4-439A-86BD-A9AC06C8B64D}"/>
                </a:ext>
              </a:extLst>
            </p:cNvPr>
            <p:cNvSpPr/>
            <p:nvPr/>
          </p:nvSpPr>
          <p:spPr>
            <a:xfrm>
              <a:off x="6100762" y="3452812"/>
              <a:ext cx="19050" cy="9525"/>
            </a:xfrm>
            <a:custGeom>
              <a:avLst/>
              <a:gdLst>
                <a:gd name="connsiteX0" fmla="*/ 0 w 19050"/>
                <a:gd name="connsiteY0" fmla="*/ 0 h 9525"/>
                <a:gd name="connsiteX1" fmla="*/ 19050 w 19050"/>
                <a:gd name="connsiteY1" fmla="*/ 0 h 9525"/>
              </a:gdLst>
              <a:ahLst/>
              <a:cxnLst>
                <a:cxn ang="0">
                  <a:pos x="connsiteX0" y="connsiteY0"/>
                </a:cxn>
                <a:cxn ang="0">
                  <a:pos x="connsiteX1" y="connsiteY1"/>
                </a:cxn>
              </a:cxnLst>
              <a:rect l="l" t="t" r="r" b="b"/>
              <a:pathLst>
                <a:path w="19050" h="9525">
                  <a:moveTo>
                    <a:pt x="0" y="0"/>
                  </a:moveTo>
                  <a:lnTo>
                    <a:pt x="19050" y="0"/>
                  </a:lnTo>
                </a:path>
              </a:pathLst>
            </a:custGeom>
            <a:noFill/>
            <a:ln w="19050" cap="rnd">
              <a:solidFill>
                <a:schemeClr val="bg2"/>
              </a:solidFill>
              <a:prstDash val="solid"/>
              <a:round/>
            </a:ln>
          </p:spPr>
          <p:txBody>
            <a:bodyPr rtlCol="0" anchor="ctr"/>
            <a:lstStyle/>
            <a:p>
              <a:endParaRPr lang="en-US"/>
            </a:p>
          </p:txBody>
        </p:sp>
      </p:grpSp>
      <p:grpSp>
        <p:nvGrpSpPr>
          <p:cNvPr id="61" name="Group 60">
            <a:extLst>
              <a:ext uri="{FF2B5EF4-FFF2-40B4-BE49-F238E27FC236}">
                <a16:creationId xmlns:a16="http://schemas.microsoft.com/office/drawing/2014/main" id="{BE66DBEC-0831-4C1F-BB55-12B7BA7D6DF5}"/>
              </a:ext>
            </a:extLst>
          </p:cNvPr>
          <p:cNvGrpSpPr>
            <a:grpSpLocks noChangeAspect="1"/>
          </p:cNvGrpSpPr>
          <p:nvPr/>
        </p:nvGrpSpPr>
        <p:grpSpPr>
          <a:xfrm>
            <a:off x="5594698" y="2030505"/>
            <a:ext cx="1005840" cy="743141"/>
            <a:chOff x="5437867" y="1905528"/>
            <a:chExt cx="1237640" cy="914400"/>
          </a:xfrm>
        </p:grpSpPr>
        <p:sp>
          <p:nvSpPr>
            <p:cNvPr id="191" name="Freeform: Shape 190">
              <a:extLst>
                <a:ext uri="{FF2B5EF4-FFF2-40B4-BE49-F238E27FC236}">
                  <a16:creationId xmlns:a16="http://schemas.microsoft.com/office/drawing/2014/main" id="{7A661CA3-0AB2-4DFA-8A42-51BF83BC283A}"/>
                </a:ext>
              </a:extLst>
            </p:cNvPr>
            <p:cNvSpPr>
              <a:spLocks noChangeAspect="1"/>
            </p:cNvSpPr>
            <p:nvPr/>
          </p:nvSpPr>
          <p:spPr>
            <a:xfrm>
              <a:off x="5437867" y="1905528"/>
              <a:ext cx="1237640" cy="914400"/>
            </a:xfrm>
            <a:custGeom>
              <a:avLst/>
              <a:gdLst>
                <a:gd name="connsiteX0" fmla="*/ 198120 w 219046"/>
                <a:gd name="connsiteY0" fmla="*/ 81828 h 161837"/>
                <a:gd name="connsiteX1" fmla="*/ 192405 w 219046"/>
                <a:gd name="connsiteY1" fmla="*/ 50395 h 161837"/>
                <a:gd name="connsiteX2" fmla="*/ 162878 w 219046"/>
                <a:gd name="connsiteY2" fmla="*/ 38013 h 161837"/>
                <a:gd name="connsiteX3" fmla="*/ 99060 w 219046"/>
                <a:gd name="connsiteY3" fmla="*/ 865 h 161837"/>
                <a:gd name="connsiteX4" fmla="*/ 51435 w 219046"/>
                <a:gd name="connsiteY4" fmla="*/ 57063 h 161837"/>
                <a:gd name="connsiteX5" fmla="*/ 0 w 219046"/>
                <a:gd name="connsiteY5" fmla="*/ 109450 h 161837"/>
                <a:gd name="connsiteX6" fmla="*/ 52388 w 219046"/>
                <a:gd name="connsiteY6" fmla="*/ 161838 h 161837"/>
                <a:gd name="connsiteX7" fmla="*/ 176213 w 219046"/>
                <a:gd name="connsiteY7" fmla="*/ 161838 h 161837"/>
                <a:gd name="connsiteX8" fmla="*/ 217170 w 219046"/>
                <a:gd name="connsiteY8" fmla="*/ 130405 h 161837"/>
                <a:gd name="connsiteX9" fmla="*/ 198120 w 219046"/>
                <a:gd name="connsiteY9" fmla="*/ 81828 h 161837"/>
                <a:gd name="connsiteX10" fmla="*/ 198120 w 219046"/>
                <a:gd name="connsiteY10" fmla="*/ 81828 h 16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046" h="161837">
                  <a:moveTo>
                    <a:pt x="198120" y="81828"/>
                  </a:moveTo>
                  <a:cubicBezTo>
                    <a:pt x="201930" y="71350"/>
                    <a:pt x="200025" y="58968"/>
                    <a:pt x="192405" y="50395"/>
                  </a:cubicBezTo>
                  <a:cubicBezTo>
                    <a:pt x="185738" y="41823"/>
                    <a:pt x="174308" y="37060"/>
                    <a:pt x="162878" y="38013"/>
                  </a:cubicBezTo>
                  <a:cubicBezTo>
                    <a:pt x="153353" y="11343"/>
                    <a:pt x="126683" y="-3897"/>
                    <a:pt x="99060" y="865"/>
                  </a:cubicBezTo>
                  <a:cubicBezTo>
                    <a:pt x="71438" y="5628"/>
                    <a:pt x="51435" y="29440"/>
                    <a:pt x="51435" y="57063"/>
                  </a:cubicBezTo>
                  <a:cubicBezTo>
                    <a:pt x="23813" y="57063"/>
                    <a:pt x="0" y="80875"/>
                    <a:pt x="0" y="109450"/>
                  </a:cubicBezTo>
                  <a:cubicBezTo>
                    <a:pt x="0" y="138026"/>
                    <a:pt x="23813" y="161838"/>
                    <a:pt x="52388" y="161838"/>
                  </a:cubicBezTo>
                  <a:lnTo>
                    <a:pt x="176213" y="161838"/>
                  </a:lnTo>
                  <a:cubicBezTo>
                    <a:pt x="195263" y="161838"/>
                    <a:pt x="212408" y="148503"/>
                    <a:pt x="217170" y="130405"/>
                  </a:cubicBezTo>
                  <a:cubicBezTo>
                    <a:pt x="222885" y="111355"/>
                    <a:pt x="215265" y="92305"/>
                    <a:pt x="198120" y="81828"/>
                  </a:cubicBezTo>
                  <a:lnTo>
                    <a:pt x="198120" y="81828"/>
                  </a:lnTo>
                  <a:close/>
                </a:path>
              </a:pathLst>
            </a:custGeom>
            <a:solidFill>
              <a:schemeClr val="bg1">
                <a:lumMod val="95000"/>
              </a:schemeClr>
            </a:solidFill>
            <a:ln w="19050" cap="rnd">
              <a:solidFill>
                <a:srgbClr val="000000"/>
              </a:solidFill>
              <a:prstDash val="solid"/>
              <a:round/>
            </a:ln>
          </p:spPr>
          <p:txBody>
            <a:bodyPr rtlCol="0" anchor="ctr"/>
            <a:lstStyle/>
            <a:p>
              <a:endParaRPr lang="en-US" sz="1400"/>
            </a:p>
          </p:txBody>
        </p:sp>
        <p:sp>
          <p:nvSpPr>
            <p:cNvPr id="362" name="Cloud"/>
            <p:cNvSpPr>
              <a:spLocks noChangeAspect="1" noEditPoints="1" noChangeArrowheads="1"/>
            </p:cNvSpPr>
            <p:nvPr/>
          </p:nvSpPr>
          <p:spPr bwMode="auto">
            <a:xfrm>
              <a:off x="5779136" y="2210460"/>
              <a:ext cx="607506" cy="198820"/>
            </a:xfrm>
            <a:prstGeom prst="rect">
              <a:avLst/>
            </a:prstGeom>
            <a:noFill/>
            <a:ln w="9525">
              <a:noFill/>
              <a:miter lim="800000"/>
              <a:headEnd/>
              <a:tailEnd/>
            </a:ln>
            <a:effectLst/>
          </p:spPr>
          <p:txBody>
            <a:bodyPr wrap="none" lIns="0" tIns="0" rIns="0" bIns="0">
              <a:spAutoFit/>
            </a:bodyPr>
            <a:lstStyle/>
            <a:p>
              <a:pPr algn="ctr">
                <a:defRPr/>
              </a:pPr>
              <a:r>
                <a:rPr lang="en-US" sz="1050" b="1" dirty="0"/>
                <a:t>Internet</a:t>
              </a:r>
            </a:p>
          </p:txBody>
        </p:sp>
      </p:grpSp>
      <p:grpSp>
        <p:nvGrpSpPr>
          <p:cNvPr id="62" name="Group 61">
            <a:extLst>
              <a:ext uri="{FF2B5EF4-FFF2-40B4-BE49-F238E27FC236}">
                <a16:creationId xmlns:a16="http://schemas.microsoft.com/office/drawing/2014/main" id="{44C7C9A0-1CDE-4A73-81B1-69A713B64E13}"/>
              </a:ext>
            </a:extLst>
          </p:cNvPr>
          <p:cNvGrpSpPr>
            <a:grpSpLocks noChangeAspect="1"/>
          </p:cNvGrpSpPr>
          <p:nvPr/>
        </p:nvGrpSpPr>
        <p:grpSpPr>
          <a:xfrm>
            <a:off x="5594698" y="2520846"/>
            <a:ext cx="1005840" cy="743141"/>
            <a:chOff x="5437867" y="2414531"/>
            <a:chExt cx="1237640" cy="914400"/>
          </a:xfrm>
        </p:grpSpPr>
        <p:sp>
          <p:nvSpPr>
            <p:cNvPr id="193" name="Freeform: Shape 192">
              <a:extLst>
                <a:ext uri="{FF2B5EF4-FFF2-40B4-BE49-F238E27FC236}">
                  <a16:creationId xmlns:a16="http://schemas.microsoft.com/office/drawing/2014/main" id="{359FDF7D-CAED-4195-8A48-A103D2B6228A}"/>
                </a:ext>
              </a:extLst>
            </p:cNvPr>
            <p:cNvSpPr>
              <a:spLocks noChangeAspect="1"/>
            </p:cNvSpPr>
            <p:nvPr/>
          </p:nvSpPr>
          <p:spPr>
            <a:xfrm>
              <a:off x="5437867" y="2414531"/>
              <a:ext cx="1237640" cy="914400"/>
            </a:xfrm>
            <a:custGeom>
              <a:avLst/>
              <a:gdLst>
                <a:gd name="connsiteX0" fmla="*/ 198120 w 219046"/>
                <a:gd name="connsiteY0" fmla="*/ 81828 h 161837"/>
                <a:gd name="connsiteX1" fmla="*/ 192405 w 219046"/>
                <a:gd name="connsiteY1" fmla="*/ 50395 h 161837"/>
                <a:gd name="connsiteX2" fmla="*/ 162878 w 219046"/>
                <a:gd name="connsiteY2" fmla="*/ 38013 h 161837"/>
                <a:gd name="connsiteX3" fmla="*/ 99060 w 219046"/>
                <a:gd name="connsiteY3" fmla="*/ 865 h 161837"/>
                <a:gd name="connsiteX4" fmla="*/ 51435 w 219046"/>
                <a:gd name="connsiteY4" fmla="*/ 57063 h 161837"/>
                <a:gd name="connsiteX5" fmla="*/ 0 w 219046"/>
                <a:gd name="connsiteY5" fmla="*/ 109450 h 161837"/>
                <a:gd name="connsiteX6" fmla="*/ 52388 w 219046"/>
                <a:gd name="connsiteY6" fmla="*/ 161838 h 161837"/>
                <a:gd name="connsiteX7" fmla="*/ 176213 w 219046"/>
                <a:gd name="connsiteY7" fmla="*/ 161838 h 161837"/>
                <a:gd name="connsiteX8" fmla="*/ 217170 w 219046"/>
                <a:gd name="connsiteY8" fmla="*/ 130405 h 161837"/>
                <a:gd name="connsiteX9" fmla="*/ 198120 w 219046"/>
                <a:gd name="connsiteY9" fmla="*/ 81828 h 161837"/>
                <a:gd name="connsiteX10" fmla="*/ 198120 w 219046"/>
                <a:gd name="connsiteY10" fmla="*/ 81828 h 16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046" h="161837">
                  <a:moveTo>
                    <a:pt x="198120" y="81828"/>
                  </a:moveTo>
                  <a:cubicBezTo>
                    <a:pt x="201930" y="71350"/>
                    <a:pt x="200025" y="58968"/>
                    <a:pt x="192405" y="50395"/>
                  </a:cubicBezTo>
                  <a:cubicBezTo>
                    <a:pt x="185738" y="41823"/>
                    <a:pt x="174308" y="37060"/>
                    <a:pt x="162878" y="38013"/>
                  </a:cubicBezTo>
                  <a:cubicBezTo>
                    <a:pt x="153353" y="11343"/>
                    <a:pt x="126683" y="-3897"/>
                    <a:pt x="99060" y="865"/>
                  </a:cubicBezTo>
                  <a:cubicBezTo>
                    <a:pt x="71438" y="5628"/>
                    <a:pt x="51435" y="29440"/>
                    <a:pt x="51435" y="57063"/>
                  </a:cubicBezTo>
                  <a:cubicBezTo>
                    <a:pt x="23813" y="57063"/>
                    <a:pt x="0" y="80875"/>
                    <a:pt x="0" y="109450"/>
                  </a:cubicBezTo>
                  <a:cubicBezTo>
                    <a:pt x="0" y="138026"/>
                    <a:pt x="23813" y="161838"/>
                    <a:pt x="52388" y="161838"/>
                  </a:cubicBezTo>
                  <a:lnTo>
                    <a:pt x="176213" y="161838"/>
                  </a:lnTo>
                  <a:cubicBezTo>
                    <a:pt x="195263" y="161838"/>
                    <a:pt x="212408" y="148503"/>
                    <a:pt x="217170" y="130405"/>
                  </a:cubicBezTo>
                  <a:cubicBezTo>
                    <a:pt x="222885" y="111355"/>
                    <a:pt x="215265" y="92305"/>
                    <a:pt x="198120" y="81828"/>
                  </a:cubicBezTo>
                  <a:lnTo>
                    <a:pt x="198120" y="81828"/>
                  </a:lnTo>
                  <a:close/>
                </a:path>
              </a:pathLst>
            </a:custGeom>
            <a:solidFill>
              <a:schemeClr val="bg1">
                <a:lumMod val="95000"/>
              </a:schemeClr>
            </a:solidFill>
            <a:ln w="19050" cap="rnd">
              <a:solidFill>
                <a:srgbClr val="000000"/>
              </a:solidFill>
              <a:prstDash val="solid"/>
              <a:round/>
            </a:ln>
          </p:spPr>
          <p:txBody>
            <a:bodyPr rtlCol="0" anchor="ctr"/>
            <a:lstStyle/>
            <a:p>
              <a:endParaRPr lang="en-US" sz="1400"/>
            </a:p>
          </p:txBody>
        </p:sp>
        <p:sp>
          <p:nvSpPr>
            <p:cNvPr id="363" name="Cloud"/>
            <p:cNvSpPr>
              <a:spLocks noEditPoints="1" noChangeArrowheads="1"/>
            </p:cNvSpPr>
            <p:nvPr/>
          </p:nvSpPr>
          <p:spPr bwMode="auto">
            <a:xfrm>
              <a:off x="5508047" y="2715899"/>
              <a:ext cx="1097280" cy="553998"/>
            </a:xfrm>
            <a:prstGeom prst="rect">
              <a:avLst/>
            </a:prstGeom>
            <a:noFill/>
            <a:ln w="9525">
              <a:noFill/>
              <a:miter lim="800000"/>
              <a:headEnd/>
              <a:tailEnd/>
            </a:ln>
            <a:effectLst/>
          </p:spPr>
          <p:txBody>
            <a:bodyPr lIns="0" tIns="0" rIns="0" bIns="0">
              <a:noAutofit/>
            </a:bodyPr>
            <a:lstStyle/>
            <a:p>
              <a:pPr algn="ctr">
                <a:buNone/>
                <a:defRPr/>
              </a:pPr>
              <a:r>
                <a:rPr lang="en-US" sz="1050" b="1" dirty="0"/>
                <a:t>Datawire Secure Transport</a:t>
              </a:r>
            </a:p>
          </p:txBody>
        </p:sp>
      </p:grpSp>
      <p:pic>
        <p:nvPicPr>
          <p:cNvPr id="3" name="Picture 2">
            <a:extLst>
              <a:ext uri="{FF2B5EF4-FFF2-40B4-BE49-F238E27FC236}">
                <a16:creationId xmlns:a16="http://schemas.microsoft.com/office/drawing/2014/main" id="{79A1AD65-D8E2-4430-8579-BC5D0893559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258661" y="1960418"/>
            <a:ext cx="762384" cy="702498"/>
          </a:xfrm>
          <a:prstGeom prst="rect">
            <a:avLst/>
          </a:prstGeom>
        </p:spPr>
      </p:pic>
    </p:spTree>
    <p:extLst>
      <p:ext uri="{BB962C8B-B14F-4D97-AF65-F5344CB8AC3E}">
        <p14:creationId xmlns:p14="http://schemas.microsoft.com/office/powerpoint/2010/main" val="49962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a:extLst>
              <a:ext uri="{FF2B5EF4-FFF2-40B4-BE49-F238E27FC236}">
                <a16:creationId xmlns:a16="http://schemas.microsoft.com/office/drawing/2014/main" id="{68547A1D-3F26-40BC-855A-DD94996FFC32}"/>
              </a:ext>
            </a:extLst>
          </p:cNvPr>
          <p:cNvSpPr/>
          <p:nvPr/>
        </p:nvSpPr>
        <p:spPr>
          <a:xfrm>
            <a:off x="457200" y="5210965"/>
            <a:ext cx="11277600" cy="1113635"/>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 </a:t>
            </a:r>
            <a:r>
              <a:rPr lang="en-US" dirty="0" err="1"/>
              <a:t>Datawire</a:t>
            </a:r>
            <a:r>
              <a:rPr lang="en-US" dirty="0"/>
              <a:t> Secure Transport solutions work with the current host specification</a:t>
            </a:r>
            <a:br>
              <a:rPr lang="en-US" dirty="0"/>
            </a:br>
            <a:r>
              <a:rPr lang="en-US" dirty="0"/>
              <a:t>message, as </a:t>
            </a:r>
            <a:r>
              <a:rPr lang="en-US" dirty="0" err="1"/>
              <a:t>Datawire</a:t>
            </a:r>
            <a:r>
              <a:rPr lang="en-US" dirty="0"/>
              <a:t> Secure Transport is purely a transport option wrapping</a:t>
            </a:r>
            <a:br>
              <a:rPr lang="en-US" dirty="0"/>
            </a:br>
            <a:r>
              <a:rPr lang="en-US" dirty="0"/>
              <a:t>each transaction with secure routing and authentication.</a:t>
            </a:r>
          </a:p>
        </p:txBody>
      </p:sp>
      <p:sp>
        <p:nvSpPr>
          <p:cNvPr id="112" name="!!GreyRibbon">
            <a:extLst>
              <a:ext uri="{FF2B5EF4-FFF2-40B4-BE49-F238E27FC236}">
                <a16:creationId xmlns:a16="http://schemas.microsoft.com/office/drawing/2014/main" id="{7A75454B-7F6F-4143-B6B7-25B0742CB140}"/>
              </a:ext>
            </a:extLst>
          </p:cNvPr>
          <p:cNvSpPr/>
          <p:nvPr/>
        </p:nvSpPr>
        <p:spPr>
          <a:xfrm rot="5400000" flipH="1">
            <a:off x="4063316" y="-2471651"/>
            <a:ext cx="4065368" cy="11277601"/>
          </a:xfrm>
          <a:prstGeom prst="rect">
            <a:avLst/>
          </a:prstGeom>
          <a:solidFill>
            <a:schemeClr val="bg1">
              <a:lumMod val="95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solidFill>
                <a:srgbClr val="FFFFFF"/>
              </a:solidFill>
              <a:latin typeface="Univers for Fiserv 55"/>
            </a:endParaRPr>
          </a:p>
        </p:txBody>
      </p:sp>
      <p:sp>
        <p:nvSpPr>
          <p:cNvPr id="2" name="Title 1">
            <a:extLst>
              <a:ext uri="{FF2B5EF4-FFF2-40B4-BE49-F238E27FC236}">
                <a16:creationId xmlns:a16="http://schemas.microsoft.com/office/drawing/2014/main" id="{7C1F81DC-EE18-4177-B908-79E1F0CFD71C}"/>
              </a:ext>
            </a:extLst>
          </p:cNvPr>
          <p:cNvSpPr>
            <a:spLocks noGrp="1"/>
          </p:cNvSpPr>
          <p:nvPr>
            <p:ph type="title"/>
          </p:nvPr>
        </p:nvSpPr>
        <p:spPr/>
        <p:txBody>
          <a:bodyPr/>
          <a:lstStyle/>
          <a:p>
            <a:r>
              <a:rPr lang="en-US" dirty="0" err="1"/>
              <a:t>Datawire</a:t>
            </a:r>
            <a:r>
              <a:rPr lang="en-US" dirty="0"/>
              <a:t> Secure Transport</a:t>
            </a:r>
          </a:p>
        </p:txBody>
      </p:sp>
      <p:sp>
        <p:nvSpPr>
          <p:cNvPr id="111" name="SolidOrange">
            <a:extLst>
              <a:ext uri="{FF2B5EF4-FFF2-40B4-BE49-F238E27FC236}">
                <a16:creationId xmlns:a16="http://schemas.microsoft.com/office/drawing/2014/main" id="{3E13480E-5887-4B00-BFCE-12987DED8277}"/>
              </a:ext>
            </a:extLst>
          </p:cNvPr>
          <p:cNvSpPr/>
          <p:nvPr/>
        </p:nvSpPr>
        <p:spPr>
          <a:xfrm>
            <a:off x="4285173" y="1386625"/>
            <a:ext cx="3637508" cy="3637508"/>
          </a:xfrm>
          <a:prstGeom prst="ellipse">
            <a:avLst/>
          </a:prstGeom>
          <a:gradFill>
            <a:gsLst>
              <a:gs pos="53000">
                <a:schemeClr val="bg1"/>
              </a:gs>
              <a:gs pos="0">
                <a:srgbClr val="E6E6E6"/>
              </a:gs>
            </a:gsLst>
            <a:lin ang="13500000" scaled="1"/>
          </a:gradFill>
          <a:ln>
            <a:solidFill>
              <a:schemeClr val="bg1">
                <a:lumMod val="75000"/>
              </a:schemeClr>
            </a:solidFill>
          </a:ln>
          <a:effectLst>
            <a:outerShdw blurRad="3556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grpSp>
        <p:nvGrpSpPr>
          <p:cNvPr id="107" name="Group 106">
            <a:extLst>
              <a:ext uri="{FF2B5EF4-FFF2-40B4-BE49-F238E27FC236}">
                <a16:creationId xmlns:a16="http://schemas.microsoft.com/office/drawing/2014/main" id="{95B7FE5E-7347-4192-B50A-AFD6578FDB46}"/>
              </a:ext>
            </a:extLst>
          </p:cNvPr>
          <p:cNvGrpSpPr/>
          <p:nvPr/>
        </p:nvGrpSpPr>
        <p:grpSpPr>
          <a:xfrm>
            <a:off x="3190159" y="1137187"/>
            <a:ext cx="4881557" cy="4037843"/>
            <a:chOff x="2365585" y="1116209"/>
            <a:chExt cx="6308824" cy="5218425"/>
          </a:xfrm>
        </p:grpSpPr>
        <p:sp>
          <p:nvSpPr>
            <p:cNvPr id="67" name="Oval 66">
              <a:extLst>
                <a:ext uri="{FF2B5EF4-FFF2-40B4-BE49-F238E27FC236}">
                  <a16:creationId xmlns:a16="http://schemas.microsoft.com/office/drawing/2014/main" id="{AD9923E0-0A64-43AC-840D-C7027C7BBD07}"/>
                </a:ext>
              </a:extLst>
            </p:cNvPr>
            <p:cNvSpPr/>
            <p:nvPr/>
          </p:nvSpPr>
          <p:spPr>
            <a:xfrm>
              <a:off x="3791736" y="1451826"/>
              <a:ext cx="4716569" cy="4709531"/>
            </a:xfrm>
            <a:prstGeom prst="ellipse">
              <a:avLst/>
            </a:prstGeom>
            <a:solidFill>
              <a:schemeClr val="bg1"/>
            </a:solidFill>
            <a:ln w="9525">
              <a:solidFill>
                <a:srgbClr val="FF66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0"/>
                </a:spcBef>
                <a:buClrTx/>
                <a:buSzTx/>
                <a:buNone/>
              </a:pPr>
              <a:endParaRPr lang="en-US" sz="2000" b="1" kern="1200" dirty="0">
                <a:solidFill>
                  <a:prstClr val="white"/>
                </a:solidFill>
                <a:latin typeface="Arial" panose="020B0604020202020204"/>
                <a:cs typeface="Arial"/>
              </a:endParaRPr>
            </a:p>
          </p:txBody>
        </p:sp>
        <p:grpSp>
          <p:nvGrpSpPr>
            <p:cNvPr id="81" name="Group 80">
              <a:extLst>
                <a:ext uri="{FF2B5EF4-FFF2-40B4-BE49-F238E27FC236}">
                  <a16:creationId xmlns:a16="http://schemas.microsoft.com/office/drawing/2014/main" id="{F605A2EA-B411-468B-AF24-856ED4E18BF6}"/>
                </a:ext>
              </a:extLst>
            </p:cNvPr>
            <p:cNvGrpSpPr/>
            <p:nvPr/>
          </p:nvGrpSpPr>
          <p:grpSpPr>
            <a:xfrm>
              <a:off x="3943352" y="1625103"/>
              <a:ext cx="4716569" cy="4709531"/>
              <a:chOff x="9660641" y="167483"/>
              <a:chExt cx="2074159" cy="2071064"/>
            </a:xfrm>
          </p:grpSpPr>
          <p:sp>
            <p:nvSpPr>
              <p:cNvPr id="82" name="Freeform 5">
                <a:extLst>
                  <a:ext uri="{FF2B5EF4-FFF2-40B4-BE49-F238E27FC236}">
                    <a16:creationId xmlns:a16="http://schemas.microsoft.com/office/drawing/2014/main" id="{CD4D2670-AFFB-402C-A009-507DE450AD33}"/>
                  </a:ext>
                </a:extLst>
              </p:cNvPr>
              <p:cNvSpPr>
                <a:spLocks/>
              </p:cNvSpPr>
              <p:nvPr/>
            </p:nvSpPr>
            <p:spPr bwMode="auto">
              <a:xfrm>
                <a:off x="10628867" y="167483"/>
                <a:ext cx="1105933" cy="1450172"/>
              </a:xfrm>
              <a:custGeom>
                <a:avLst/>
                <a:gdLst>
                  <a:gd name="T0" fmla="*/ 6538 w 8623"/>
                  <a:gd name="T1" fmla="*/ 11323 h 11323"/>
                  <a:gd name="T2" fmla="*/ 3775 w 8623"/>
                  <a:gd name="T3" fmla="*/ 1011 h 11323"/>
                  <a:gd name="T4" fmla="*/ 0 w 8623"/>
                  <a:gd name="T5" fmla="*/ 0 h 11323"/>
                  <a:gd name="T6" fmla="*/ 0 w 8623"/>
                  <a:gd name="T7" fmla="*/ 3095 h 11323"/>
                  <a:gd name="T8" fmla="*/ 4454 w 8623"/>
                  <a:gd name="T9" fmla="*/ 7549 h 11323"/>
                  <a:gd name="T10" fmla="*/ 3858 w 8623"/>
                  <a:gd name="T11" fmla="*/ 9776 h 11323"/>
                  <a:gd name="T12" fmla="*/ 6538 w 8623"/>
                  <a:gd name="T13" fmla="*/ 11323 h 11323"/>
                </a:gdLst>
                <a:ahLst/>
                <a:cxnLst>
                  <a:cxn ang="0">
                    <a:pos x="T0" y="T1"/>
                  </a:cxn>
                  <a:cxn ang="0">
                    <a:pos x="T2" y="T3"/>
                  </a:cxn>
                  <a:cxn ang="0">
                    <a:pos x="T4" y="T5"/>
                  </a:cxn>
                  <a:cxn ang="0">
                    <a:pos x="T6" y="T7"/>
                  </a:cxn>
                  <a:cxn ang="0">
                    <a:pos x="T8" y="T9"/>
                  </a:cxn>
                  <a:cxn ang="0">
                    <a:pos x="T10" y="T11"/>
                  </a:cxn>
                  <a:cxn ang="0">
                    <a:pos x="T12" y="T13"/>
                  </a:cxn>
                </a:cxnLst>
                <a:rect l="0" t="0" r="r" b="b"/>
                <a:pathLst>
                  <a:path w="8623" h="11323">
                    <a:moveTo>
                      <a:pt x="6538" y="11323"/>
                    </a:moveTo>
                    <a:cubicBezTo>
                      <a:pt x="8623" y="7713"/>
                      <a:pt x="7385" y="3096"/>
                      <a:pt x="3775" y="1011"/>
                    </a:cubicBezTo>
                    <a:cubicBezTo>
                      <a:pt x="2627" y="348"/>
                      <a:pt x="1325" y="0"/>
                      <a:pt x="0" y="0"/>
                    </a:cubicBezTo>
                    <a:lnTo>
                      <a:pt x="0" y="3095"/>
                    </a:lnTo>
                    <a:cubicBezTo>
                      <a:pt x="2460" y="3095"/>
                      <a:pt x="4454" y="5089"/>
                      <a:pt x="4454" y="7549"/>
                    </a:cubicBezTo>
                    <a:cubicBezTo>
                      <a:pt x="4454" y="8331"/>
                      <a:pt x="4248" y="9099"/>
                      <a:pt x="3858" y="9776"/>
                    </a:cubicBezTo>
                    <a:lnTo>
                      <a:pt x="6538" y="11323"/>
                    </a:lnTo>
                    <a:close/>
                  </a:path>
                </a:pathLst>
              </a:custGeom>
              <a:solidFill>
                <a:schemeClr val="accent4"/>
              </a:solidFill>
              <a:ln w="9525">
                <a:solidFill>
                  <a:schemeClr val="bg1"/>
                </a:solidFill>
                <a:prstDash val="solid"/>
                <a:round/>
                <a:headEnd/>
                <a:tailEnd/>
              </a:ln>
            </p:spPr>
            <p:txBody>
              <a:bodyPr vert="horz" wrap="square" lIns="91416" tIns="45708" rIns="91416" bIns="45708" numCol="1" anchor="t" anchorCtr="0" compatLnSpc="1">
                <a:prstTxWarp prst="textNoShape">
                  <a:avLst/>
                </a:prstTxWarp>
              </a:bodyPr>
              <a:lstStyle/>
              <a:p>
                <a:pPr defTabSz="914126">
                  <a:spcBef>
                    <a:spcPts val="0"/>
                  </a:spcBef>
                  <a:buClrTx/>
                  <a:buSzTx/>
                  <a:buNone/>
                </a:pPr>
                <a:endParaRPr lang="en-US" sz="2000" b="1" kern="1200" dirty="0">
                  <a:solidFill>
                    <a:prstClr val="black"/>
                  </a:solidFill>
                  <a:latin typeface="Arial" panose="020B0604020202020204"/>
                  <a:cs typeface="Arial"/>
                </a:endParaRPr>
              </a:p>
            </p:txBody>
          </p:sp>
          <p:sp>
            <p:nvSpPr>
              <p:cNvPr id="83" name="Freeform 6">
                <a:extLst>
                  <a:ext uri="{FF2B5EF4-FFF2-40B4-BE49-F238E27FC236}">
                    <a16:creationId xmlns:a16="http://schemas.microsoft.com/office/drawing/2014/main" id="{15D93362-FFC8-4A03-80C3-ABE05580F358}"/>
                  </a:ext>
                </a:extLst>
              </p:cNvPr>
              <p:cNvSpPr>
                <a:spLocks/>
              </p:cNvSpPr>
              <p:nvPr/>
            </p:nvSpPr>
            <p:spPr bwMode="auto">
              <a:xfrm>
                <a:off x="9790877" y="1419953"/>
                <a:ext cx="1677048" cy="818594"/>
              </a:xfrm>
              <a:custGeom>
                <a:avLst/>
                <a:gdLst>
                  <a:gd name="T0" fmla="*/ 0 w 13075"/>
                  <a:gd name="T1" fmla="*/ 1547 h 6395"/>
                  <a:gd name="T2" fmla="*/ 10312 w 13075"/>
                  <a:gd name="T3" fmla="*/ 4310 h 6395"/>
                  <a:gd name="T4" fmla="*/ 13075 w 13075"/>
                  <a:gd name="T5" fmla="*/ 1547 h 6395"/>
                  <a:gd name="T6" fmla="*/ 10395 w 13075"/>
                  <a:gd name="T7" fmla="*/ 0 h 6395"/>
                  <a:gd name="T8" fmla="*/ 4310 w 13075"/>
                  <a:gd name="T9" fmla="*/ 1630 h 6395"/>
                  <a:gd name="T10" fmla="*/ 2680 w 13075"/>
                  <a:gd name="T11" fmla="*/ 0 h 6395"/>
                  <a:gd name="T12" fmla="*/ 0 w 13075"/>
                  <a:gd name="T13" fmla="*/ 1547 h 6395"/>
                </a:gdLst>
                <a:ahLst/>
                <a:cxnLst>
                  <a:cxn ang="0">
                    <a:pos x="T0" y="T1"/>
                  </a:cxn>
                  <a:cxn ang="0">
                    <a:pos x="T2" y="T3"/>
                  </a:cxn>
                  <a:cxn ang="0">
                    <a:pos x="T4" y="T5"/>
                  </a:cxn>
                  <a:cxn ang="0">
                    <a:pos x="T6" y="T7"/>
                  </a:cxn>
                  <a:cxn ang="0">
                    <a:pos x="T8" y="T9"/>
                  </a:cxn>
                  <a:cxn ang="0">
                    <a:pos x="T10" y="T11"/>
                  </a:cxn>
                  <a:cxn ang="0">
                    <a:pos x="T12" y="T13"/>
                  </a:cxn>
                </a:cxnLst>
                <a:rect l="0" t="0" r="r" b="b"/>
                <a:pathLst>
                  <a:path w="13075" h="6395">
                    <a:moveTo>
                      <a:pt x="0" y="1547"/>
                    </a:moveTo>
                    <a:cubicBezTo>
                      <a:pt x="2084" y="5158"/>
                      <a:pt x="6701" y="6395"/>
                      <a:pt x="10312" y="4310"/>
                    </a:cubicBezTo>
                    <a:cubicBezTo>
                      <a:pt x="11459" y="3648"/>
                      <a:pt x="12412" y="2695"/>
                      <a:pt x="13075" y="1547"/>
                    </a:cubicBezTo>
                    <a:lnTo>
                      <a:pt x="10395" y="0"/>
                    </a:lnTo>
                    <a:cubicBezTo>
                      <a:pt x="9165" y="2130"/>
                      <a:pt x="6441" y="2860"/>
                      <a:pt x="4310" y="1630"/>
                    </a:cubicBezTo>
                    <a:cubicBezTo>
                      <a:pt x="3633" y="1239"/>
                      <a:pt x="3071" y="677"/>
                      <a:pt x="2680" y="0"/>
                    </a:cubicBezTo>
                    <a:lnTo>
                      <a:pt x="0" y="1547"/>
                    </a:lnTo>
                    <a:close/>
                  </a:path>
                </a:pathLst>
              </a:custGeom>
              <a:solidFill>
                <a:srgbClr val="FF6600"/>
              </a:solidFill>
              <a:ln w="9525">
                <a:solidFill>
                  <a:schemeClr val="bg1"/>
                </a:solidFill>
                <a:prstDash val="solid"/>
                <a:round/>
                <a:headEnd/>
                <a:tailEnd/>
              </a:ln>
            </p:spPr>
            <p:txBody>
              <a:bodyPr vert="horz" wrap="square" lIns="91416" tIns="45708" rIns="91416" bIns="45708" numCol="1" anchor="t" anchorCtr="0" compatLnSpc="1">
                <a:prstTxWarp prst="textNoShape">
                  <a:avLst/>
                </a:prstTxWarp>
              </a:bodyPr>
              <a:lstStyle/>
              <a:p>
                <a:pPr defTabSz="914126">
                  <a:spcBef>
                    <a:spcPts val="0"/>
                  </a:spcBef>
                  <a:buClrTx/>
                  <a:buSzTx/>
                  <a:buNone/>
                </a:pPr>
                <a:endParaRPr lang="en-US" sz="2000" b="1" kern="1200" dirty="0">
                  <a:solidFill>
                    <a:prstClr val="black"/>
                  </a:solidFill>
                  <a:latin typeface="Arial" panose="020B0604020202020204"/>
                  <a:cs typeface="Arial"/>
                </a:endParaRPr>
              </a:p>
            </p:txBody>
          </p:sp>
          <p:sp>
            <p:nvSpPr>
              <p:cNvPr id="84" name="Freeform 7">
                <a:extLst>
                  <a:ext uri="{FF2B5EF4-FFF2-40B4-BE49-F238E27FC236}">
                    <a16:creationId xmlns:a16="http://schemas.microsoft.com/office/drawing/2014/main" id="{0E58EDF8-C8A6-4BAD-A4FA-6CE40600889A}"/>
                  </a:ext>
                </a:extLst>
              </p:cNvPr>
              <p:cNvSpPr>
                <a:spLocks/>
              </p:cNvSpPr>
              <p:nvPr/>
            </p:nvSpPr>
            <p:spPr bwMode="auto">
              <a:xfrm>
                <a:off x="9660641" y="167483"/>
                <a:ext cx="968226" cy="1450172"/>
              </a:xfrm>
              <a:custGeom>
                <a:avLst/>
                <a:gdLst>
                  <a:gd name="T0" fmla="*/ 15098 w 15098"/>
                  <a:gd name="T1" fmla="*/ 0 h 22647"/>
                  <a:gd name="T2" fmla="*/ 0 w 15098"/>
                  <a:gd name="T3" fmla="*/ 15098 h 22647"/>
                  <a:gd name="T4" fmla="*/ 2023 w 15098"/>
                  <a:gd name="T5" fmla="*/ 22647 h 22647"/>
                  <a:gd name="T6" fmla="*/ 7384 w 15098"/>
                  <a:gd name="T7" fmla="*/ 19552 h 22647"/>
                  <a:gd name="T8" fmla="*/ 10644 w 15098"/>
                  <a:gd name="T9" fmla="*/ 7384 h 22647"/>
                  <a:gd name="T10" fmla="*/ 15098 w 15098"/>
                  <a:gd name="T11" fmla="*/ 6190 h 22647"/>
                  <a:gd name="T12" fmla="*/ 15098 w 15098"/>
                  <a:gd name="T13" fmla="*/ 0 h 22647"/>
                </a:gdLst>
                <a:ahLst/>
                <a:cxnLst>
                  <a:cxn ang="0">
                    <a:pos x="T0" y="T1"/>
                  </a:cxn>
                  <a:cxn ang="0">
                    <a:pos x="T2" y="T3"/>
                  </a:cxn>
                  <a:cxn ang="0">
                    <a:pos x="T4" y="T5"/>
                  </a:cxn>
                  <a:cxn ang="0">
                    <a:pos x="T6" y="T7"/>
                  </a:cxn>
                  <a:cxn ang="0">
                    <a:pos x="T8" y="T9"/>
                  </a:cxn>
                  <a:cxn ang="0">
                    <a:pos x="T10" y="T11"/>
                  </a:cxn>
                  <a:cxn ang="0">
                    <a:pos x="T12" y="T13"/>
                  </a:cxn>
                </a:cxnLst>
                <a:rect l="0" t="0" r="r" b="b"/>
                <a:pathLst>
                  <a:path w="15098" h="22647">
                    <a:moveTo>
                      <a:pt x="15098" y="0"/>
                    </a:moveTo>
                    <a:cubicBezTo>
                      <a:pt x="6760" y="0"/>
                      <a:pt x="0" y="6760"/>
                      <a:pt x="0" y="15098"/>
                    </a:cubicBezTo>
                    <a:cubicBezTo>
                      <a:pt x="0" y="17748"/>
                      <a:pt x="698" y="20352"/>
                      <a:pt x="2023" y="22647"/>
                    </a:cubicBezTo>
                    <a:lnTo>
                      <a:pt x="7384" y="19552"/>
                    </a:lnTo>
                    <a:cubicBezTo>
                      <a:pt x="4924" y="15291"/>
                      <a:pt x="6384" y="9843"/>
                      <a:pt x="10644" y="7384"/>
                    </a:cubicBezTo>
                    <a:cubicBezTo>
                      <a:pt x="11998" y="6602"/>
                      <a:pt x="13534" y="6190"/>
                      <a:pt x="15098" y="6190"/>
                    </a:cubicBezTo>
                    <a:lnTo>
                      <a:pt x="15098" y="0"/>
                    </a:lnTo>
                    <a:close/>
                  </a:path>
                </a:pathLst>
              </a:custGeom>
              <a:solidFill>
                <a:schemeClr val="accent1"/>
              </a:solidFill>
              <a:ln w="9525">
                <a:solidFill>
                  <a:schemeClr val="bg1"/>
                </a:solidFill>
                <a:prstDash val="solid"/>
                <a:round/>
                <a:headEnd/>
                <a:tailEnd/>
              </a:ln>
            </p:spPr>
            <p:txBody>
              <a:bodyPr vert="horz" wrap="square" lIns="91416" tIns="45708" rIns="91416" bIns="45708" numCol="1" anchor="t" anchorCtr="0" compatLnSpc="1">
                <a:prstTxWarp prst="textNoShape">
                  <a:avLst/>
                </a:prstTxWarp>
              </a:bodyPr>
              <a:lstStyle/>
              <a:p>
                <a:pPr defTabSz="914126">
                  <a:spcBef>
                    <a:spcPts val="0"/>
                  </a:spcBef>
                  <a:buClrTx/>
                  <a:buSzTx/>
                  <a:buNone/>
                </a:pPr>
                <a:endParaRPr lang="en-US" sz="2000" b="1" kern="1200" dirty="0">
                  <a:solidFill>
                    <a:prstClr val="black"/>
                  </a:solidFill>
                  <a:latin typeface="Arial" panose="020B0604020202020204"/>
                  <a:cs typeface="Arial"/>
                </a:endParaRPr>
              </a:p>
            </p:txBody>
          </p:sp>
        </p:grpSp>
        <p:sp>
          <p:nvSpPr>
            <p:cNvPr id="99" name="TextBox 98">
              <a:extLst>
                <a:ext uri="{FF2B5EF4-FFF2-40B4-BE49-F238E27FC236}">
                  <a16:creationId xmlns:a16="http://schemas.microsoft.com/office/drawing/2014/main" id="{9B06CC5F-B6FB-4D88-B661-A24FADB6DD57}"/>
                </a:ext>
              </a:extLst>
            </p:cNvPr>
            <p:cNvSpPr txBox="1"/>
            <p:nvPr/>
          </p:nvSpPr>
          <p:spPr>
            <a:xfrm>
              <a:off x="4991477" y="3031996"/>
              <a:ext cx="2201715" cy="1477328"/>
            </a:xfrm>
            <a:prstGeom prst="rect">
              <a:avLst/>
            </a:prstGeom>
            <a:noFill/>
          </p:spPr>
          <p:txBody>
            <a:bodyPr wrap="square" lIns="0" tIns="0" rIns="0" bIns="0">
              <a:spAutoFit/>
            </a:bodyPr>
            <a:lstStyle/>
            <a:p>
              <a:pPr lvl="0" algn="ctr" fontAlgn="base">
                <a:spcBef>
                  <a:spcPts val="300"/>
                </a:spcBef>
                <a:spcAft>
                  <a:spcPts val="300"/>
                </a:spcAft>
                <a:buClrTx/>
                <a:buSzTx/>
                <a:buNone/>
              </a:pPr>
              <a:r>
                <a:rPr lang="en-US" sz="2000" b="1" dirty="0" err="1">
                  <a:latin typeface="Arial" charset="0"/>
                  <a:ea typeface="ＭＳ Ｐゴシック"/>
                </a:rPr>
                <a:t>Datawire</a:t>
              </a:r>
              <a:r>
                <a:rPr lang="en-US" sz="2000" b="1" dirty="0">
                  <a:latin typeface="Arial" charset="0"/>
                  <a:ea typeface="ＭＳ Ｐゴシック"/>
                </a:rPr>
                <a:t> Secure Transport Network</a:t>
              </a:r>
            </a:p>
          </p:txBody>
        </p:sp>
        <p:grpSp>
          <p:nvGrpSpPr>
            <p:cNvPr id="101" name="Group 100">
              <a:extLst>
                <a:ext uri="{FF2B5EF4-FFF2-40B4-BE49-F238E27FC236}">
                  <a16:creationId xmlns:a16="http://schemas.microsoft.com/office/drawing/2014/main" id="{61F26F58-D49C-486F-B872-F60B4A6EE6C3}"/>
                </a:ext>
              </a:extLst>
            </p:cNvPr>
            <p:cNvGrpSpPr/>
            <p:nvPr/>
          </p:nvGrpSpPr>
          <p:grpSpPr>
            <a:xfrm>
              <a:off x="2365585" y="1116209"/>
              <a:ext cx="6308824" cy="5201517"/>
              <a:chOff x="2365585" y="1116209"/>
              <a:chExt cx="6308824" cy="5201517"/>
            </a:xfrm>
          </p:grpSpPr>
          <p:sp>
            <p:nvSpPr>
              <p:cNvPr id="102" name="TextBox 101">
                <a:extLst>
                  <a:ext uri="{FF2B5EF4-FFF2-40B4-BE49-F238E27FC236}">
                    <a16:creationId xmlns:a16="http://schemas.microsoft.com/office/drawing/2014/main" id="{656B6F3A-B534-4522-AC47-24C6A6832A84}"/>
                  </a:ext>
                </a:extLst>
              </p:cNvPr>
              <p:cNvSpPr txBox="1"/>
              <p:nvPr/>
            </p:nvSpPr>
            <p:spPr>
              <a:xfrm rot="3930143">
                <a:off x="3077280" y="1420344"/>
                <a:ext cx="4185687" cy="5609078"/>
              </a:xfrm>
              <a:prstGeom prst="rect">
                <a:avLst/>
              </a:prstGeom>
              <a:noFill/>
            </p:spPr>
            <p:txBody>
              <a:bodyPr wrap="square">
                <a:prstTxWarp prst="textArchUp">
                  <a:avLst/>
                </a:prstTxWarp>
                <a:spAutoFit/>
              </a:bodyPr>
              <a:lstStyle/>
              <a:p>
                <a:pPr algn="ctr"/>
                <a:r>
                  <a:rPr lang="en-US" sz="2000" b="1" dirty="0">
                    <a:solidFill>
                      <a:schemeClr val="bg1"/>
                    </a:solidFill>
                  </a:rPr>
                  <a:t>NAM</a:t>
                </a:r>
              </a:p>
            </p:txBody>
          </p:sp>
          <p:sp>
            <p:nvSpPr>
              <p:cNvPr id="103" name="TextBox 102">
                <a:extLst>
                  <a:ext uri="{FF2B5EF4-FFF2-40B4-BE49-F238E27FC236}">
                    <a16:creationId xmlns:a16="http://schemas.microsoft.com/office/drawing/2014/main" id="{6FF53921-FC3D-458B-8DEE-48632DCF8B61}"/>
                  </a:ext>
                </a:extLst>
              </p:cNvPr>
              <p:cNvSpPr txBox="1"/>
              <p:nvPr/>
            </p:nvSpPr>
            <p:spPr>
              <a:xfrm rot="17892574">
                <a:off x="4511961" y="1869517"/>
                <a:ext cx="4185687" cy="4139209"/>
              </a:xfrm>
              <a:prstGeom prst="rect">
                <a:avLst/>
              </a:prstGeom>
              <a:noFill/>
            </p:spPr>
            <p:txBody>
              <a:bodyPr wrap="square">
                <a:prstTxWarp prst="textArchUp">
                  <a:avLst/>
                </a:prstTxWarp>
                <a:spAutoFit/>
              </a:bodyPr>
              <a:lstStyle/>
              <a:p>
                <a:pPr algn="ctr"/>
                <a:r>
                  <a:rPr lang="en-US" sz="2000" b="1" dirty="0">
                    <a:solidFill>
                      <a:schemeClr val="bg1"/>
                    </a:solidFill>
                  </a:rPr>
                  <a:t>API</a:t>
                </a:r>
              </a:p>
            </p:txBody>
          </p:sp>
          <p:sp>
            <p:nvSpPr>
              <p:cNvPr id="104" name="TextBox 103">
                <a:extLst>
                  <a:ext uri="{FF2B5EF4-FFF2-40B4-BE49-F238E27FC236}">
                    <a16:creationId xmlns:a16="http://schemas.microsoft.com/office/drawing/2014/main" id="{7DE00DB5-9062-4227-B24F-3CD977123791}"/>
                  </a:ext>
                </a:extLst>
              </p:cNvPr>
              <p:cNvSpPr txBox="1"/>
              <p:nvPr/>
            </p:nvSpPr>
            <p:spPr>
              <a:xfrm>
                <a:off x="4408827" y="1116209"/>
                <a:ext cx="3632881" cy="4538440"/>
              </a:xfrm>
              <a:prstGeom prst="rect">
                <a:avLst/>
              </a:prstGeom>
              <a:noFill/>
            </p:spPr>
            <p:txBody>
              <a:bodyPr wrap="square">
                <a:prstTxWarp prst="textArchDown">
                  <a:avLst/>
                </a:prstTxWarp>
                <a:spAutoFit/>
              </a:bodyPr>
              <a:lstStyle/>
              <a:p>
                <a:pPr algn="ctr"/>
                <a:r>
                  <a:rPr lang="en-US" sz="2000" b="1" dirty="0" err="1">
                    <a:solidFill>
                      <a:schemeClr val="bg1"/>
                    </a:solidFill>
                  </a:rPr>
                  <a:t>Micronode</a:t>
                </a:r>
                <a:endParaRPr lang="en-US" sz="2000" b="1" dirty="0">
                  <a:solidFill>
                    <a:schemeClr val="bg1"/>
                  </a:solidFill>
                </a:endParaRPr>
              </a:p>
            </p:txBody>
          </p:sp>
        </p:grpSp>
      </p:grpSp>
      <p:sp>
        <p:nvSpPr>
          <p:cNvPr id="108" name="TextBox 9">
            <a:extLst>
              <a:ext uri="{FF2B5EF4-FFF2-40B4-BE49-F238E27FC236}">
                <a16:creationId xmlns:a16="http://schemas.microsoft.com/office/drawing/2014/main" id="{E07C4CC9-DF6A-4850-8E37-7E3E555AFC75}"/>
              </a:ext>
            </a:extLst>
          </p:cNvPr>
          <p:cNvSpPr txBox="1">
            <a:spLocks noChangeArrowheads="1"/>
          </p:cNvSpPr>
          <p:nvPr/>
        </p:nvSpPr>
        <p:spPr bwMode="auto">
          <a:xfrm>
            <a:off x="650343" y="3621693"/>
            <a:ext cx="3642125" cy="1369606"/>
          </a:xfrm>
          <a:prstGeom prst="rect">
            <a:avLst/>
          </a:prstGeom>
          <a:noFill/>
          <a:ln w="9525">
            <a:noFill/>
            <a:miter lim="800000"/>
            <a:headEnd/>
            <a:tailEnd/>
          </a:ln>
        </p:spPr>
        <p:txBody>
          <a:bodyPr wrap="square" lIns="0" tIns="0" rIns="0" bIns="0">
            <a:spAutoFit/>
          </a:bodyPr>
          <a:lstStyle/>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External HW protocol converter that securely accepts dial transactions and converts them to IP to leverage Datawire Secure Transfer infrastructure</a:t>
            </a:r>
          </a:p>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Provides lowered business costs by eliminating dial line while increasing speed</a:t>
            </a:r>
          </a:p>
        </p:txBody>
      </p:sp>
      <p:sp>
        <p:nvSpPr>
          <p:cNvPr id="109" name="TextBox 108">
            <a:extLst>
              <a:ext uri="{FF2B5EF4-FFF2-40B4-BE49-F238E27FC236}">
                <a16:creationId xmlns:a16="http://schemas.microsoft.com/office/drawing/2014/main" id="{3B7D4B57-B6AF-45D1-BD62-20187066DB4E}"/>
              </a:ext>
            </a:extLst>
          </p:cNvPr>
          <p:cNvSpPr txBox="1">
            <a:spLocks noChangeArrowheads="1"/>
          </p:cNvSpPr>
          <p:nvPr/>
        </p:nvSpPr>
        <p:spPr bwMode="auto">
          <a:xfrm>
            <a:off x="669539" y="1860147"/>
            <a:ext cx="3687344" cy="1154162"/>
          </a:xfrm>
          <a:prstGeom prst="rect">
            <a:avLst/>
          </a:prstGeom>
          <a:noFill/>
          <a:ln w="9525">
            <a:noFill/>
            <a:miter lim="800000"/>
            <a:headEnd/>
            <a:tailEnd/>
          </a:ln>
        </p:spPr>
        <p:txBody>
          <a:bodyPr wrap="square" lIns="0" tIns="0" rIns="0" bIns="0">
            <a:spAutoFit/>
          </a:bodyPr>
          <a:lstStyle/>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Easy to integrate into POS applications,</a:t>
            </a:r>
            <a:br>
              <a:rPr lang="en-US" sz="1400" dirty="0">
                <a:solidFill>
                  <a:srgbClr val="061A26"/>
                </a:solidFill>
                <a:ea typeface="ＭＳ Ｐゴシック" charset="-128"/>
                <a:cs typeface="Arial"/>
              </a:rPr>
            </a:br>
            <a:r>
              <a:rPr lang="en-US" sz="1400" dirty="0">
                <a:solidFill>
                  <a:srgbClr val="061A26"/>
                </a:solidFill>
                <a:ea typeface="ＭＳ Ｐゴシック" charset="-128"/>
                <a:cs typeface="Arial"/>
              </a:rPr>
              <a:t>IP terminals or </a:t>
            </a:r>
            <a:r>
              <a:rPr lang="en-US" sz="1400" dirty="0" err="1">
                <a:solidFill>
                  <a:srgbClr val="061A26"/>
                </a:solidFill>
                <a:ea typeface="ＭＳ Ｐゴシック" charset="-128"/>
                <a:cs typeface="Arial"/>
              </a:rPr>
              <a:t>eCommerce</a:t>
            </a:r>
            <a:r>
              <a:rPr lang="en-US" sz="1400" dirty="0">
                <a:solidFill>
                  <a:srgbClr val="061A26"/>
                </a:solidFill>
                <a:ea typeface="ＭＳ Ｐゴシック" charset="-128"/>
                <a:cs typeface="Arial"/>
              </a:rPr>
              <a:t> solutions</a:t>
            </a:r>
          </a:p>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Support for any development environment; Java, DLL, COM, Unix, Perl, Source Code and </a:t>
            </a:r>
            <a:r>
              <a:rPr lang="en-US" sz="1400" dirty="0" err="1">
                <a:solidFill>
                  <a:srgbClr val="061A26"/>
                </a:solidFill>
                <a:ea typeface="ＭＳ Ｐゴシック" charset="-128"/>
                <a:cs typeface="Arial"/>
              </a:rPr>
              <a:t>RESTful</a:t>
            </a:r>
            <a:r>
              <a:rPr lang="en-US" sz="1400" dirty="0">
                <a:solidFill>
                  <a:srgbClr val="061A26"/>
                </a:solidFill>
                <a:ea typeface="ＭＳ Ｐゴシック" charset="-128"/>
                <a:cs typeface="Arial"/>
              </a:rPr>
              <a:t> XML interface</a:t>
            </a:r>
            <a:endParaRPr lang="en-US" sz="1400" dirty="0"/>
          </a:p>
        </p:txBody>
      </p:sp>
      <p:sp>
        <p:nvSpPr>
          <p:cNvPr id="110" name="TextBox 109">
            <a:extLst>
              <a:ext uri="{FF2B5EF4-FFF2-40B4-BE49-F238E27FC236}">
                <a16:creationId xmlns:a16="http://schemas.microsoft.com/office/drawing/2014/main" id="{8983E04C-C003-4603-8E86-E088E66179F3}"/>
              </a:ext>
            </a:extLst>
          </p:cNvPr>
          <p:cNvSpPr txBox="1">
            <a:spLocks noChangeArrowheads="1"/>
          </p:cNvSpPr>
          <p:nvPr/>
        </p:nvSpPr>
        <p:spPr bwMode="auto">
          <a:xfrm>
            <a:off x="7912961" y="1846345"/>
            <a:ext cx="3346164" cy="1154162"/>
          </a:xfrm>
          <a:prstGeom prst="rect">
            <a:avLst/>
          </a:prstGeom>
          <a:noFill/>
          <a:ln w="9525">
            <a:noFill/>
            <a:miter lim="800000"/>
            <a:headEnd/>
            <a:tailEnd/>
          </a:ln>
        </p:spPr>
        <p:txBody>
          <a:bodyPr wrap="square" lIns="0" tIns="0" rIns="0" bIns="0">
            <a:spAutoFit/>
          </a:bodyPr>
          <a:lstStyle/>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Software modem for Windows</a:t>
            </a:r>
            <a:r>
              <a:rPr lang="en-US" sz="1100" baseline="60000" dirty="0">
                <a:solidFill>
                  <a:srgbClr val="061A26"/>
                </a:solidFill>
                <a:ea typeface="ＭＳ Ｐゴシック" charset="-128"/>
                <a:cs typeface="Arial"/>
              </a:rPr>
              <a:t>®</a:t>
            </a:r>
            <a:r>
              <a:rPr lang="en-US" sz="1400" dirty="0">
                <a:solidFill>
                  <a:srgbClr val="061A26"/>
                </a:solidFill>
                <a:ea typeface="ＭＳ Ｐゴシック" charset="-128"/>
                <a:cs typeface="Arial"/>
              </a:rPr>
              <a:t>-based POS applications</a:t>
            </a:r>
          </a:p>
          <a:p>
            <a:pPr marL="228600" lvl="1" indent="-228600">
              <a:spcBef>
                <a:spcPts val="300"/>
              </a:spcBef>
              <a:spcAft>
                <a:spcPts val="300"/>
              </a:spcAft>
              <a:buClr>
                <a:schemeClr val="tx1"/>
              </a:buClr>
              <a:buFont typeface="Arial" panose="020B0604020202020204" pitchFamily="34" charset="0"/>
              <a:buChar char="•"/>
            </a:pPr>
            <a:r>
              <a:rPr lang="en-US" sz="1400" dirty="0">
                <a:solidFill>
                  <a:srgbClr val="061A26"/>
                </a:solidFill>
                <a:ea typeface="ＭＳ Ｐゴシック" charset="-128"/>
                <a:cs typeface="Arial"/>
              </a:rPr>
              <a:t>Converts dial or IP payment messages to DWST without any additional development effort</a:t>
            </a:r>
          </a:p>
        </p:txBody>
      </p:sp>
      <p:sp>
        <p:nvSpPr>
          <p:cNvPr id="117" name="Rectangle 116">
            <a:extLst>
              <a:ext uri="{FF2B5EF4-FFF2-40B4-BE49-F238E27FC236}">
                <a16:creationId xmlns:a16="http://schemas.microsoft.com/office/drawing/2014/main" id="{76584AB8-C1F2-4428-8BE1-DB7925347F83}"/>
              </a:ext>
            </a:extLst>
          </p:cNvPr>
          <p:cNvSpPr/>
          <p:nvPr/>
        </p:nvSpPr>
        <p:spPr>
          <a:xfrm>
            <a:off x="457200" y="1134466"/>
            <a:ext cx="11277600" cy="5190134"/>
          </a:xfrm>
          <a:prstGeom prst="rect">
            <a:avLst/>
          </a:prstGeom>
          <a:no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18" name="Text Placeholder 2">
            <a:extLst>
              <a:ext uri="{FF2B5EF4-FFF2-40B4-BE49-F238E27FC236}">
                <a16:creationId xmlns:a16="http://schemas.microsoft.com/office/drawing/2014/main" id="{9C942339-2324-4E34-B42C-B8F1462D79CB}"/>
              </a:ext>
            </a:extLst>
          </p:cNvPr>
          <p:cNvSpPr txBox="1">
            <a:spLocks/>
          </p:cNvSpPr>
          <p:nvPr/>
        </p:nvSpPr>
        <p:spPr>
          <a:xfrm>
            <a:off x="626580" y="1271631"/>
            <a:ext cx="6687717" cy="351836"/>
          </a:xfrm>
          <a:prstGeom prst="rect">
            <a:avLst/>
          </a:prstGeom>
          <a:noFill/>
          <a:ln w="3175">
            <a:noFill/>
            <a:miter lim="800000"/>
            <a:headEnd/>
            <a:tailEnd/>
          </a:ln>
        </p:spPr>
        <p:txBody>
          <a:bodyPr vert="horz" wrap="square" lIns="0" tIns="58594" rIns="0" bIns="58594" numCol="1" anchor="t" anchorCtr="0" compatLnSpc="1">
            <a:prstTxWarp prst="textNoShape">
              <a:avLst/>
            </a:prstTxWarp>
          </a:bodyPr>
          <a:lstStyle/>
          <a:p>
            <a:pPr fontAlgn="base">
              <a:lnSpc>
                <a:spcPct val="90000"/>
              </a:lnSpc>
              <a:spcBef>
                <a:spcPts val="600"/>
              </a:spcBef>
              <a:spcAft>
                <a:spcPts val="600"/>
              </a:spcAft>
              <a:buClr>
                <a:srgbClr val="EE630B"/>
              </a:buClr>
              <a:defRPr/>
            </a:pPr>
            <a:r>
              <a:rPr lang="en-US" b="1" dirty="0">
                <a:solidFill>
                  <a:srgbClr val="FF6600"/>
                </a:solidFill>
                <a:ea typeface="ＭＳ Ｐゴシック" charset="-128"/>
                <a:cs typeface="Arial"/>
              </a:rPr>
              <a:t>Connectivity Options</a:t>
            </a:r>
          </a:p>
        </p:txBody>
      </p:sp>
    </p:spTree>
    <p:extLst>
      <p:ext uri="{BB962C8B-B14F-4D97-AF65-F5344CB8AC3E}">
        <p14:creationId xmlns:p14="http://schemas.microsoft.com/office/powerpoint/2010/main" val="749742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4AB1-E584-43BC-BCEE-08CA8A69B315}"/>
              </a:ext>
            </a:extLst>
          </p:cNvPr>
          <p:cNvSpPr>
            <a:spLocks noGrp="1"/>
          </p:cNvSpPr>
          <p:nvPr>
            <p:ph type="title"/>
          </p:nvPr>
        </p:nvSpPr>
        <p:spPr/>
        <p:txBody>
          <a:bodyPr/>
          <a:lstStyle/>
          <a:p>
            <a:r>
              <a:rPr lang="en-US" dirty="0" err="1"/>
              <a:t>Datawire</a:t>
            </a:r>
            <a:r>
              <a:rPr lang="en-US" dirty="0"/>
              <a:t> Secure Transport</a:t>
            </a:r>
          </a:p>
        </p:txBody>
      </p:sp>
      <p:sp>
        <p:nvSpPr>
          <p:cNvPr id="170" name="Text Placeholder 169">
            <a:extLst>
              <a:ext uri="{FF2B5EF4-FFF2-40B4-BE49-F238E27FC236}">
                <a16:creationId xmlns:a16="http://schemas.microsoft.com/office/drawing/2014/main" id="{279E4064-C438-4D4D-A4D0-6EEB45BA2DEC}"/>
              </a:ext>
            </a:extLst>
          </p:cNvPr>
          <p:cNvSpPr>
            <a:spLocks noGrp="1"/>
          </p:cNvSpPr>
          <p:nvPr>
            <p:ph type="body" sz="quarter" idx="13"/>
          </p:nvPr>
        </p:nvSpPr>
        <p:spPr/>
        <p:txBody>
          <a:bodyPr/>
          <a:lstStyle/>
          <a:p>
            <a:endParaRPr lang="en-US"/>
          </a:p>
        </p:txBody>
      </p:sp>
      <p:sp>
        <p:nvSpPr>
          <p:cNvPr id="69" name="Text Placeholder 2">
            <a:extLst>
              <a:ext uri="{FF2B5EF4-FFF2-40B4-BE49-F238E27FC236}">
                <a16:creationId xmlns:a16="http://schemas.microsoft.com/office/drawing/2014/main" id="{E426E7F3-4BD6-40A8-97D6-D8F0935FC321}"/>
              </a:ext>
            </a:extLst>
          </p:cNvPr>
          <p:cNvSpPr txBox="1">
            <a:spLocks/>
          </p:cNvSpPr>
          <p:nvPr/>
        </p:nvSpPr>
        <p:spPr>
          <a:xfrm>
            <a:off x="626580" y="1240915"/>
            <a:ext cx="7175483" cy="351836"/>
          </a:xfrm>
          <a:prstGeom prst="rect">
            <a:avLst/>
          </a:prstGeom>
          <a:noFill/>
          <a:ln w="3175">
            <a:noFill/>
            <a:miter lim="800000"/>
            <a:headEnd/>
            <a:tailEnd/>
          </a:ln>
        </p:spPr>
        <p:txBody>
          <a:bodyPr vert="horz" wrap="square" lIns="0" tIns="58594" rIns="0" bIns="58594" numCol="1" anchor="t" anchorCtr="0" compatLnSpc="1">
            <a:prstTxWarp prst="textNoShape">
              <a:avLst/>
            </a:prstTxWarp>
          </a:bodyPr>
          <a:lstStyle/>
          <a:p>
            <a:pPr fontAlgn="base">
              <a:lnSpc>
                <a:spcPct val="90000"/>
              </a:lnSpc>
              <a:spcBef>
                <a:spcPts val="600"/>
              </a:spcBef>
              <a:spcAft>
                <a:spcPts val="600"/>
              </a:spcAft>
              <a:buClr>
                <a:srgbClr val="EE630B"/>
              </a:buClr>
              <a:defRPr/>
            </a:pPr>
            <a:r>
              <a:rPr lang="en-US" sz="1600" b="1" dirty="0">
                <a:ea typeface="ＭＳ Ｐゴシック" charset="-128"/>
                <a:cs typeface="Arial"/>
              </a:rPr>
              <a:t>Advantages over other connectivity options (VPN, MPLS, Dial and so on)</a:t>
            </a:r>
          </a:p>
        </p:txBody>
      </p:sp>
      <p:cxnSp>
        <p:nvCxnSpPr>
          <p:cNvPr id="123" name="Straight Connector 122">
            <a:extLst>
              <a:ext uri="{FF2B5EF4-FFF2-40B4-BE49-F238E27FC236}">
                <a16:creationId xmlns:a16="http://schemas.microsoft.com/office/drawing/2014/main" id="{DA2F1365-8EDA-481A-94DD-562932867B4F}"/>
              </a:ext>
            </a:extLst>
          </p:cNvPr>
          <p:cNvCxnSpPr>
            <a:cxnSpLocks/>
          </p:cNvCxnSpPr>
          <p:nvPr/>
        </p:nvCxnSpPr>
        <p:spPr>
          <a:xfrm rot="5400000">
            <a:off x="4148349" y="3711345"/>
            <a:ext cx="3895303"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CDE65FD-3BA0-4C29-8FEA-8DAE59F1AF76}"/>
              </a:ext>
            </a:extLst>
          </p:cNvPr>
          <p:cNvCxnSpPr>
            <a:cxnSpLocks/>
          </p:cNvCxnSpPr>
          <p:nvPr/>
        </p:nvCxnSpPr>
        <p:spPr>
          <a:xfrm>
            <a:off x="0" y="3718772"/>
            <a:ext cx="12192000"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25" name="Group 124">
            <a:extLst>
              <a:ext uri="{FF2B5EF4-FFF2-40B4-BE49-F238E27FC236}">
                <a16:creationId xmlns:a16="http://schemas.microsoft.com/office/drawing/2014/main" id="{A7541766-6400-432B-96A8-55CADEF69A08}"/>
              </a:ext>
            </a:extLst>
          </p:cNvPr>
          <p:cNvGrpSpPr/>
          <p:nvPr/>
        </p:nvGrpSpPr>
        <p:grpSpPr>
          <a:xfrm>
            <a:off x="4006349" y="1629121"/>
            <a:ext cx="4179303" cy="4179302"/>
            <a:chOff x="4006349" y="1629121"/>
            <a:chExt cx="4179303" cy="4179302"/>
          </a:xfrm>
        </p:grpSpPr>
        <p:grpSp>
          <p:nvGrpSpPr>
            <p:cNvPr id="126" name="Group 125">
              <a:extLst>
                <a:ext uri="{FF2B5EF4-FFF2-40B4-BE49-F238E27FC236}">
                  <a16:creationId xmlns:a16="http://schemas.microsoft.com/office/drawing/2014/main" id="{C3349FE9-4EDB-4B23-AE04-5D3F17545EDD}"/>
                </a:ext>
              </a:extLst>
            </p:cNvPr>
            <p:cNvGrpSpPr/>
            <p:nvPr/>
          </p:nvGrpSpPr>
          <p:grpSpPr>
            <a:xfrm>
              <a:off x="4006349" y="1629121"/>
              <a:ext cx="4179303" cy="4179302"/>
              <a:chOff x="4781617" y="2476246"/>
              <a:chExt cx="2761759" cy="2761759"/>
            </a:xfrm>
            <a:solidFill>
              <a:schemeClr val="bg1"/>
            </a:solidFill>
          </p:grpSpPr>
          <p:sp>
            <p:nvSpPr>
              <p:cNvPr id="130" name="Oval 129">
                <a:extLst>
                  <a:ext uri="{FF2B5EF4-FFF2-40B4-BE49-F238E27FC236}">
                    <a16:creationId xmlns:a16="http://schemas.microsoft.com/office/drawing/2014/main" id="{A3706005-47D5-4701-8055-C4F2D051FF12}"/>
                  </a:ext>
                </a:extLst>
              </p:cNvPr>
              <p:cNvSpPr/>
              <p:nvPr/>
            </p:nvSpPr>
            <p:spPr>
              <a:xfrm>
                <a:off x="5034557" y="2729187"/>
                <a:ext cx="2255876" cy="22558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1" name="Circle: Hollow 130">
                <a:extLst>
                  <a:ext uri="{FF2B5EF4-FFF2-40B4-BE49-F238E27FC236}">
                    <a16:creationId xmlns:a16="http://schemas.microsoft.com/office/drawing/2014/main" id="{131CB414-6006-40FB-9C1E-13511477EFA5}"/>
                  </a:ext>
                </a:extLst>
              </p:cNvPr>
              <p:cNvSpPr/>
              <p:nvPr/>
            </p:nvSpPr>
            <p:spPr>
              <a:xfrm>
                <a:off x="4781617" y="2476246"/>
                <a:ext cx="2761759" cy="2761759"/>
              </a:xfrm>
              <a:prstGeom prst="donut">
                <a:avLst>
                  <a:gd name="adj" fmla="val 537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127" name="Group 126">
              <a:extLst>
                <a:ext uri="{FF2B5EF4-FFF2-40B4-BE49-F238E27FC236}">
                  <a16:creationId xmlns:a16="http://schemas.microsoft.com/office/drawing/2014/main" id="{0D5F09CD-1D96-4727-85BC-AE463F4F528E}"/>
                </a:ext>
              </a:extLst>
            </p:cNvPr>
            <p:cNvGrpSpPr/>
            <p:nvPr/>
          </p:nvGrpSpPr>
          <p:grpSpPr>
            <a:xfrm>
              <a:off x="4800882" y="2451360"/>
              <a:ext cx="2590237" cy="2590237"/>
              <a:chOff x="5122959" y="2879809"/>
              <a:chExt cx="1946084" cy="1946084"/>
            </a:xfrm>
          </p:grpSpPr>
          <p:sp>
            <p:nvSpPr>
              <p:cNvPr id="128" name="Oval 127">
                <a:extLst>
                  <a:ext uri="{FF2B5EF4-FFF2-40B4-BE49-F238E27FC236}">
                    <a16:creationId xmlns:a16="http://schemas.microsoft.com/office/drawing/2014/main" id="{C4A4AC33-940C-4C4A-9F0A-02B163CA68AE}"/>
                  </a:ext>
                </a:extLst>
              </p:cNvPr>
              <p:cNvSpPr/>
              <p:nvPr/>
            </p:nvSpPr>
            <p:spPr>
              <a:xfrm>
                <a:off x="5122959" y="2879809"/>
                <a:ext cx="1946084" cy="1946084"/>
              </a:xfrm>
              <a:prstGeom prst="ellipse">
                <a:avLst/>
              </a:prstGeom>
              <a:solidFill>
                <a:schemeClr val="bg2"/>
              </a:solidFill>
              <a:ln>
                <a:noFill/>
              </a:ln>
              <a:effectLst>
                <a:outerShdw blurRad="635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29" name="Oval 128">
                <a:extLst>
                  <a:ext uri="{FF2B5EF4-FFF2-40B4-BE49-F238E27FC236}">
                    <a16:creationId xmlns:a16="http://schemas.microsoft.com/office/drawing/2014/main" id="{FE6516E9-5E81-46D1-A6AD-4A282E88A158}"/>
                  </a:ext>
                </a:extLst>
              </p:cNvPr>
              <p:cNvSpPr/>
              <p:nvPr/>
            </p:nvSpPr>
            <p:spPr>
              <a:xfrm>
                <a:off x="5436953" y="3193803"/>
                <a:ext cx="1318097" cy="1318097"/>
              </a:xfrm>
              <a:prstGeom prst="ellipse">
                <a:avLst/>
              </a:prstGeom>
              <a:solidFill>
                <a:srgbClr val="FF6600"/>
              </a:solidFill>
              <a:ln>
                <a:no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b="1" dirty="0" err="1">
                    <a:solidFill>
                      <a:schemeClr val="bg1"/>
                    </a:solidFill>
                    <a:latin typeface="+mj-lt"/>
                    <a:ea typeface="Open Sans" panose="020B0606030504020204" pitchFamily="34" charset="0"/>
                    <a:cs typeface="Open Sans" panose="020B0606030504020204" pitchFamily="34" charset="0"/>
                  </a:rPr>
                  <a:t>Datawire</a:t>
                </a:r>
                <a:endParaRPr lang="en-IN" b="1" dirty="0">
                  <a:solidFill>
                    <a:schemeClr val="bg1"/>
                  </a:solidFill>
                  <a:latin typeface="+mj-lt"/>
                  <a:ea typeface="Open Sans" panose="020B0606030504020204" pitchFamily="34" charset="0"/>
                  <a:cs typeface="Open Sans" panose="020B0606030504020204" pitchFamily="34" charset="0"/>
                </a:endParaRPr>
              </a:p>
              <a:p>
                <a:pPr algn="ctr"/>
                <a:r>
                  <a:rPr lang="en-IN" b="1" dirty="0">
                    <a:solidFill>
                      <a:schemeClr val="bg1"/>
                    </a:solidFill>
                    <a:latin typeface="+mj-lt"/>
                    <a:ea typeface="Open Sans" panose="020B0606030504020204" pitchFamily="34" charset="0"/>
                    <a:cs typeface="Open Sans" panose="020B0606030504020204" pitchFamily="34" charset="0"/>
                  </a:rPr>
                  <a:t>Secure</a:t>
                </a:r>
              </a:p>
              <a:p>
                <a:pPr algn="ctr"/>
                <a:r>
                  <a:rPr lang="en-IN" b="1" dirty="0">
                    <a:solidFill>
                      <a:schemeClr val="bg1"/>
                    </a:solidFill>
                    <a:latin typeface="+mj-lt"/>
                    <a:ea typeface="Open Sans" panose="020B0606030504020204" pitchFamily="34" charset="0"/>
                    <a:cs typeface="Open Sans" panose="020B0606030504020204" pitchFamily="34" charset="0"/>
                  </a:rPr>
                  <a:t>Transport</a:t>
                </a:r>
              </a:p>
            </p:txBody>
          </p:sp>
        </p:grpSp>
      </p:grpSp>
      <p:grpSp>
        <p:nvGrpSpPr>
          <p:cNvPr id="132" name="Group 131">
            <a:extLst>
              <a:ext uri="{FF2B5EF4-FFF2-40B4-BE49-F238E27FC236}">
                <a16:creationId xmlns:a16="http://schemas.microsoft.com/office/drawing/2014/main" id="{BC22E070-5D82-4FBD-BE11-5E6372914291}"/>
              </a:ext>
            </a:extLst>
          </p:cNvPr>
          <p:cNvGrpSpPr/>
          <p:nvPr/>
        </p:nvGrpSpPr>
        <p:grpSpPr>
          <a:xfrm>
            <a:off x="3942124" y="2000187"/>
            <a:ext cx="4307752" cy="3437171"/>
            <a:chOff x="3942124" y="2000187"/>
            <a:chExt cx="4307752" cy="3437171"/>
          </a:xfrm>
          <a:solidFill>
            <a:schemeClr val="tx2">
              <a:alpha val="16000"/>
            </a:schemeClr>
          </a:solidFill>
        </p:grpSpPr>
        <p:sp>
          <p:nvSpPr>
            <p:cNvPr id="133" name="Oval 132">
              <a:extLst>
                <a:ext uri="{FF2B5EF4-FFF2-40B4-BE49-F238E27FC236}">
                  <a16:creationId xmlns:a16="http://schemas.microsoft.com/office/drawing/2014/main" id="{DFB262EB-59E6-4F5C-92B8-72608D1F8F51}"/>
                </a:ext>
              </a:extLst>
            </p:cNvPr>
            <p:cNvSpPr/>
            <p:nvPr/>
          </p:nvSpPr>
          <p:spPr>
            <a:xfrm>
              <a:off x="3942124" y="2000187"/>
              <a:ext cx="935579" cy="93557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sp>
          <p:nvSpPr>
            <p:cNvPr id="134" name="Oval 133">
              <a:extLst>
                <a:ext uri="{FF2B5EF4-FFF2-40B4-BE49-F238E27FC236}">
                  <a16:creationId xmlns:a16="http://schemas.microsoft.com/office/drawing/2014/main" id="{B4188AA2-D9E2-43E0-B2D0-395C34406ADB}"/>
                </a:ext>
              </a:extLst>
            </p:cNvPr>
            <p:cNvSpPr/>
            <p:nvPr/>
          </p:nvSpPr>
          <p:spPr>
            <a:xfrm>
              <a:off x="3942124" y="4501779"/>
              <a:ext cx="935579" cy="93557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sp>
          <p:nvSpPr>
            <p:cNvPr id="135" name="Oval 134">
              <a:extLst>
                <a:ext uri="{FF2B5EF4-FFF2-40B4-BE49-F238E27FC236}">
                  <a16:creationId xmlns:a16="http://schemas.microsoft.com/office/drawing/2014/main" id="{21E881A3-5787-4361-ACCA-9E84102278AD}"/>
                </a:ext>
              </a:extLst>
            </p:cNvPr>
            <p:cNvSpPr/>
            <p:nvPr/>
          </p:nvSpPr>
          <p:spPr>
            <a:xfrm>
              <a:off x="7314297" y="2000187"/>
              <a:ext cx="935579" cy="93557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sp>
          <p:nvSpPr>
            <p:cNvPr id="136" name="Oval 135">
              <a:extLst>
                <a:ext uri="{FF2B5EF4-FFF2-40B4-BE49-F238E27FC236}">
                  <a16:creationId xmlns:a16="http://schemas.microsoft.com/office/drawing/2014/main" id="{32A11E42-E4F3-42EC-B2A7-8D0986D54215}"/>
                </a:ext>
              </a:extLst>
            </p:cNvPr>
            <p:cNvSpPr/>
            <p:nvPr/>
          </p:nvSpPr>
          <p:spPr>
            <a:xfrm>
              <a:off x="7314297" y="4501779"/>
              <a:ext cx="935579" cy="935579"/>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grpSp>
      <p:sp>
        <p:nvSpPr>
          <p:cNvPr id="137" name="TextBox 136">
            <a:extLst>
              <a:ext uri="{FF2B5EF4-FFF2-40B4-BE49-F238E27FC236}">
                <a16:creationId xmlns:a16="http://schemas.microsoft.com/office/drawing/2014/main" id="{8FA1D5E4-2C1A-4F28-BF8A-885DDB3AC89A}"/>
              </a:ext>
            </a:extLst>
          </p:cNvPr>
          <p:cNvSpPr txBox="1"/>
          <p:nvPr/>
        </p:nvSpPr>
        <p:spPr>
          <a:xfrm>
            <a:off x="600114" y="2012872"/>
            <a:ext cx="3383988" cy="1794674"/>
          </a:xfrm>
          <a:prstGeom prst="rect">
            <a:avLst/>
          </a:prstGeom>
          <a:noFill/>
        </p:spPr>
        <p:txBody>
          <a:bodyPr wrap="square" lIns="0" tIns="0" rIns="0" bIns="0" rtlCol="0">
            <a:noAutofit/>
          </a:bodyPr>
          <a:lstStyle/>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Geographic and carrier diversity</a:t>
            </a:r>
          </a:p>
          <a:p>
            <a:pPr marL="4572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Physical Presence in North America, EMEA, APAC and LAC</a:t>
            </a:r>
          </a:p>
          <a:p>
            <a:pPr marL="4572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Distributed architecture </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Service Discovery feature provides clients multiple entry points</a:t>
            </a:r>
            <a:endParaRPr lang="en-IN" sz="1400" dirty="0">
              <a:latin typeface="+mj-lt"/>
              <a:cs typeface="Calibri" panose="020F0502020204030204" pitchFamily="34" charset="0"/>
            </a:endParaRPr>
          </a:p>
        </p:txBody>
      </p:sp>
      <p:sp>
        <p:nvSpPr>
          <p:cNvPr id="138" name="TextBox 137">
            <a:extLst>
              <a:ext uri="{FF2B5EF4-FFF2-40B4-BE49-F238E27FC236}">
                <a16:creationId xmlns:a16="http://schemas.microsoft.com/office/drawing/2014/main" id="{385E77BA-FAD0-4F10-828B-0C28D394805A}"/>
              </a:ext>
            </a:extLst>
          </p:cNvPr>
          <p:cNvSpPr txBox="1"/>
          <p:nvPr/>
        </p:nvSpPr>
        <p:spPr>
          <a:xfrm>
            <a:off x="8559022" y="1647081"/>
            <a:ext cx="3006398" cy="1554529"/>
          </a:xfrm>
          <a:prstGeom prst="rect">
            <a:avLst/>
          </a:prstGeom>
          <a:noFill/>
        </p:spPr>
        <p:txBody>
          <a:bodyPr wrap="square" lIns="0" tIns="0" rIns="0" bIns="0" rtlCol="0">
            <a:noAutofit/>
          </a:bodyPr>
          <a:lstStyle/>
          <a:p>
            <a:pPr>
              <a:spcBef>
                <a:spcPts val="300"/>
              </a:spcBef>
              <a:spcAft>
                <a:spcPts val="300"/>
              </a:spcAft>
            </a:pPr>
            <a:r>
              <a:rPr lang="en-IN" sz="1600" b="1" dirty="0">
                <a:solidFill>
                  <a:srgbClr val="FF6600"/>
                </a:solidFill>
                <a:latin typeface="+mj-lt"/>
                <a:cs typeface="Calibri" panose="020F0502020204030204" pitchFamily="34" charset="0"/>
              </a:rPr>
              <a:t>High Security</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All transaction are encrypted (through SSL, AES and so on)</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Every POS device is authenticated for each transaction </a:t>
            </a:r>
          </a:p>
        </p:txBody>
      </p:sp>
      <p:sp>
        <p:nvSpPr>
          <p:cNvPr id="139" name="TextBox 138">
            <a:extLst>
              <a:ext uri="{FF2B5EF4-FFF2-40B4-BE49-F238E27FC236}">
                <a16:creationId xmlns:a16="http://schemas.microsoft.com/office/drawing/2014/main" id="{679B4B9A-2B63-4607-B171-60C51A2584EF}"/>
              </a:ext>
            </a:extLst>
          </p:cNvPr>
          <p:cNvSpPr txBox="1"/>
          <p:nvPr/>
        </p:nvSpPr>
        <p:spPr>
          <a:xfrm>
            <a:off x="615230" y="4062869"/>
            <a:ext cx="2996319" cy="1709281"/>
          </a:xfrm>
          <a:prstGeom prst="rect">
            <a:avLst/>
          </a:prstGeom>
          <a:noFill/>
        </p:spPr>
        <p:txBody>
          <a:bodyPr wrap="square" lIns="0" tIns="0" rIns="0" bIns="0" rtlCol="0">
            <a:noAutofit/>
          </a:bodyPr>
          <a:lstStyle/>
          <a:p>
            <a:pPr>
              <a:spcBef>
                <a:spcPts val="300"/>
              </a:spcBef>
              <a:spcAft>
                <a:spcPts val="300"/>
              </a:spcAft>
            </a:pPr>
            <a:r>
              <a:rPr lang="en-IN" sz="1600" b="1" dirty="0">
                <a:solidFill>
                  <a:srgbClr val="FF6600"/>
                </a:solidFill>
                <a:latin typeface="+mj-lt"/>
                <a:cs typeface="Calibri" panose="020F0502020204030204" pitchFamily="34" charset="0"/>
              </a:rPr>
              <a:t>Network Management</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Low management overhead –</a:t>
            </a:r>
            <a:br>
              <a:rPr lang="en-US" sz="1400" dirty="0">
                <a:latin typeface="+mj-lt"/>
                <a:cs typeface="Calibri" panose="020F0502020204030204" pitchFamily="34" charset="0"/>
              </a:rPr>
            </a:br>
            <a:r>
              <a:rPr lang="en-US" sz="1400" dirty="0">
                <a:latin typeface="+mj-lt"/>
                <a:cs typeface="Calibri" panose="020F0502020204030204" pitchFamily="34" charset="0"/>
              </a:rPr>
              <a:t>No additional hardware needed</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Every transaction monitored and managed in real time</a:t>
            </a:r>
          </a:p>
        </p:txBody>
      </p:sp>
      <p:sp>
        <p:nvSpPr>
          <p:cNvPr id="140" name="TextBox 139">
            <a:extLst>
              <a:ext uri="{FF2B5EF4-FFF2-40B4-BE49-F238E27FC236}">
                <a16:creationId xmlns:a16="http://schemas.microsoft.com/office/drawing/2014/main" id="{A3FF2701-CEB8-4E0C-8332-0BE38714D0E6}"/>
              </a:ext>
            </a:extLst>
          </p:cNvPr>
          <p:cNvSpPr txBox="1"/>
          <p:nvPr/>
        </p:nvSpPr>
        <p:spPr>
          <a:xfrm>
            <a:off x="8559022" y="4062869"/>
            <a:ext cx="3023378" cy="1718806"/>
          </a:xfrm>
          <a:prstGeom prst="rect">
            <a:avLst/>
          </a:prstGeom>
          <a:noFill/>
        </p:spPr>
        <p:txBody>
          <a:bodyPr wrap="square" lIns="0" tIns="0" rIns="0" bIns="0" rtlCol="0">
            <a:noAutofit/>
          </a:bodyPr>
          <a:lstStyle/>
          <a:p>
            <a:pPr>
              <a:spcBef>
                <a:spcPts val="300"/>
              </a:spcBef>
              <a:spcAft>
                <a:spcPts val="300"/>
              </a:spcAft>
            </a:pPr>
            <a:r>
              <a:rPr lang="en-IN" sz="1600" b="1" dirty="0">
                <a:solidFill>
                  <a:srgbClr val="FF6600"/>
                </a:solidFill>
                <a:latin typeface="+mj-lt"/>
                <a:cs typeface="Calibri" panose="020F0502020204030204" pitchFamily="34" charset="0"/>
              </a:rPr>
              <a:t>Ease of Deployment</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Integrated and certified with 1000+ applications running 50+ hardware devices on over 30+ platforms</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Three different connectivity options</a:t>
            </a:r>
          </a:p>
          <a:p>
            <a:pPr marL="228600" indent="-228600">
              <a:spcBef>
                <a:spcPts val="300"/>
              </a:spcBef>
              <a:spcAft>
                <a:spcPts val="300"/>
              </a:spcAft>
              <a:buFont typeface="Arial" panose="020B0604020202020204" pitchFamily="34" charset="0"/>
              <a:buChar char="•"/>
            </a:pPr>
            <a:r>
              <a:rPr lang="en-US" sz="1400" dirty="0">
                <a:latin typeface="+mj-lt"/>
                <a:cs typeface="Calibri" panose="020F0502020204030204" pitchFamily="34" charset="0"/>
              </a:rPr>
              <a:t>Dedicated client service team</a:t>
            </a:r>
          </a:p>
        </p:txBody>
      </p:sp>
      <p:grpSp>
        <p:nvGrpSpPr>
          <p:cNvPr id="142" name="Group 141">
            <a:extLst>
              <a:ext uri="{FF2B5EF4-FFF2-40B4-BE49-F238E27FC236}">
                <a16:creationId xmlns:a16="http://schemas.microsoft.com/office/drawing/2014/main" id="{DA111408-9FD4-42B6-9174-B1B06F5DF4AA}"/>
              </a:ext>
            </a:extLst>
          </p:cNvPr>
          <p:cNvGrpSpPr/>
          <p:nvPr/>
        </p:nvGrpSpPr>
        <p:grpSpPr>
          <a:xfrm>
            <a:off x="4023311" y="2081374"/>
            <a:ext cx="773205" cy="3274797"/>
            <a:chOff x="4114800" y="2081374"/>
            <a:chExt cx="773205" cy="3274797"/>
          </a:xfrm>
        </p:grpSpPr>
        <p:sp>
          <p:nvSpPr>
            <p:cNvPr id="146" name="Oval 145">
              <a:extLst>
                <a:ext uri="{FF2B5EF4-FFF2-40B4-BE49-F238E27FC236}">
                  <a16:creationId xmlns:a16="http://schemas.microsoft.com/office/drawing/2014/main" id="{75FB5D31-F5AF-4BC5-A492-9FA9A13349C0}"/>
                </a:ext>
              </a:extLst>
            </p:cNvPr>
            <p:cNvSpPr/>
            <p:nvPr/>
          </p:nvSpPr>
          <p:spPr>
            <a:xfrm>
              <a:off x="4114800" y="2081374"/>
              <a:ext cx="773205" cy="77320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sp>
          <p:nvSpPr>
            <p:cNvPr id="147" name="Oval 146">
              <a:extLst>
                <a:ext uri="{FF2B5EF4-FFF2-40B4-BE49-F238E27FC236}">
                  <a16:creationId xmlns:a16="http://schemas.microsoft.com/office/drawing/2014/main" id="{3E7D018F-9B7B-4A01-A54F-F53FDF8373B2}"/>
                </a:ext>
              </a:extLst>
            </p:cNvPr>
            <p:cNvSpPr/>
            <p:nvPr/>
          </p:nvSpPr>
          <p:spPr>
            <a:xfrm>
              <a:off x="4114800" y="4582966"/>
              <a:ext cx="773205" cy="77320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grpSp>
      <p:sp>
        <p:nvSpPr>
          <p:cNvPr id="145" name="Oval 144">
            <a:extLst>
              <a:ext uri="{FF2B5EF4-FFF2-40B4-BE49-F238E27FC236}">
                <a16:creationId xmlns:a16="http://schemas.microsoft.com/office/drawing/2014/main" id="{30DEDA88-D1A0-4CAF-8B75-ABD065ED87F6}"/>
              </a:ext>
            </a:extLst>
          </p:cNvPr>
          <p:cNvSpPr/>
          <p:nvPr/>
        </p:nvSpPr>
        <p:spPr>
          <a:xfrm>
            <a:off x="7395484" y="4582966"/>
            <a:ext cx="773205" cy="77320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grpSp>
        <p:nvGrpSpPr>
          <p:cNvPr id="148" name="Graphic 45">
            <a:extLst>
              <a:ext uri="{FF2B5EF4-FFF2-40B4-BE49-F238E27FC236}">
                <a16:creationId xmlns:a16="http://schemas.microsoft.com/office/drawing/2014/main" id="{7ED98DC5-6004-4AAA-9B54-1654AA7B0943}"/>
              </a:ext>
            </a:extLst>
          </p:cNvPr>
          <p:cNvGrpSpPr/>
          <p:nvPr/>
        </p:nvGrpSpPr>
        <p:grpSpPr>
          <a:xfrm>
            <a:off x="4187092" y="2253517"/>
            <a:ext cx="426915" cy="426915"/>
            <a:chOff x="4196617" y="2243992"/>
            <a:chExt cx="426915" cy="426915"/>
          </a:xfrm>
          <a:noFill/>
        </p:grpSpPr>
        <p:sp>
          <p:nvSpPr>
            <p:cNvPr id="149" name="Graphic 45">
              <a:extLst>
                <a:ext uri="{FF2B5EF4-FFF2-40B4-BE49-F238E27FC236}">
                  <a16:creationId xmlns:a16="http://schemas.microsoft.com/office/drawing/2014/main" id="{C95F15F0-1CD0-4CCF-9E62-BD6833467116}"/>
                </a:ext>
              </a:extLst>
            </p:cNvPr>
            <p:cNvSpPr/>
            <p:nvPr/>
          </p:nvSpPr>
          <p:spPr>
            <a:xfrm>
              <a:off x="4280144" y="2326962"/>
              <a:ext cx="259861" cy="259861"/>
            </a:xfrm>
            <a:custGeom>
              <a:avLst/>
              <a:gdLst>
                <a:gd name="connsiteX0" fmla="*/ 129931 w 259861"/>
                <a:gd name="connsiteY0" fmla="*/ 259862 h 259861"/>
                <a:gd name="connsiteX1" fmla="*/ 259862 w 259861"/>
                <a:gd name="connsiteY1" fmla="*/ 129931 h 259861"/>
                <a:gd name="connsiteX2" fmla="*/ 129931 w 259861"/>
                <a:gd name="connsiteY2" fmla="*/ 0 h 259861"/>
                <a:gd name="connsiteX3" fmla="*/ 0 w 259861"/>
                <a:gd name="connsiteY3" fmla="*/ 129931 h 259861"/>
                <a:gd name="connsiteX4" fmla="*/ 129931 w 259861"/>
                <a:gd name="connsiteY4" fmla="*/ 259862 h 259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61" h="259861">
                  <a:moveTo>
                    <a:pt x="129931" y="259862"/>
                  </a:moveTo>
                  <a:cubicBezTo>
                    <a:pt x="201764" y="259862"/>
                    <a:pt x="259862" y="201764"/>
                    <a:pt x="259862" y="129931"/>
                  </a:cubicBezTo>
                  <a:cubicBezTo>
                    <a:pt x="259862" y="58098"/>
                    <a:pt x="201764" y="0"/>
                    <a:pt x="129931" y="0"/>
                  </a:cubicBezTo>
                  <a:cubicBezTo>
                    <a:pt x="58098" y="0"/>
                    <a:pt x="0" y="58098"/>
                    <a:pt x="0" y="129931"/>
                  </a:cubicBezTo>
                  <a:cubicBezTo>
                    <a:pt x="0" y="201764"/>
                    <a:pt x="58098" y="259862"/>
                    <a:pt x="129931" y="259862"/>
                  </a:cubicBezTo>
                  <a:close/>
                </a:path>
              </a:pathLst>
            </a:custGeom>
            <a:noFill/>
            <a:ln w="19050" cap="rnd">
              <a:solidFill>
                <a:schemeClr val="bg1"/>
              </a:solidFill>
              <a:prstDash val="solid"/>
              <a:round/>
            </a:ln>
          </p:spPr>
          <p:txBody>
            <a:bodyPr rtlCol="0" anchor="ctr"/>
            <a:lstStyle/>
            <a:p>
              <a:endParaRPr lang="en-US"/>
            </a:p>
          </p:txBody>
        </p:sp>
        <p:sp>
          <p:nvSpPr>
            <p:cNvPr id="150" name="Graphic 45">
              <a:extLst>
                <a:ext uri="{FF2B5EF4-FFF2-40B4-BE49-F238E27FC236}">
                  <a16:creationId xmlns:a16="http://schemas.microsoft.com/office/drawing/2014/main" id="{9F41F1B9-B72B-45CE-A5D2-D76AD9DCE1B3}"/>
                </a:ext>
              </a:extLst>
            </p:cNvPr>
            <p:cNvSpPr/>
            <p:nvPr/>
          </p:nvSpPr>
          <p:spPr>
            <a:xfrm>
              <a:off x="4196617" y="2243992"/>
              <a:ext cx="426915" cy="426915"/>
            </a:xfrm>
            <a:custGeom>
              <a:avLst/>
              <a:gdLst>
                <a:gd name="connsiteX0" fmla="*/ 418748 w 426915"/>
                <a:gd name="connsiteY0" fmla="*/ 242414 h 426915"/>
                <a:gd name="connsiteX1" fmla="*/ 426915 w 426915"/>
                <a:gd name="connsiteY1" fmla="*/ 233133 h 426915"/>
                <a:gd name="connsiteX2" fmla="*/ 426915 w 426915"/>
                <a:gd name="connsiteY2" fmla="*/ 193968 h 426915"/>
                <a:gd name="connsiteX3" fmla="*/ 418748 w 426915"/>
                <a:gd name="connsiteY3" fmla="*/ 184687 h 426915"/>
                <a:gd name="connsiteX4" fmla="*/ 376985 w 426915"/>
                <a:gd name="connsiteY4" fmla="*/ 179490 h 426915"/>
                <a:gd name="connsiteX5" fmla="*/ 353041 w 426915"/>
                <a:gd name="connsiteY5" fmla="*/ 122135 h 426915"/>
                <a:gd name="connsiteX6" fmla="*/ 379027 w 426915"/>
                <a:gd name="connsiteY6" fmla="*/ 88724 h 426915"/>
                <a:gd name="connsiteX7" fmla="*/ 378284 w 426915"/>
                <a:gd name="connsiteY7" fmla="*/ 76474 h 426915"/>
                <a:gd name="connsiteX8" fmla="*/ 350442 w 426915"/>
                <a:gd name="connsiteY8" fmla="*/ 48631 h 426915"/>
                <a:gd name="connsiteX9" fmla="*/ 338191 w 426915"/>
                <a:gd name="connsiteY9" fmla="*/ 47889 h 426915"/>
                <a:gd name="connsiteX10" fmla="*/ 304781 w 426915"/>
                <a:gd name="connsiteY10" fmla="*/ 73875 h 426915"/>
                <a:gd name="connsiteX11" fmla="*/ 247425 w 426915"/>
                <a:gd name="connsiteY11" fmla="*/ 49931 h 426915"/>
                <a:gd name="connsiteX12" fmla="*/ 242228 w 426915"/>
                <a:gd name="connsiteY12" fmla="*/ 8167 h 426915"/>
                <a:gd name="connsiteX13" fmla="*/ 232947 w 426915"/>
                <a:gd name="connsiteY13" fmla="*/ 0 h 426915"/>
                <a:gd name="connsiteX14" fmla="*/ 193782 w 426915"/>
                <a:gd name="connsiteY14" fmla="*/ 0 h 426915"/>
                <a:gd name="connsiteX15" fmla="*/ 184502 w 426915"/>
                <a:gd name="connsiteY15" fmla="*/ 8167 h 426915"/>
                <a:gd name="connsiteX16" fmla="*/ 179304 w 426915"/>
                <a:gd name="connsiteY16" fmla="*/ 49931 h 426915"/>
                <a:gd name="connsiteX17" fmla="*/ 121949 w 426915"/>
                <a:gd name="connsiteY17" fmla="*/ 73875 h 426915"/>
                <a:gd name="connsiteX18" fmla="*/ 88539 w 426915"/>
                <a:gd name="connsiteY18" fmla="*/ 48074 h 426915"/>
                <a:gd name="connsiteX19" fmla="*/ 76288 w 426915"/>
                <a:gd name="connsiteY19" fmla="*/ 48817 h 426915"/>
                <a:gd name="connsiteX20" fmla="*/ 48446 w 426915"/>
                <a:gd name="connsiteY20" fmla="*/ 76659 h 426915"/>
                <a:gd name="connsiteX21" fmla="*/ 47703 w 426915"/>
                <a:gd name="connsiteY21" fmla="*/ 88724 h 426915"/>
                <a:gd name="connsiteX22" fmla="*/ 73689 w 426915"/>
                <a:gd name="connsiteY22" fmla="*/ 122135 h 426915"/>
                <a:gd name="connsiteX23" fmla="*/ 49931 w 426915"/>
                <a:gd name="connsiteY23" fmla="*/ 179490 h 426915"/>
                <a:gd name="connsiteX24" fmla="*/ 8167 w 426915"/>
                <a:gd name="connsiteY24" fmla="*/ 184687 h 426915"/>
                <a:gd name="connsiteX25" fmla="*/ 0 w 426915"/>
                <a:gd name="connsiteY25" fmla="*/ 193968 h 426915"/>
                <a:gd name="connsiteX26" fmla="*/ 0 w 426915"/>
                <a:gd name="connsiteY26" fmla="*/ 233319 h 426915"/>
                <a:gd name="connsiteX27" fmla="*/ 8167 w 426915"/>
                <a:gd name="connsiteY27" fmla="*/ 242599 h 426915"/>
                <a:gd name="connsiteX28" fmla="*/ 49931 w 426915"/>
                <a:gd name="connsiteY28" fmla="*/ 247797 h 426915"/>
                <a:gd name="connsiteX29" fmla="*/ 73689 w 426915"/>
                <a:gd name="connsiteY29" fmla="*/ 305152 h 426915"/>
                <a:gd name="connsiteX30" fmla="*/ 47703 w 426915"/>
                <a:gd name="connsiteY30" fmla="*/ 338191 h 426915"/>
                <a:gd name="connsiteX31" fmla="*/ 48446 w 426915"/>
                <a:gd name="connsiteY31" fmla="*/ 350442 h 426915"/>
                <a:gd name="connsiteX32" fmla="*/ 76288 w 426915"/>
                <a:gd name="connsiteY32" fmla="*/ 378284 h 426915"/>
                <a:gd name="connsiteX33" fmla="*/ 88539 w 426915"/>
                <a:gd name="connsiteY33" fmla="*/ 379027 h 426915"/>
                <a:gd name="connsiteX34" fmla="*/ 121949 w 426915"/>
                <a:gd name="connsiteY34" fmla="*/ 353041 h 426915"/>
                <a:gd name="connsiteX35" fmla="*/ 179304 w 426915"/>
                <a:gd name="connsiteY35" fmla="*/ 376985 h 426915"/>
                <a:gd name="connsiteX36" fmla="*/ 184502 w 426915"/>
                <a:gd name="connsiteY36" fmla="*/ 418748 h 426915"/>
                <a:gd name="connsiteX37" fmla="*/ 193782 w 426915"/>
                <a:gd name="connsiteY37" fmla="*/ 426915 h 426915"/>
                <a:gd name="connsiteX38" fmla="*/ 233133 w 426915"/>
                <a:gd name="connsiteY38" fmla="*/ 426915 h 426915"/>
                <a:gd name="connsiteX39" fmla="*/ 242414 w 426915"/>
                <a:gd name="connsiteY39" fmla="*/ 418748 h 426915"/>
                <a:gd name="connsiteX40" fmla="*/ 247611 w 426915"/>
                <a:gd name="connsiteY40" fmla="*/ 376985 h 426915"/>
                <a:gd name="connsiteX41" fmla="*/ 304966 w 426915"/>
                <a:gd name="connsiteY41" fmla="*/ 353041 h 426915"/>
                <a:gd name="connsiteX42" fmla="*/ 338377 w 426915"/>
                <a:gd name="connsiteY42" fmla="*/ 379027 h 426915"/>
                <a:gd name="connsiteX43" fmla="*/ 350628 w 426915"/>
                <a:gd name="connsiteY43" fmla="*/ 378284 h 426915"/>
                <a:gd name="connsiteX44" fmla="*/ 378470 w 426915"/>
                <a:gd name="connsiteY44" fmla="*/ 350442 h 426915"/>
                <a:gd name="connsiteX45" fmla="*/ 379212 w 426915"/>
                <a:gd name="connsiteY45" fmla="*/ 338191 h 426915"/>
                <a:gd name="connsiteX46" fmla="*/ 353226 w 426915"/>
                <a:gd name="connsiteY46" fmla="*/ 304781 h 426915"/>
                <a:gd name="connsiteX47" fmla="*/ 376985 w 426915"/>
                <a:gd name="connsiteY47" fmla="*/ 247425 h 426915"/>
                <a:gd name="connsiteX48" fmla="*/ 418748 w 426915"/>
                <a:gd name="connsiteY48" fmla="*/ 242414 h 42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26915" h="426915">
                  <a:moveTo>
                    <a:pt x="418748" y="242414"/>
                  </a:moveTo>
                  <a:cubicBezTo>
                    <a:pt x="423389" y="241857"/>
                    <a:pt x="426915" y="237773"/>
                    <a:pt x="426915" y="233133"/>
                  </a:cubicBezTo>
                  <a:lnTo>
                    <a:pt x="426915" y="193968"/>
                  </a:lnTo>
                  <a:cubicBezTo>
                    <a:pt x="426915" y="189328"/>
                    <a:pt x="423389" y="185244"/>
                    <a:pt x="418748" y="184687"/>
                  </a:cubicBezTo>
                  <a:lnTo>
                    <a:pt x="376985" y="179490"/>
                  </a:lnTo>
                  <a:cubicBezTo>
                    <a:pt x="372716" y="159072"/>
                    <a:pt x="364549" y="139583"/>
                    <a:pt x="353041" y="122135"/>
                  </a:cubicBezTo>
                  <a:lnTo>
                    <a:pt x="379027" y="88724"/>
                  </a:lnTo>
                  <a:cubicBezTo>
                    <a:pt x="381811" y="85012"/>
                    <a:pt x="381625" y="79815"/>
                    <a:pt x="378284" y="76474"/>
                  </a:cubicBezTo>
                  <a:lnTo>
                    <a:pt x="350442" y="48631"/>
                  </a:lnTo>
                  <a:cubicBezTo>
                    <a:pt x="347101" y="45290"/>
                    <a:pt x="341904" y="44919"/>
                    <a:pt x="338191" y="47889"/>
                  </a:cubicBezTo>
                  <a:lnTo>
                    <a:pt x="304781" y="73875"/>
                  </a:lnTo>
                  <a:cubicBezTo>
                    <a:pt x="287333" y="62367"/>
                    <a:pt x="267843" y="54200"/>
                    <a:pt x="247425" y="49931"/>
                  </a:cubicBezTo>
                  <a:lnTo>
                    <a:pt x="242228" y="8167"/>
                  </a:lnTo>
                  <a:cubicBezTo>
                    <a:pt x="241671" y="3527"/>
                    <a:pt x="237588" y="0"/>
                    <a:pt x="232947" y="0"/>
                  </a:cubicBezTo>
                  <a:lnTo>
                    <a:pt x="193782" y="0"/>
                  </a:lnTo>
                  <a:cubicBezTo>
                    <a:pt x="189142" y="0"/>
                    <a:pt x="185059" y="3527"/>
                    <a:pt x="184502" y="8167"/>
                  </a:cubicBezTo>
                  <a:lnTo>
                    <a:pt x="179304" y="49931"/>
                  </a:lnTo>
                  <a:cubicBezTo>
                    <a:pt x="158887" y="54200"/>
                    <a:pt x="139397" y="62367"/>
                    <a:pt x="121949" y="73875"/>
                  </a:cubicBezTo>
                  <a:lnTo>
                    <a:pt x="88539" y="48074"/>
                  </a:lnTo>
                  <a:cubicBezTo>
                    <a:pt x="84826" y="45290"/>
                    <a:pt x="79629" y="45476"/>
                    <a:pt x="76288" y="48817"/>
                  </a:cubicBezTo>
                  <a:lnTo>
                    <a:pt x="48446" y="76659"/>
                  </a:lnTo>
                  <a:cubicBezTo>
                    <a:pt x="45290" y="79815"/>
                    <a:pt x="44919" y="85012"/>
                    <a:pt x="47703" y="88724"/>
                  </a:cubicBezTo>
                  <a:lnTo>
                    <a:pt x="73689" y="122135"/>
                  </a:lnTo>
                  <a:cubicBezTo>
                    <a:pt x="62181" y="139583"/>
                    <a:pt x="54014" y="159072"/>
                    <a:pt x="49931" y="179490"/>
                  </a:cubicBezTo>
                  <a:lnTo>
                    <a:pt x="8167" y="184687"/>
                  </a:lnTo>
                  <a:cubicBezTo>
                    <a:pt x="3527" y="185244"/>
                    <a:pt x="0" y="189328"/>
                    <a:pt x="0" y="193968"/>
                  </a:cubicBezTo>
                  <a:lnTo>
                    <a:pt x="0" y="233319"/>
                  </a:lnTo>
                  <a:cubicBezTo>
                    <a:pt x="0" y="237959"/>
                    <a:pt x="3527" y="242043"/>
                    <a:pt x="8167" y="242599"/>
                  </a:cubicBezTo>
                  <a:lnTo>
                    <a:pt x="49931" y="247797"/>
                  </a:lnTo>
                  <a:cubicBezTo>
                    <a:pt x="54200" y="268214"/>
                    <a:pt x="62367" y="287704"/>
                    <a:pt x="73689" y="305152"/>
                  </a:cubicBezTo>
                  <a:lnTo>
                    <a:pt x="47703" y="338191"/>
                  </a:lnTo>
                  <a:cubicBezTo>
                    <a:pt x="44919" y="341904"/>
                    <a:pt x="45105" y="347101"/>
                    <a:pt x="48446" y="350442"/>
                  </a:cubicBezTo>
                  <a:lnTo>
                    <a:pt x="76288" y="378284"/>
                  </a:lnTo>
                  <a:cubicBezTo>
                    <a:pt x="79629" y="381625"/>
                    <a:pt x="84826" y="381997"/>
                    <a:pt x="88539" y="379027"/>
                  </a:cubicBezTo>
                  <a:lnTo>
                    <a:pt x="121949" y="353041"/>
                  </a:lnTo>
                  <a:cubicBezTo>
                    <a:pt x="139397" y="364549"/>
                    <a:pt x="158887" y="372716"/>
                    <a:pt x="179304" y="376985"/>
                  </a:cubicBezTo>
                  <a:lnTo>
                    <a:pt x="184502" y="418748"/>
                  </a:lnTo>
                  <a:cubicBezTo>
                    <a:pt x="185059" y="423389"/>
                    <a:pt x="189142" y="426915"/>
                    <a:pt x="193782" y="426915"/>
                  </a:cubicBezTo>
                  <a:lnTo>
                    <a:pt x="233133" y="426915"/>
                  </a:lnTo>
                  <a:cubicBezTo>
                    <a:pt x="237773" y="426915"/>
                    <a:pt x="241857" y="423389"/>
                    <a:pt x="242414" y="418748"/>
                  </a:cubicBezTo>
                  <a:lnTo>
                    <a:pt x="247611" y="376985"/>
                  </a:lnTo>
                  <a:cubicBezTo>
                    <a:pt x="268029" y="372716"/>
                    <a:pt x="287518" y="364549"/>
                    <a:pt x="304966" y="353041"/>
                  </a:cubicBezTo>
                  <a:lnTo>
                    <a:pt x="338377" y="379027"/>
                  </a:lnTo>
                  <a:cubicBezTo>
                    <a:pt x="342089" y="381811"/>
                    <a:pt x="347286" y="381625"/>
                    <a:pt x="350628" y="378284"/>
                  </a:cubicBezTo>
                  <a:lnTo>
                    <a:pt x="378470" y="350442"/>
                  </a:lnTo>
                  <a:cubicBezTo>
                    <a:pt x="381811" y="347101"/>
                    <a:pt x="382182" y="341904"/>
                    <a:pt x="379212" y="338191"/>
                  </a:cubicBezTo>
                  <a:lnTo>
                    <a:pt x="353226" y="304781"/>
                  </a:lnTo>
                  <a:cubicBezTo>
                    <a:pt x="364734" y="287333"/>
                    <a:pt x="372901" y="267843"/>
                    <a:pt x="376985" y="247425"/>
                  </a:cubicBezTo>
                  <a:lnTo>
                    <a:pt x="418748" y="242414"/>
                  </a:lnTo>
                  <a:close/>
                </a:path>
              </a:pathLst>
            </a:custGeom>
            <a:noFill/>
            <a:ln w="19050" cap="rnd">
              <a:solidFill>
                <a:schemeClr val="bg1"/>
              </a:solidFill>
              <a:prstDash val="solid"/>
              <a:round/>
            </a:ln>
          </p:spPr>
          <p:txBody>
            <a:bodyPr rtlCol="0" anchor="ctr"/>
            <a:lstStyle/>
            <a:p>
              <a:endParaRPr lang="en-US"/>
            </a:p>
          </p:txBody>
        </p:sp>
        <p:sp>
          <p:nvSpPr>
            <p:cNvPr id="151" name="Graphic 45">
              <a:extLst>
                <a:ext uri="{FF2B5EF4-FFF2-40B4-BE49-F238E27FC236}">
                  <a16:creationId xmlns:a16="http://schemas.microsoft.com/office/drawing/2014/main" id="{0DDB158D-69F6-4842-B897-6FB2337F3E74}"/>
                </a:ext>
              </a:extLst>
            </p:cNvPr>
            <p:cNvSpPr/>
            <p:nvPr/>
          </p:nvSpPr>
          <p:spPr>
            <a:xfrm>
              <a:off x="4428637" y="2392485"/>
              <a:ext cx="37123" cy="111369"/>
            </a:xfrm>
            <a:custGeom>
              <a:avLst/>
              <a:gdLst>
                <a:gd name="connsiteX0" fmla="*/ 37123 w 37123"/>
                <a:gd name="connsiteY0" fmla="*/ 111369 h 111369"/>
                <a:gd name="connsiteX1" fmla="*/ 37123 w 37123"/>
                <a:gd name="connsiteY1" fmla="*/ 9281 h 111369"/>
                <a:gd name="connsiteX2" fmla="*/ 27842 w 37123"/>
                <a:gd name="connsiteY2" fmla="*/ 0 h 111369"/>
                <a:gd name="connsiteX3" fmla="*/ 9281 w 37123"/>
                <a:gd name="connsiteY3" fmla="*/ 0 h 111369"/>
                <a:gd name="connsiteX4" fmla="*/ 0 w 37123"/>
                <a:gd name="connsiteY4" fmla="*/ 9281 h 111369"/>
                <a:gd name="connsiteX5" fmla="*/ 0 w 37123"/>
                <a:gd name="connsiteY5" fmla="*/ 111369 h 11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23" h="111369">
                  <a:moveTo>
                    <a:pt x="37123" y="111369"/>
                  </a:moveTo>
                  <a:lnTo>
                    <a:pt x="37123" y="9281"/>
                  </a:lnTo>
                  <a:cubicBezTo>
                    <a:pt x="37123" y="4084"/>
                    <a:pt x="33040" y="0"/>
                    <a:pt x="27842" y="0"/>
                  </a:cubicBezTo>
                  <a:lnTo>
                    <a:pt x="9281" y="0"/>
                  </a:lnTo>
                  <a:cubicBezTo>
                    <a:pt x="4084" y="0"/>
                    <a:pt x="0" y="4084"/>
                    <a:pt x="0" y="9281"/>
                  </a:cubicBezTo>
                  <a:lnTo>
                    <a:pt x="0" y="111369"/>
                  </a:lnTo>
                </a:path>
              </a:pathLst>
            </a:custGeom>
            <a:noFill/>
            <a:ln w="19050" cap="rnd">
              <a:solidFill>
                <a:schemeClr val="bg1"/>
              </a:solidFill>
              <a:prstDash val="solid"/>
              <a:round/>
            </a:ln>
          </p:spPr>
          <p:txBody>
            <a:bodyPr rtlCol="0" anchor="ctr"/>
            <a:lstStyle/>
            <a:p>
              <a:endParaRPr lang="en-US"/>
            </a:p>
          </p:txBody>
        </p:sp>
        <p:sp>
          <p:nvSpPr>
            <p:cNvPr id="152" name="Graphic 45">
              <a:extLst>
                <a:ext uri="{FF2B5EF4-FFF2-40B4-BE49-F238E27FC236}">
                  <a16:creationId xmlns:a16="http://schemas.microsoft.com/office/drawing/2014/main" id="{39ECD1B8-9456-4981-A436-666D49B06562}"/>
                </a:ext>
              </a:extLst>
            </p:cNvPr>
            <p:cNvSpPr/>
            <p:nvPr/>
          </p:nvSpPr>
          <p:spPr>
            <a:xfrm>
              <a:off x="4354390" y="2448169"/>
              <a:ext cx="37123" cy="55684"/>
            </a:xfrm>
            <a:custGeom>
              <a:avLst/>
              <a:gdLst>
                <a:gd name="connsiteX0" fmla="*/ 37123 w 37123"/>
                <a:gd name="connsiteY0" fmla="*/ 55685 h 55684"/>
                <a:gd name="connsiteX1" fmla="*/ 37123 w 37123"/>
                <a:gd name="connsiteY1" fmla="*/ 9281 h 55684"/>
                <a:gd name="connsiteX2" fmla="*/ 27842 w 37123"/>
                <a:gd name="connsiteY2" fmla="*/ 0 h 55684"/>
                <a:gd name="connsiteX3" fmla="*/ 9281 w 37123"/>
                <a:gd name="connsiteY3" fmla="*/ 0 h 55684"/>
                <a:gd name="connsiteX4" fmla="*/ 0 w 37123"/>
                <a:gd name="connsiteY4" fmla="*/ 9281 h 55684"/>
                <a:gd name="connsiteX5" fmla="*/ 0 w 37123"/>
                <a:gd name="connsiteY5" fmla="*/ 55685 h 5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23" h="55684">
                  <a:moveTo>
                    <a:pt x="37123" y="55685"/>
                  </a:moveTo>
                  <a:lnTo>
                    <a:pt x="37123" y="9281"/>
                  </a:lnTo>
                  <a:cubicBezTo>
                    <a:pt x="37123" y="4084"/>
                    <a:pt x="33040" y="0"/>
                    <a:pt x="27842" y="0"/>
                  </a:cubicBezTo>
                  <a:lnTo>
                    <a:pt x="9281" y="0"/>
                  </a:lnTo>
                  <a:cubicBezTo>
                    <a:pt x="4084" y="0"/>
                    <a:pt x="0" y="4084"/>
                    <a:pt x="0" y="9281"/>
                  </a:cubicBezTo>
                  <a:lnTo>
                    <a:pt x="0" y="55685"/>
                  </a:lnTo>
                </a:path>
              </a:pathLst>
            </a:custGeom>
            <a:noFill/>
            <a:ln w="19050" cap="rnd">
              <a:solidFill>
                <a:schemeClr val="bg1"/>
              </a:solidFill>
              <a:prstDash val="solid"/>
              <a:round/>
            </a:ln>
          </p:spPr>
          <p:txBody>
            <a:bodyPr rtlCol="0" anchor="ctr"/>
            <a:lstStyle/>
            <a:p>
              <a:endParaRPr lang="en-US"/>
            </a:p>
          </p:txBody>
        </p:sp>
        <p:sp>
          <p:nvSpPr>
            <p:cNvPr id="153" name="Graphic 45">
              <a:extLst>
                <a:ext uri="{FF2B5EF4-FFF2-40B4-BE49-F238E27FC236}">
                  <a16:creationId xmlns:a16="http://schemas.microsoft.com/office/drawing/2014/main" id="{851717B9-1707-4D9D-A7FF-8BA66F072D1A}"/>
                </a:ext>
              </a:extLst>
            </p:cNvPr>
            <p:cNvSpPr/>
            <p:nvPr/>
          </p:nvSpPr>
          <p:spPr>
            <a:xfrm>
              <a:off x="4335829" y="2503854"/>
              <a:ext cx="148492" cy="18561"/>
            </a:xfrm>
            <a:custGeom>
              <a:avLst/>
              <a:gdLst>
                <a:gd name="connsiteX0" fmla="*/ 0 w 148492"/>
                <a:gd name="connsiteY0" fmla="*/ 0 h 18561"/>
                <a:gd name="connsiteX1" fmla="*/ 148492 w 148492"/>
                <a:gd name="connsiteY1" fmla="*/ 0 h 18561"/>
              </a:gdLst>
              <a:ahLst/>
              <a:cxnLst>
                <a:cxn ang="0">
                  <a:pos x="connsiteX0" y="connsiteY0"/>
                </a:cxn>
                <a:cxn ang="0">
                  <a:pos x="connsiteX1" y="connsiteY1"/>
                </a:cxn>
              </a:cxnLst>
              <a:rect l="l" t="t" r="r" b="b"/>
              <a:pathLst>
                <a:path w="148492" h="18561">
                  <a:moveTo>
                    <a:pt x="0" y="0"/>
                  </a:moveTo>
                  <a:lnTo>
                    <a:pt x="148492" y="0"/>
                  </a:lnTo>
                </a:path>
              </a:pathLst>
            </a:custGeom>
            <a:noFill/>
            <a:ln w="19050" cap="rnd">
              <a:solidFill>
                <a:schemeClr val="bg1"/>
              </a:solidFill>
              <a:prstDash val="solid"/>
              <a:round/>
            </a:ln>
          </p:spPr>
          <p:txBody>
            <a:bodyPr rtlCol="0" anchor="ctr"/>
            <a:lstStyle/>
            <a:p>
              <a:endParaRPr lang="en-US"/>
            </a:p>
          </p:txBody>
        </p:sp>
      </p:grpSp>
      <p:grpSp>
        <p:nvGrpSpPr>
          <p:cNvPr id="159" name="Graphic 53">
            <a:extLst>
              <a:ext uri="{FF2B5EF4-FFF2-40B4-BE49-F238E27FC236}">
                <a16:creationId xmlns:a16="http://schemas.microsoft.com/office/drawing/2014/main" id="{6F09C8EA-3174-46BD-BF77-964364E8D58B}"/>
              </a:ext>
            </a:extLst>
          </p:cNvPr>
          <p:cNvGrpSpPr/>
          <p:nvPr/>
        </p:nvGrpSpPr>
        <p:grpSpPr>
          <a:xfrm>
            <a:off x="7616448" y="4743190"/>
            <a:ext cx="388104" cy="388104"/>
            <a:chOff x="5901948" y="3234948"/>
            <a:chExt cx="388104" cy="388104"/>
          </a:xfrm>
          <a:noFill/>
        </p:grpSpPr>
        <p:sp>
          <p:nvSpPr>
            <p:cNvPr id="160" name="Graphic 53">
              <a:extLst>
                <a:ext uri="{FF2B5EF4-FFF2-40B4-BE49-F238E27FC236}">
                  <a16:creationId xmlns:a16="http://schemas.microsoft.com/office/drawing/2014/main" id="{9992E1F5-76BA-46CC-8735-3BB5A90080D8}"/>
                </a:ext>
              </a:extLst>
            </p:cNvPr>
            <p:cNvSpPr/>
            <p:nvPr/>
          </p:nvSpPr>
          <p:spPr>
            <a:xfrm>
              <a:off x="5901948" y="3378250"/>
              <a:ext cx="164185" cy="244802"/>
            </a:xfrm>
            <a:custGeom>
              <a:avLst/>
              <a:gdLst>
                <a:gd name="connsiteX0" fmla="*/ 164185 w 164185"/>
                <a:gd name="connsiteY0" fmla="*/ 57162 h 244802"/>
                <a:gd name="connsiteX1" fmla="*/ 70534 w 164185"/>
                <a:gd name="connsiteY1" fmla="*/ 1140 h 244802"/>
                <a:gd name="connsiteX2" fmla="*/ 0 w 164185"/>
                <a:gd name="connsiteY2" fmla="*/ 84499 h 244802"/>
                <a:gd name="connsiteX3" fmla="*/ 0 w 164185"/>
                <a:gd name="connsiteY3" fmla="*/ 143558 h 244802"/>
                <a:gd name="connsiteX4" fmla="*/ 42185 w 164185"/>
                <a:gd name="connsiteY4" fmla="*/ 143558 h 244802"/>
                <a:gd name="connsiteX5" fmla="*/ 50622 w 164185"/>
                <a:gd name="connsiteY5" fmla="*/ 244803 h 244802"/>
                <a:gd name="connsiteX6" fmla="*/ 118119 w 164185"/>
                <a:gd name="connsiteY6" fmla="*/ 244803 h 244802"/>
                <a:gd name="connsiteX7" fmla="*/ 126556 w 164185"/>
                <a:gd name="connsiteY7" fmla="*/ 143558 h 244802"/>
                <a:gd name="connsiteX8" fmla="*/ 143430 w 164185"/>
                <a:gd name="connsiteY8" fmla="*/ 143558 h 244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185" h="244802">
                  <a:moveTo>
                    <a:pt x="164185" y="57162"/>
                  </a:moveTo>
                  <a:cubicBezTo>
                    <a:pt x="150855" y="18183"/>
                    <a:pt x="111200" y="-5609"/>
                    <a:pt x="70534" y="1140"/>
                  </a:cubicBezTo>
                  <a:cubicBezTo>
                    <a:pt x="29867" y="8059"/>
                    <a:pt x="0" y="43157"/>
                    <a:pt x="0" y="84499"/>
                  </a:cubicBezTo>
                  <a:lnTo>
                    <a:pt x="0" y="143558"/>
                  </a:lnTo>
                  <a:lnTo>
                    <a:pt x="42185" y="143558"/>
                  </a:lnTo>
                  <a:lnTo>
                    <a:pt x="50622" y="244803"/>
                  </a:lnTo>
                  <a:lnTo>
                    <a:pt x="118119" y="244803"/>
                  </a:lnTo>
                  <a:lnTo>
                    <a:pt x="126556" y="143558"/>
                  </a:lnTo>
                  <a:lnTo>
                    <a:pt x="143430" y="143558"/>
                  </a:lnTo>
                </a:path>
              </a:pathLst>
            </a:custGeom>
            <a:noFill/>
            <a:ln w="19050" cap="rnd">
              <a:solidFill>
                <a:schemeClr val="bg1"/>
              </a:solidFill>
              <a:prstDash val="solid"/>
              <a:round/>
            </a:ln>
          </p:spPr>
          <p:txBody>
            <a:bodyPr rtlCol="0" anchor="ctr"/>
            <a:lstStyle/>
            <a:p>
              <a:endParaRPr lang="en-US"/>
            </a:p>
          </p:txBody>
        </p:sp>
        <p:sp>
          <p:nvSpPr>
            <p:cNvPr id="161" name="Graphic 53">
              <a:extLst>
                <a:ext uri="{FF2B5EF4-FFF2-40B4-BE49-F238E27FC236}">
                  <a16:creationId xmlns:a16="http://schemas.microsoft.com/office/drawing/2014/main" id="{C08DF96C-4817-445B-A291-C9AAEB492BF3}"/>
                </a:ext>
              </a:extLst>
            </p:cNvPr>
            <p:cNvSpPr/>
            <p:nvPr/>
          </p:nvSpPr>
          <p:spPr>
            <a:xfrm>
              <a:off x="5927259" y="3234948"/>
              <a:ext cx="118118" cy="118118"/>
            </a:xfrm>
            <a:custGeom>
              <a:avLst/>
              <a:gdLst>
                <a:gd name="connsiteX0" fmla="*/ 59059 w 118118"/>
                <a:gd name="connsiteY0" fmla="*/ 118119 h 118118"/>
                <a:gd name="connsiteX1" fmla="*/ 118119 w 118118"/>
                <a:gd name="connsiteY1" fmla="*/ 59059 h 118118"/>
                <a:gd name="connsiteX2" fmla="*/ 59059 w 118118"/>
                <a:gd name="connsiteY2" fmla="*/ 0 h 118118"/>
                <a:gd name="connsiteX3" fmla="*/ 0 w 118118"/>
                <a:gd name="connsiteY3" fmla="*/ 59059 h 118118"/>
                <a:gd name="connsiteX4" fmla="*/ 59059 w 118118"/>
                <a:gd name="connsiteY4" fmla="*/ 118119 h 118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18" h="118118">
                  <a:moveTo>
                    <a:pt x="59059" y="118119"/>
                  </a:moveTo>
                  <a:cubicBezTo>
                    <a:pt x="91626" y="118119"/>
                    <a:pt x="118119" y="91626"/>
                    <a:pt x="118119" y="59059"/>
                  </a:cubicBezTo>
                  <a:cubicBezTo>
                    <a:pt x="118119" y="26492"/>
                    <a:pt x="91626" y="0"/>
                    <a:pt x="59059" y="0"/>
                  </a:cubicBezTo>
                  <a:cubicBezTo>
                    <a:pt x="26492" y="0"/>
                    <a:pt x="0" y="26492"/>
                    <a:pt x="0" y="59059"/>
                  </a:cubicBezTo>
                  <a:cubicBezTo>
                    <a:pt x="0" y="91626"/>
                    <a:pt x="26492" y="118119"/>
                    <a:pt x="59059" y="118119"/>
                  </a:cubicBezTo>
                  <a:close/>
                </a:path>
              </a:pathLst>
            </a:custGeom>
            <a:noFill/>
            <a:ln w="19050" cap="rnd">
              <a:solidFill>
                <a:schemeClr val="bg1"/>
              </a:solidFill>
              <a:prstDash val="solid"/>
              <a:round/>
            </a:ln>
          </p:spPr>
          <p:txBody>
            <a:bodyPr rtlCol="0" anchor="ctr"/>
            <a:lstStyle/>
            <a:p>
              <a:endParaRPr lang="en-US"/>
            </a:p>
          </p:txBody>
        </p:sp>
        <p:sp>
          <p:nvSpPr>
            <p:cNvPr id="162" name="Graphic 53">
              <a:extLst>
                <a:ext uri="{FF2B5EF4-FFF2-40B4-BE49-F238E27FC236}">
                  <a16:creationId xmlns:a16="http://schemas.microsoft.com/office/drawing/2014/main" id="{F312C0DE-93DB-4542-9C44-369607672AAE}"/>
                </a:ext>
              </a:extLst>
            </p:cNvPr>
            <p:cNvSpPr/>
            <p:nvPr/>
          </p:nvSpPr>
          <p:spPr>
            <a:xfrm>
              <a:off x="6087563" y="3420563"/>
              <a:ext cx="202489" cy="202489"/>
            </a:xfrm>
            <a:custGeom>
              <a:avLst/>
              <a:gdLst>
                <a:gd name="connsiteX0" fmla="*/ 202490 w 202489"/>
                <a:gd name="connsiteY0" fmla="*/ 101245 h 202489"/>
                <a:gd name="connsiteX1" fmla="*/ 101245 w 202489"/>
                <a:gd name="connsiteY1" fmla="*/ 202490 h 202489"/>
                <a:gd name="connsiteX2" fmla="*/ 0 w 202489"/>
                <a:gd name="connsiteY2" fmla="*/ 101245 h 202489"/>
                <a:gd name="connsiteX3" fmla="*/ 101245 w 202489"/>
                <a:gd name="connsiteY3" fmla="*/ 0 h 202489"/>
              </a:gdLst>
              <a:ahLst/>
              <a:cxnLst>
                <a:cxn ang="0">
                  <a:pos x="connsiteX0" y="connsiteY0"/>
                </a:cxn>
                <a:cxn ang="0">
                  <a:pos x="connsiteX1" y="connsiteY1"/>
                </a:cxn>
                <a:cxn ang="0">
                  <a:pos x="connsiteX2" y="connsiteY2"/>
                </a:cxn>
                <a:cxn ang="0">
                  <a:pos x="connsiteX3" y="connsiteY3"/>
                </a:cxn>
              </a:cxnLst>
              <a:rect l="l" t="t" r="r" b="b"/>
              <a:pathLst>
                <a:path w="202489" h="202489">
                  <a:moveTo>
                    <a:pt x="202490" y="101245"/>
                  </a:moveTo>
                  <a:cubicBezTo>
                    <a:pt x="202490" y="157098"/>
                    <a:pt x="157098" y="202490"/>
                    <a:pt x="101245" y="202490"/>
                  </a:cubicBezTo>
                  <a:cubicBezTo>
                    <a:pt x="45391" y="202490"/>
                    <a:pt x="0" y="157098"/>
                    <a:pt x="0" y="101245"/>
                  </a:cubicBezTo>
                  <a:cubicBezTo>
                    <a:pt x="0" y="45391"/>
                    <a:pt x="45391" y="0"/>
                    <a:pt x="101245" y="0"/>
                  </a:cubicBezTo>
                </a:path>
              </a:pathLst>
            </a:custGeom>
            <a:noFill/>
            <a:ln w="19050" cap="rnd">
              <a:solidFill>
                <a:schemeClr val="bg1"/>
              </a:solidFill>
              <a:prstDash val="solid"/>
              <a:round/>
            </a:ln>
          </p:spPr>
          <p:txBody>
            <a:bodyPr rtlCol="0" anchor="ctr"/>
            <a:lstStyle/>
            <a:p>
              <a:endParaRPr lang="en-US"/>
            </a:p>
          </p:txBody>
        </p:sp>
        <p:sp>
          <p:nvSpPr>
            <p:cNvPr id="163" name="Graphic 53">
              <a:extLst>
                <a:ext uri="{FF2B5EF4-FFF2-40B4-BE49-F238E27FC236}">
                  <a16:creationId xmlns:a16="http://schemas.microsoft.com/office/drawing/2014/main" id="{3E99A597-CB69-4E17-B857-9311E796FF8E}"/>
                </a:ext>
              </a:extLst>
            </p:cNvPr>
            <p:cNvSpPr/>
            <p:nvPr/>
          </p:nvSpPr>
          <p:spPr>
            <a:xfrm>
              <a:off x="6150841" y="3445874"/>
              <a:ext cx="139211" cy="96013"/>
            </a:xfrm>
            <a:custGeom>
              <a:avLst/>
              <a:gdLst>
                <a:gd name="connsiteX0" fmla="*/ 139212 w 139211"/>
                <a:gd name="connsiteY0" fmla="*/ 0 h 96013"/>
                <a:gd name="connsiteX1" fmla="*/ 46910 w 139211"/>
                <a:gd name="connsiteY1" fmla="*/ 92301 h 96013"/>
                <a:gd name="connsiteX2" fmla="*/ 37967 w 139211"/>
                <a:gd name="connsiteY2" fmla="*/ 96014 h 96013"/>
                <a:gd name="connsiteX3" fmla="*/ 29023 w 139211"/>
                <a:gd name="connsiteY3" fmla="*/ 92301 h 96013"/>
                <a:gd name="connsiteX4" fmla="*/ 0 w 139211"/>
                <a:gd name="connsiteY4" fmla="*/ 63278 h 9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211" h="96013">
                  <a:moveTo>
                    <a:pt x="139212" y="0"/>
                  </a:moveTo>
                  <a:lnTo>
                    <a:pt x="46910" y="92301"/>
                  </a:lnTo>
                  <a:cubicBezTo>
                    <a:pt x="44548" y="94664"/>
                    <a:pt x="41342" y="96014"/>
                    <a:pt x="37967" y="96014"/>
                  </a:cubicBezTo>
                  <a:cubicBezTo>
                    <a:pt x="34592" y="96014"/>
                    <a:pt x="31386" y="94664"/>
                    <a:pt x="29023" y="92301"/>
                  </a:cubicBezTo>
                  <a:lnTo>
                    <a:pt x="0" y="63278"/>
                  </a:lnTo>
                </a:path>
              </a:pathLst>
            </a:custGeom>
            <a:noFill/>
            <a:ln w="19050" cap="rnd">
              <a:solidFill>
                <a:schemeClr val="bg1"/>
              </a:solidFill>
              <a:prstDash val="solid"/>
              <a:round/>
            </a:ln>
          </p:spPr>
          <p:txBody>
            <a:bodyPr rtlCol="0" anchor="ctr"/>
            <a:lstStyle/>
            <a:p>
              <a:endParaRPr lang="en-US"/>
            </a:p>
          </p:txBody>
        </p:sp>
      </p:grpSp>
      <p:grpSp>
        <p:nvGrpSpPr>
          <p:cNvPr id="164" name="Graphic 65">
            <a:extLst>
              <a:ext uri="{FF2B5EF4-FFF2-40B4-BE49-F238E27FC236}">
                <a16:creationId xmlns:a16="http://schemas.microsoft.com/office/drawing/2014/main" id="{FAD3DE38-D66E-4839-8FF0-51052EDC30CF}"/>
              </a:ext>
            </a:extLst>
          </p:cNvPr>
          <p:cNvGrpSpPr/>
          <p:nvPr/>
        </p:nvGrpSpPr>
        <p:grpSpPr>
          <a:xfrm>
            <a:off x="4164654" y="4753946"/>
            <a:ext cx="469607" cy="386607"/>
            <a:chOff x="4176475" y="4752469"/>
            <a:chExt cx="426915" cy="351461"/>
          </a:xfrm>
          <a:noFill/>
        </p:grpSpPr>
        <p:sp>
          <p:nvSpPr>
            <p:cNvPr id="165" name="Graphic 65">
              <a:extLst>
                <a:ext uri="{FF2B5EF4-FFF2-40B4-BE49-F238E27FC236}">
                  <a16:creationId xmlns:a16="http://schemas.microsoft.com/office/drawing/2014/main" id="{856B9401-FAE2-4D54-935B-AE45C9C5559B}"/>
                </a:ext>
              </a:extLst>
            </p:cNvPr>
            <p:cNvSpPr/>
            <p:nvPr/>
          </p:nvSpPr>
          <p:spPr>
            <a:xfrm>
              <a:off x="4529145" y="4938085"/>
              <a:ext cx="74246" cy="148492"/>
            </a:xfrm>
            <a:custGeom>
              <a:avLst/>
              <a:gdLst>
                <a:gd name="connsiteX0" fmla="*/ 0 w 74246"/>
                <a:gd name="connsiteY0" fmla="*/ 9281 h 148492"/>
                <a:gd name="connsiteX1" fmla="*/ 9281 w 74246"/>
                <a:gd name="connsiteY1" fmla="*/ 0 h 148492"/>
                <a:gd name="connsiteX2" fmla="*/ 64965 w 74246"/>
                <a:gd name="connsiteY2" fmla="*/ 0 h 148492"/>
                <a:gd name="connsiteX3" fmla="*/ 74246 w 74246"/>
                <a:gd name="connsiteY3" fmla="*/ 9281 h 148492"/>
                <a:gd name="connsiteX4" fmla="*/ 74246 w 74246"/>
                <a:gd name="connsiteY4" fmla="*/ 139212 h 148492"/>
                <a:gd name="connsiteX5" fmla="*/ 64965 w 74246"/>
                <a:gd name="connsiteY5" fmla="*/ 148492 h 148492"/>
                <a:gd name="connsiteX6" fmla="*/ 9281 w 74246"/>
                <a:gd name="connsiteY6" fmla="*/ 148492 h 148492"/>
                <a:gd name="connsiteX7" fmla="*/ 0 w 74246"/>
                <a:gd name="connsiteY7" fmla="*/ 139212 h 148492"/>
                <a:gd name="connsiteX8" fmla="*/ 0 w 74246"/>
                <a:gd name="connsiteY8" fmla="*/ 9281 h 14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46" h="148492">
                  <a:moveTo>
                    <a:pt x="0" y="9281"/>
                  </a:moveTo>
                  <a:cubicBezTo>
                    <a:pt x="0" y="4084"/>
                    <a:pt x="4084" y="0"/>
                    <a:pt x="9281" y="0"/>
                  </a:cubicBezTo>
                  <a:lnTo>
                    <a:pt x="64965" y="0"/>
                  </a:lnTo>
                  <a:cubicBezTo>
                    <a:pt x="70163" y="0"/>
                    <a:pt x="74246" y="4084"/>
                    <a:pt x="74246" y="9281"/>
                  </a:cubicBezTo>
                  <a:lnTo>
                    <a:pt x="74246" y="139212"/>
                  </a:lnTo>
                  <a:cubicBezTo>
                    <a:pt x="74246" y="144409"/>
                    <a:pt x="70163" y="148492"/>
                    <a:pt x="64965" y="148492"/>
                  </a:cubicBezTo>
                  <a:lnTo>
                    <a:pt x="9281" y="148492"/>
                  </a:lnTo>
                  <a:cubicBezTo>
                    <a:pt x="4084" y="148492"/>
                    <a:pt x="0" y="144409"/>
                    <a:pt x="0" y="139212"/>
                  </a:cubicBezTo>
                  <a:lnTo>
                    <a:pt x="0" y="9281"/>
                  </a:lnTo>
                  <a:close/>
                </a:path>
              </a:pathLst>
            </a:custGeom>
            <a:noFill/>
            <a:ln w="19050" cap="rnd">
              <a:solidFill>
                <a:schemeClr val="bg1"/>
              </a:solidFill>
              <a:prstDash val="solid"/>
              <a:round/>
            </a:ln>
          </p:spPr>
          <p:txBody>
            <a:bodyPr rtlCol="0" anchor="ctr"/>
            <a:lstStyle/>
            <a:p>
              <a:endParaRPr lang="en-US"/>
            </a:p>
          </p:txBody>
        </p:sp>
        <p:sp>
          <p:nvSpPr>
            <p:cNvPr id="166" name="Graphic 65">
              <a:extLst>
                <a:ext uri="{FF2B5EF4-FFF2-40B4-BE49-F238E27FC236}">
                  <a16:creationId xmlns:a16="http://schemas.microsoft.com/office/drawing/2014/main" id="{F7CA50B6-AE97-41A4-AFE0-B9481190EAD8}"/>
                </a:ext>
              </a:extLst>
            </p:cNvPr>
            <p:cNvSpPr/>
            <p:nvPr/>
          </p:nvSpPr>
          <p:spPr>
            <a:xfrm>
              <a:off x="4176475" y="4992761"/>
              <a:ext cx="352669" cy="111169"/>
            </a:xfrm>
            <a:custGeom>
              <a:avLst/>
              <a:gdLst>
                <a:gd name="connsiteX0" fmla="*/ 352669 w 352669"/>
                <a:gd name="connsiteY0" fmla="*/ 67087 h 111169"/>
                <a:gd name="connsiteX1" fmla="*/ 0 w 352669"/>
                <a:gd name="connsiteY1" fmla="*/ 20683 h 111169"/>
                <a:gd name="connsiteX2" fmla="*/ 55685 w 352669"/>
                <a:gd name="connsiteY2" fmla="*/ 2122 h 111169"/>
                <a:gd name="connsiteX3" fmla="*/ 135870 w 352669"/>
                <a:gd name="connsiteY3" fmla="*/ 27551 h 111169"/>
              </a:gdLst>
              <a:ahLst/>
              <a:cxnLst>
                <a:cxn ang="0">
                  <a:pos x="connsiteX0" y="connsiteY0"/>
                </a:cxn>
                <a:cxn ang="0">
                  <a:pos x="connsiteX1" y="connsiteY1"/>
                </a:cxn>
                <a:cxn ang="0">
                  <a:pos x="connsiteX2" y="connsiteY2"/>
                </a:cxn>
                <a:cxn ang="0">
                  <a:pos x="connsiteX3" y="connsiteY3"/>
                </a:cxn>
              </a:cxnLst>
              <a:rect l="l" t="t" r="r" b="b"/>
              <a:pathLst>
                <a:path w="352669" h="111169">
                  <a:moveTo>
                    <a:pt x="352669" y="67087"/>
                  </a:moveTo>
                  <a:cubicBezTo>
                    <a:pt x="157773" y="132053"/>
                    <a:pt x="222739" y="132053"/>
                    <a:pt x="0" y="20683"/>
                  </a:cubicBezTo>
                  <a:cubicBezTo>
                    <a:pt x="12807" y="3421"/>
                    <a:pt x="35081" y="-4004"/>
                    <a:pt x="55685" y="2122"/>
                  </a:cubicBezTo>
                  <a:lnTo>
                    <a:pt x="135870" y="27551"/>
                  </a:lnTo>
                </a:path>
              </a:pathLst>
            </a:custGeom>
            <a:noFill/>
            <a:ln w="19050" cap="rnd">
              <a:solidFill>
                <a:schemeClr val="bg1"/>
              </a:solidFill>
              <a:prstDash val="solid"/>
              <a:round/>
            </a:ln>
          </p:spPr>
          <p:txBody>
            <a:bodyPr rtlCol="0" anchor="ctr"/>
            <a:lstStyle/>
            <a:p>
              <a:endParaRPr lang="en-US"/>
            </a:p>
          </p:txBody>
        </p:sp>
        <p:sp>
          <p:nvSpPr>
            <p:cNvPr id="167" name="Graphic 65">
              <a:extLst>
                <a:ext uri="{FF2B5EF4-FFF2-40B4-BE49-F238E27FC236}">
                  <a16:creationId xmlns:a16="http://schemas.microsoft.com/office/drawing/2014/main" id="{39F9A045-4673-4F48-98D4-A0C83A8DF023}"/>
                </a:ext>
              </a:extLst>
            </p:cNvPr>
            <p:cNvSpPr/>
            <p:nvPr/>
          </p:nvSpPr>
          <p:spPr>
            <a:xfrm>
              <a:off x="4311046" y="4956646"/>
              <a:ext cx="218098" cy="74246"/>
            </a:xfrm>
            <a:custGeom>
              <a:avLst/>
              <a:gdLst>
                <a:gd name="connsiteX0" fmla="*/ 218098 w 218098"/>
                <a:gd name="connsiteY0" fmla="*/ 0 h 74246"/>
                <a:gd name="connsiteX1" fmla="*/ 162413 w 218098"/>
                <a:gd name="connsiteY1" fmla="*/ 0 h 74246"/>
                <a:gd name="connsiteX2" fmla="*/ 78887 w 218098"/>
                <a:gd name="connsiteY2" fmla="*/ 37123 h 74246"/>
                <a:gd name="connsiteX3" fmla="*/ 13921 w 218098"/>
                <a:gd name="connsiteY3" fmla="*/ 37123 h 74246"/>
                <a:gd name="connsiteX4" fmla="*/ 13921 w 218098"/>
                <a:gd name="connsiteY4" fmla="*/ 74246 h 74246"/>
                <a:gd name="connsiteX5" fmla="*/ 116010 w 218098"/>
                <a:gd name="connsiteY5" fmla="*/ 74246 h 74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098" h="74246">
                  <a:moveTo>
                    <a:pt x="218098" y="0"/>
                  </a:moveTo>
                  <a:lnTo>
                    <a:pt x="162413" y="0"/>
                  </a:lnTo>
                  <a:cubicBezTo>
                    <a:pt x="118794" y="0"/>
                    <a:pt x="88167" y="37123"/>
                    <a:pt x="78887" y="37123"/>
                  </a:cubicBezTo>
                  <a:lnTo>
                    <a:pt x="13921" y="37123"/>
                  </a:lnTo>
                  <a:cubicBezTo>
                    <a:pt x="-4640" y="37123"/>
                    <a:pt x="-4640" y="74246"/>
                    <a:pt x="13921" y="74246"/>
                  </a:cubicBezTo>
                  <a:lnTo>
                    <a:pt x="116010" y="74246"/>
                  </a:lnTo>
                </a:path>
              </a:pathLst>
            </a:custGeom>
            <a:noFill/>
            <a:ln w="19050" cap="rnd">
              <a:solidFill>
                <a:schemeClr val="bg1"/>
              </a:solidFill>
              <a:prstDash val="solid"/>
              <a:round/>
            </a:ln>
          </p:spPr>
          <p:txBody>
            <a:bodyPr rtlCol="0" anchor="ctr"/>
            <a:lstStyle/>
            <a:p>
              <a:endParaRPr lang="en-US"/>
            </a:p>
          </p:txBody>
        </p:sp>
        <p:sp>
          <p:nvSpPr>
            <p:cNvPr id="168" name="Graphic 65">
              <a:extLst>
                <a:ext uri="{FF2B5EF4-FFF2-40B4-BE49-F238E27FC236}">
                  <a16:creationId xmlns:a16="http://schemas.microsoft.com/office/drawing/2014/main" id="{D054C547-6FF9-4CC6-BFB0-DBC26C4B278F}"/>
                </a:ext>
              </a:extLst>
            </p:cNvPr>
            <p:cNvSpPr/>
            <p:nvPr/>
          </p:nvSpPr>
          <p:spPr>
            <a:xfrm>
              <a:off x="4232160" y="4752469"/>
              <a:ext cx="259861" cy="205290"/>
            </a:xfrm>
            <a:custGeom>
              <a:avLst/>
              <a:gdLst>
                <a:gd name="connsiteX0" fmla="*/ 259862 w 259861"/>
                <a:gd name="connsiteY0" fmla="*/ 167054 h 205290"/>
                <a:gd name="connsiteX1" fmla="*/ 259862 w 259861"/>
                <a:gd name="connsiteY1" fmla="*/ 18562 h 205290"/>
                <a:gd name="connsiteX2" fmla="*/ 241300 w 259861"/>
                <a:gd name="connsiteY2" fmla="*/ 0 h 205290"/>
                <a:gd name="connsiteX3" fmla="*/ 18562 w 259861"/>
                <a:gd name="connsiteY3" fmla="*/ 0 h 205290"/>
                <a:gd name="connsiteX4" fmla="*/ 0 w 259861"/>
                <a:gd name="connsiteY4" fmla="*/ 18562 h 205290"/>
                <a:gd name="connsiteX5" fmla="*/ 0 w 259861"/>
                <a:gd name="connsiteY5" fmla="*/ 205291 h 205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861" h="205290">
                  <a:moveTo>
                    <a:pt x="259862" y="167054"/>
                  </a:moveTo>
                  <a:lnTo>
                    <a:pt x="259862" y="18562"/>
                  </a:lnTo>
                  <a:cubicBezTo>
                    <a:pt x="259862" y="8353"/>
                    <a:pt x="251509" y="0"/>
                    <a:pt x="241300" y="0"/>
                  </a:cubicBezTo>
                  <a:lnTo>
                    <a:pt x="18562" y="0"/>
                  </a:lnTo>
                  <a:cubicBezTo>
                    <a:pt x="8353" y="0"/>
                    <a:pt x="0" y="8353"/>
                    <a:pt x="0" y="18562"/>
                  </a:cubicBezTo>
                  <a:lnTo>
                    <a:pt x="0" y="205291"/>
                  </a:lnTo>
                </a:path>
              </a:pathLst>
            </a:custGeom>
            <a:noFill/>
            <a:ln w="19050" cap="rnd">
              <a:solidFill>
                <a:schemeClr val="bg1"/>
              </a:solidFill>
              <a:prstDash val="solid"/>
              <a:round/>
            </a:ln>
          </p:spPr>
          <p:txBody>
            <a:bodyPr rtlCol="0" anchor="ctr"/>
            <a:lstStyle/>
            <a:p>
              <a:endParaRPr lang="en-US"/>
            </a:p>
          </p:txBody>
        </p:sp>
        <p:sp>
          <p:nvSpPr>
            <p:cNvPr id="169" name="Graphic 65">
              <a:extLst>
                <a:ext uri="{FF2B5EF4-FFF2-40B4-BE49-F238E27FC236}">
                  <a16:creationId xmlns:a16="http://schemas.microsoft.com/office/drawing/2014/main" id="{C8BA47D5-FE0D-4118-880F-20542B84FE15}"/>
                </a:ext>
              </a:extLst>
            </p:cNvPr>
            <p:cNvSpPr/>
            <p:nvPr/>
          </p:nvSpPr>
          <p:spPr>
            <a:xfrm>
              <a:off x="4306406" y="4752469"/>
              <a:ext cx="111369" cy="138049"/>
            </a:xfrm>
            <a:custGeom>
              <a:avLst/>
              <a:gdLst>
                <a:gd name="connsiteX0" fmla="*/ 0 w 111369"/>
                <a:gd name="connsiteY0" fmla="*/ 0 h 138049"/>
                <a:gd name="connsiteX1" fmla="*/ 0 w 111369"/>
                <a:gd name="connsiteY1" fmla="*/ 128817 h 138049"/>
                <a:gd name="connsiteX2" fmla="*/ 5383 w 111369"/>
                <a:gd name="connsiteY2" fmla="*/ 137170 h 138049"/>
                <a:gd name="connsiteX3" fmla="*/ 15220 w 111369"/>
                <a:gd name="connsiteY3" fmla="*/ 135871 h 138049"/>
                <a:gd name="connsiteX4" fmla="*/ 55685 w 111369"/>
                <a:gd name="connsiteY4" fmla="*/ 102645 h 138049"/>
                <a:gd name="connsiteX5" fmla="*/ 96149 w 111369"/>
                <a:gd name="connsiteY5" fmla="*/ 135871 h 138049"/>
                <a:gd name="connsiteX6" fmla="*/ 105986 w 111369"/>
                <a:gd name="connsiteY6" fmla="*/ 137170 h 138049"/>
                <a:gd name="connsiteX7" fmla="*/ 111369 w 111369"/>
                <a:gd name="connsiteY7" fmla="*/ 128817 h 138049"/>
                <a:gd name="connsiteX8" fmla="*/ 111369 w 111369"/>
                <a:gd name="connsiteY8" fmla="*/ 0 h 13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369" h="138049">
                  <a:moveTo>
                    <a:pt x="0" y="0"/>
                  </a:moveTo>
                  <a:lnTo>
                    <a:pt x="0" y="128817"/>
                  </a:lnTo>
                  <a:cubicBezTo>
                    <a:pt x="0" y="132344"/>
                    <a:pt x="2042" y="135685"/>
                    <a:pt x="5383" y="137170"/>
                  </a:cubicBezTo>
                  <a:cubicBezTo>
                    <a:pt x="8538" y="138655"/>
                    <a:pt x="12436" y="138284"/>
                    <a:pt x="15220" y="135871"/>
                  </a:cubicBezTo>
                  <a:lnTo>
                    <a:pt x="55685" y="102645"/>
                  </a:lnTo>
                  <a:lnTo>
                    <a:pt x="96149" y="135871"/>
                  </a:lnTo>
                  <a:cubicBezTo>
                    <a:pt x="98933" y="138098"/>
                    <a:pt x="102831" y="138655"/>
                    <a:pt x="105986" y="137170"/>
                  </a:cubicBezTo>
                  <a:cubicBezTo>
                    <a:pt x="109142" y="135685"/>
                    <a:pt x="111369" y="132344"/>
                    <a:pt x="111369" y="128817"/>
                  </a:cubicBezTo>
                  <a:lnTo>
                    <a:pt x="111369" y="0"/>
                  </a:lnTo>
                </a:path>
              </a:pathLst>
            </a:custGeom>
            <a:noFill/>
            <a:ln w="19050" cap="rnd">
              <a:solidFill>
                <a:schemeClr val="bg1"/>
              </a:solidFill>
              <a:prstDash val="solid"/>
              <a:round/>
            </a:ln>
          </p:spPr>
          <p:txBody>
            <a:bodyPr rtlCol="0" anchor="ctr"/>
            <a:lstStyle/>
            <a:p>
              <a:endParaRPr lang="en-US"/>
            </a:p>
          </p:txBody>
        </p:sp>
      </p:grpSp>
      <p:sp>
        <p:nvSpPr>
          <p:cNvPr id="172" name="TextBox 171">
            <a:extLst>
              <a:ext uri="{FF2B5EF4-FFF2-40B4-BE49-F238E27FC236}">
                <a16:creationId xmlns:a16="http://schemas.microsoft.com/office/drawing/2014/main" id="{33A7C3E1-EA2F-4722-AC61-5E20727C1D9E}"/>
              </a:ext>
            </a:extLst>
          </p:cNvPr>
          <p:cNvSpPr txBox="1"/>
          <p:nvPr/>
        </p:nvSpPr>
        <p:spPr>
          <a:xfrm>
            <a:off x="626580" y="1679762"/>
            <a:ext cx="6106438" cy="276999"/>
          </a:xfrm>
          <a:prstGeom prst="rect">
            <a:avLst/>
          </a:prstGeom>
          <a:noFill/>
        </p:spPr>
        <p:txBody>
          <a:bodyPr wrap="square" lIns="0" tIns="0" rIns="0" bIns="0">
            <a:spAutoFit/>
          </a:bodyPr>
          <a:lstStyle/>
          <a:p>
            <a:pPr>
              <a:spcBef>
                <a:spcPts val="300"/>
              </a:spcBef>
              <a:spcAft>
                <a:spcPts val="300"/>
              </a:spcAft>
            </a:pPr>
            <a:r>
              <a:rPr lang="en-IN" sz="1800" b="1" dirty="0">
                <a:solidFill>
                  <a:srgbClr val="FF6600"/>
                </a:solidFill>
                <a:latin typeface="+mj-lt"/>
                <a:cs typeface="Calibri" panose="020F0502020204030204" pitchFamily="34" charset="0"/>
              </a:rPr>
              <a:t>Architecture – Highly Reliable</a:t>
            </a:r>
          </a:p>
        </p:txBody>
      </p:sp>
      <p:sp>
        <p:nvSpPr>
          <p:cNvPr id="174" name="TextBox 173">
            <a:extLst>
              <a:ext uri="{FF2B5EF4-FFF2-40B4-BE49-F238E27FC236}">
                <a16:creationId xmlns:a16="http://schemas.microsoft.com/office/drawing/2014/main" id="{99BC7DAF-181E-4470-BA44-56FEFEACBDE9}"/>
              </a:ext>
            </a:extLst>
          </p:cNvPr>
          <p:cNvSpPr txBox="1"/>
          <p:nvPr/>
        </p:nvSpPr>
        <p:spPr>
          <a:xfrm>
            <a:off x="1609595" y="5895644"/>
            <a:ext cx="8972811" cy="276999"/>
          </a:xfrm>
          <a:prstGeom prst="rect">
            <a:avLst/>
          </a:prstGeom>
          <a:noFill/>
        </p:spPr>
        <p:txBody>
          <a:bodyPr wrap="square" lIns="0" tIns="0" rIns="0" bIns="0">
            <a:spAutoFit/>
          </a:bodyPr>
          <a:lstStyle/>
          <a:p>
            <a:pPr algn="ctr" eaLnBrk="0" hangingPunct="0">
              <a:defRPr/>
            </a:pPr>
            <a:r>
              <a:rPr lang="en-US" sz="1800" b="1" kern="0" dirty="0" err="1">
                <a:latin typeface="Arial" charset="0"/>
                <a:ea typeface="ＭＳ Ｐゴシック" pitchFamily="1" charset="-128"/>
              </a:rPr>
              <a:t>Datawire</a:t>
            </a:r>
            <a:r>
              <a:rPr lang="en-US" sz="1800" b="1" kern="0" dirty="0">
                <a:latin typeface="Arial" charset="0"/>
                <a:ea typeface="ＭＳ Ｐゴシック" pitchFamily="1" charset="-128"/>
              </a:rPr>
              <a:t> Secure Transport </a:t>
            </a:r>
            <a:r>
              <a:rPr lang="en-US" sz="1800" b="1" kern="0" dirty="0">
                <a:ea typeface="ＭＳ Ｐゴシック" pitchFamily="1" charset="-128"/>
              </a:rPr>
              <a:t>has strong advantages over VPN or dedicated circuit</a:t>
            </a:r>
            <a:endParaRPr lang="en-US" sz="1800" b="1" kern="0" dirty="0">
              <a:latin typeface="Arial" charset="0"/>
              <a:ea typeface="ＭＳ Ｐゴシック" pitchFamily="1" charset="-128"/>
            </a:endParaRPr>
          </a:p>
        </p:txBody>
      </p:sp>
      <p:grpSp>
        <p:nvGrpSpPr>
          <p:cNvPr id="180" name="Group 179">
            <a:extLst>
              <a:ext uri="{FF2B5EF4-FFF2-40B4-BE49-F238E27FC236}">
                <a16:creationId xmlns:a16="http://schemas.microsoft.com/office/drawing/2014/main" id="{644D2AB4-A5D5-45A8-AF9A-6E417B3F7169}"/>
              </a:ext>
            </a:extLst>
          </p:cNvPr>
          <p:cNvGrpSpPr/>
          <p:nvPr/>
        </p:nvGrpSpPr>
        <p:grpSpPr>
          <a:xfrm>
            <a:off x="7395484" y="2081374"/>
            <a:ext cx="773205" cy="773205"/>
            <a:chOff x="7395484" y="2081374"/>
            <a:chExt cx="773205" cy="773205"/>
          </a:xfrm>
        </p:grpSpPr>
        <p:sp>
          <p:nvSpPr>
            <p:cNvPr id="144" name="Oval 143">
              <a:extLst>
                <a:ext uri="{FF2B5EF4-FFF2-40B4-BE49-F238E27FC236}">
                  <a16:creationId xmlns:a16="http://schemas.microsoft.com/office/drawing/2014/main" id="{31191B55-2EAB-4A7C-B42B-A26DF60677CB}"/>
                </a:ext>
              </a:extLst>
            </p:cNvPr>
            <p:cNvSpPr/>
            <p:nvPr/>
          </p:nvSpPr>
          <p:spPr>
            <a:xfrm>
              <a:off x="7395484" y="2081374"/>
              <a:ext cx="773205" cy="773205"/>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grpSp>
          <p:nvGrpSpPr>
            <p:cNvPr id="175" name="Group 174">
              <a:extLst>
                <a:ext uri="{FF2B5EF4-FFF2-40B4-BE49-F238E27FC236}">
                  <a16:creationId xmlns:a16="http://schemas.microsoft.com/office/drawing/2014/main" id="{F5C919F7-DDB5-4756-BC6A-4A906F88E695}"/>
                </a:ext>
              </a:extLst>
            </p:cNvPr>
            <p:cNvGrpSpPr/>
            <p:nvPr/>
          </p:nvGrpSpPr>
          <p:grpSpPr>
            <a:xfrm>
              <a:off x="7577544" y="2297860"/>
              <a:ext cx="409085" cy="409085"/>
              <a:chOff x="9566275" y="2355850"/>
              <a:chExt cx="635000" cy="635000"/>
            </a:xfrm>
          </p:grpSpPr>
          <p:sp>
            <p:nvSpPr>
              <p:cNvPr id="176" name="Freeform 106">
                <a:extLst>
                  <a:ext uri="{FF2B5EF4-FFF2-40B4-BE49-F238E27FC236}">
                    <a16:creationId xmlns:a16="http://schemas.microsoft.com/office/drawing/2014/main" id="{BEE232D5-845F-486A-A080-D0D39712727B}"/>
                  </a:ext>
                </a:extLst>
              </p:cNvPr>
              <p:cNvSpPr>
                <a:spLocks/>
              </p:cNvSpPr>
              <p:nvPr/>
            </p:nvSpPr>
            <p:spPr bwMode="auto">
              <a:xfrm>
                <a:off x="9566275" y="2355850"/>
                <a:ext cx="635000" cy="635000"/>
              </a:xfrm>
              <a:custGeom>
                <a:avLst/>
                <a:gdLst>
                  <a:gd name="T0" fmla="*/ 88 w 92"/>
                  <a:gd name="T1" fmla="*/ 0 h 92"/>
                  <a:gd name="T2" fmla="*/ 92 w 92"/>
                  <a:gd name="T3" fmla="*/ 4 h 92"/>
                  <a:gd name="T4" fmla="*/ 92 w 92"/>
                  <a:gd name="T5" fmla="*/ 34 h 92"/>
                  <a:gd name="T6" fmla="*/ 46 w 92"/>
                  <a:gd name="T7" fmla="*/ 92 h 92"/>
                  <a:gd name="T8" fmla="*/ 0 w 92"/>
                  <a:gd name="T9" fmla="*/ 35 h 92"/>
                  <a:gd name="T10" fmla="*/ 0 w 92"/>
                  <a:gd name="T11" fmla="*/ 4 h 92"/>
                  <a:gd name="T12" fmla="*/ 4 w 92"/>
                  <a:gd name="T13" fmla="*/ 0 h 92"/>
                  <a:gd name="T14" fmla="*/ 88 w 92"/>
                  <a:gd name="T15" fmla="*/ 0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88" y="0"/>
                    </a:moveTo>
                    <a:cubicBezTo>
                      <a:pt x="90" y="0"/>
                      <a:pt x="92" y="2"/>
                      <a:pt x="92" y="4"/>
                    </a:cubicBezTo>
                    <a:cubicBezTo>
                      <a:pt x="92" y="34"/>
                      <a:pt x="92" y="34"/>
                      <a:pt x="92" y="34"/>
                    </a:cubicBezTo>
                    <a:cubicBezTo>
                      <a:pt x="92" y="62"/>
                      <a:pt x="73" y="86"/>
                      <a:pt x="46" y="92"/>
                    </a:cubicBezTo>
                    <a:cubicBezTo>
                      <a:pt x="19" y="86"/>
                      <a:pt x="0" y="62"/>
                      <a:pt x="0" y="35"/>
                    </a:cubicBezTo>
                    <a:cubicBezTo>
                      <a:pt x="0" y="4"/>
                      <a:pt x="0" y="4"/>
                      <a:pt x="0" y="4"/>
                    </a:cubicBezTo>
                    <a:cubicBezTo>
                      <a:pt x="0" y="2"/>
                      <a:pt x="2" y="0"/>
                      <a:pt x="4" y="0"/>
                    </a:cubicBezTo>
                    <a:lnTo>
                      <a:pt x="88" y="0"/>
                    </a:lnTo>
                    <a:close/>
                  </a:path>
                </a:pathLst>
              </a:cu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107">
                <a:extLst>
                  <a:ext uri="{FF2B5EF4-FFF2-40B4-BE49-F238E27FC236}">
                    <a16:creationId xmlns:a16="http://schemas.microsoft.com/office/drawing/2014/main" id="{2800187A-DF40-4EBE-958A-81163A18437A}"/>
                  </a:ext>
                </a:extLst>
              </p:cNvPr>
              <p:cNvSpPr>
                <a:spLocks/>
              </p:cNvSpPr>
              <p:nvPr/>
            </p:nvSpPr>
            <p:spPr bwMode="auto">
              <a:xfrm>
                <a:off x="9759950" y="2555875"/>
                <a:ext cx="247650" cy="214312"/>
              </a:xfrm>
              <a:custGeom>
                <a:avLst/>
                <a:gdLst>
                  <a:gd name="T0" fmla="*/ 36 w 36"/>
                  <a:gd name="T1" fmla="*/ 27 h 31"/>
                  <a:gd name="T2" fmla="*/ 35 w 36"/>
                  <a:gd name="T3" fmla="*/ 30 h 31"/>
                  <a:gd name="T4" fmla="*/ 32 w 36"/>
                  <a:gd name="T5" fmla="*/ 31 h 31"/>
                  <a:gd name="T6" fmla="*/ 4 w 36"/>
                  <a:gd name="T7" fmla="*/ 31 h 31"/>
                  <a:gd name="T8" fmla="*/ 0 w 36"/>
                  <a:gd name="T9" fmla="*/ 27 h 31"/>
                  <a:gd name="T10" fmla="*/ 0 w 36"/>
                  <a:gd name="T11" fmla="*/ 4 h 31"/>
                  <a:gd name="T12" fmla="*/ 4 w 36"/>
                  <a:gd name="T13" fmla="*/ 0 h 31"/>
                  <a:gd name="T14" fmla="*/ 32 w 36"/>
                  <a:gd name="T15" fmla="*/ 0 h 31"/>
                  <a:gd name="T16" fmla="*/ 36 w 36"/>
                  <a:gd name="T17" fmla="*/ 4 h 31"/>
                  <a:gd name="T18" fmla="*/ 36 w 36"/>
                  <a:gd name="T19"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1">
                    <a:moveTo>
                      <a:pt x="36" y="27"/>
                    </a:moveTo>
                    <a:cubicBezTo>
                      <a:pt x="36" y="28"/>
                      <a:pt x="36" y="29"/>
                      <a:pt x="35" y="30"/>
                    </a:cubicBezTo>
                    <a:cubicBezTo>
                      <a:pt x="34" y="31"/>
                      <a:pt x="33" y="31"/>
                      <a:pt x="32" y="31"/>
                    </a:cubicBezTo>
                    <a:cubicBezTo>
                      <a:pt x="4" y="31"/>
                      <a:pt x="4" y="31"/>
                      <a:pt x="4" y="31"/>
                    </a:cubicBezTo>
                    <a:cubicBezTo>
                      <a:pt x="2" y="31"/>
                      <a:pt x="0" y="29"/>
                      <a:pt x="0" y="27"/>
                    </a:cubicBezTo>
                    <a:cubicBezTo>
                      <a:pt x="0" y="4"/>
                      <a:pt x="0" y="4"/>
                      <a:pt x="0" y="4"/>
                    </a:cubicBezTo>
                    <a:cubicBezTo>
                      <a:pt x="0" y="2"/>
                      <a:pt x="2" y="0"/>
                      <a:pt x="4" y="0"/>
                    </a:cubicBezTo>
                    <a:cubicBezTo>
                      <a:pt x="32" y="0"/>
                      <a:pt x="32" y="0"/>
                      <a:pt x="32" y="0"/>
                    </a:cubicBezTo>
                    <a:cubicBezTo>
                      <a:pt x="34" y="0"/>
                      <a:pt x="36" y="1"/>
                      <a:pt x="36" y="4"/>
                    </a:cubicBezTo>
                    <a:lnTo>
                      <a:pt x="36" y="27"/>
                    </a:lnTo>
                    <a:close/>
                  </a:path>
                </a:pathLst>
              </a:cu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108">
                <a:extLst>
                  <a:ext uri="{FF2B5EF4-FFF2-40B4-BE49-F238E27FC236}">
                    <a16:creationId xmlns:a16="http://schemas.microsoft.com/office/drawing/2014/main" id="{59CB8D72-28E0-4C87-A1D9-306D7465047B}"/>
                  </a:ext>
                </a:extLst>
              </p:cNvPr>
              <p:cNvSpPr>
                <a:spLocks/>
              </p:cNvSpPr>
              <p:nvPr/>
            </p:nvSpPr>
            <p:spPr bwMode="auto">
              <a:xfrm>
                <a:off x="9801225" y="2438400"/>
                <a:ext cx="165100" cy="117475"/>
              </a:xfrm>
              <a:custGeom>
                <a:avLst/>
                <a:gdLst>
                  <a:gd name="T0" fmla="*/ 12 w 24"/>
                  <a:gd name="T1" fmla="*/ 0 h 17"/>
                  <a:gd name="T2" fmla="*/ 12 w 24"/>
                  <a:gd name="T3" fmla="*/ 0 h 17"/>
                  <a:gd name="T4" fmla="*/ 3 w 24"/>
                  <a:gd name="T5" fmla="*/ 4 h 17"/>
                  <a:gd name="T6" fmla="*/ 0 w 24"/>
                  <a:gd name="T7" fmla="*/ 12 h 17"/>
                  <a:gd name="T8" fmla="*/ 0 w 24"/>
                  <a:gd name="T9" fmla="*/ 17 h 17"/>
                  <a:gd name="T10" fmla="*/ 24 w 24"/>
                  <a:gd name="T11" fmla="*/ 17 h 17"/>
                  <a:gd name="T12" fmla="*/ 24 w 24"/>
                  <a:gd name="T13" fmla="*/ 12 h 17"/>
                  <a:gd name="T14" fmla="*/ 20 w 24"/>
                  <a:gd name="T15" fmla="*/ 4 h 17"/>
                  <a:gd name="T16" fmla="*/ 12 w 24"/>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7">
                    <a:moveTo>
                      <a:pt x="12" y="0"/>
                    </a:moveTo>
                    <a:cubicBezTo>
                      <a:pt x="12" y="0"/>
                      <a:pt x="12" y="0"/>
                      <a:pt x="12" y="0"/>
                    </a:cubicBezTo>
                    <a:cubicBezTo>
                      <a:pt x="9" y="0"/>
                      <a:pt x="6" y="1"/>
                      <a:pt x="3" y="4"/>
                    </a:cubicBezTo>
                    <a:cubicBezTo>
                      <a:pt x="1" y="6"/>
                      <a:pt x="0" y="9"/>
                      <a:pt x="0" y="12"/>
                    </a:cubicBezTo>
                    <a:cubicBezTo>
                      <a:pt x="0" y="17"/>
                      <a:pt x="0" y="17"/>
                      <a:pt x="0" y="17"/>
                    </a:cubicBezTo>
                    <a:cubicBezTo>
                      <a:pt x="24" y="17"/>
                      <a:pt x="24" y="17"/>
                      <a:pt x="24" y="17"/>
                    </a:cubicBezTo>
                    <a:cubicBezTo>
                      <a:pt x="24" y="12"/>
                      <a:pt x="24" y="12"/>
                      <a:pt x="24" y="12"/>
                    </a:cubicBezTo>
                    <a:cubicBezTo>
                      <a:pt x="24" y="9"/>
                      <a:pt x="23" y="6"/>
                      <a:pt x="20" y="4"/>
                    </a:cubicBezTo>
                    <a:cubicBezTo>
                      <a:pt x="18" y="1"/>
                      <a:pt x="15" y="0"/>
                      <a:pt x="12" y="0"/>
                    </a:cubicBezTo>
                    <a:close/>
                  </a:path>
                </a:pathLst>
              </a:cu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Oval 109">
                <a:extLst>
                  <a:ext uri="{FF2B5EF4-FFF2-40B4-BE49-F238E27FC236}">
                    <a16:creationId xmlns:a16="http://schemas.microsoft.com/office/drawing/2014/main" id="{451456C8-4A52-4821-BB0A-340EC4A06293}"/>
                  </a:ext>
                </a:extLst>
              </p:cNvPr>
              <p:cNvSpPr>
                <a:spLocks noChangeArrowheads="1"/>
              </p:cNvSpPr>
              <p:nvPr/>
            </p:nvSpPr>
            <p:spPr bwMode="auto">
              <a:xfrm>
                <a:off x="9848850" y="2625725"/>
                <a:ext cx="69850" cy="68262"/>
              </a:xfrm>
              <a:prstGeom prst="ellipse">
                <a:avLst/>
              </a:pr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2337590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83CC-EBD4-452D-B058-13CEE17368B6}"/>
              </a:ext>
            </a:extLst>
          </p:cNvPr>
          <p:cNvSpPr>
            <a:spLocks noGrp="1"/>
          </p:cNvSpPr>
          <p:nvPr>
            <p:ph type="title"/>
          </p:nvPr>
        </p:nvSpPr>
        <p:spPr/>
        <p:txBody>
          <a:bodyPr/>
          <a:lstStyle/>
          <a:p>
            <a:r>
              <a:rPr lang="en-US" dirty="0"/>
              <a:t>Highlights</a:t>
            </a:r>
          </a:p>
        </p:txBody>
      </p:sp>
      <p:sp>
        <p:nvSpPr>
          <p:cNvPr id="3" name="Text Placeholder 2">
            <a:extLst>
              <a:ext uri="{FF2B5EF4-FFF2-40B4-BE49-F238E27FC236}">
                <a16:creationId xmlns:a16="http://schemas.microsoft.com/office/drawing/2014/main" id="{0C921BCB-2FEC-4372-9762-33068E71ED20}"/>
              </a:ext>
            </a:extLst>
          </p:cNvPr>
          <p:cNvSpPr>
            <a:spLocks noGrp="1"/>
          </p:cNvSpPr>
          <p:nvPr>
            <p:ph type="body" sz="quarter" idx="13"/>
          </p:nvPr>
        </p:nvSpPr>
        <p:spPr/>
        <p:txBody>
          <a:bodyPr/>
          <a:lstStyle/>
          <a:p>
            <a:endParaRPr lang="en-US"/>
          </a:p>
        </p:txBody>
      </p:sp>
      <p:grpSp>
        <p:nvGrpSpPr>
          <p:cNvPr id="106" name="Group 105">
            <a:extLst>
              <a:ext uri="{FF2B5EF4-FFF2-40B4-BE49-F238E27FC236}">
                <a16:creationId xmlns:a16="http://schemas.microsoft.com/office/drawing/2014/main" id="{0830B157-5E80-4194-BF1B-826E00F466BF}"/>
              </a:ext>
            </a:extLst>
          </p:cNvPr>
          <p:cNvGrpSpPr/>
          <p:nvPr/>
        </p:nvGrpSpPr>
        <p:grpSpPr>
          <a:xfrm>
            <a:off x="7033452" y="1340555"/>
            <a:ext cx="4305246" cy="4786297"/>
            <a:chOff x="6096000" y="1340555"/>
            <a:chExt cx="4305246" cy="4786297"/>
          </a:xfrm>
        </p:grpSpPr>
        <p:sp>
          <p:nvSpPr>
            <p:cNvPr id="5" name="Freeform 23">
              <a:extLst>
                <a:ext uri="{FF2B5EF4-FFF2-40B4-BE49-F238E27FC236}">
                  <a16:creationId xmlns:a16="http://schemas.microsoft.com/office/drawing/2014/main" id="{B3511B69-61C6-4F2E-BB16-C45D5B8A318F}"/>
                </a:ext>
              </a:extLst>
            </p:cNvPr>
            <p:cNvSpPr/>
            <p:nvPr/>
          </p:nvSpPr>
          <p:spPr>
            <a:xfrm>
              <a:off x="6539248" y="2024332"/>
              <a:ext cx="3418754" cy="3418747"/>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38100">
              <a:solidFill>
                <a:srgbClr val="FF66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640080" rIns="0" bIns="914400" numCol="1" spcCol="1270" anchor="ctr" anchorCtr="0">
              <a:noAutofit/>
            </a:bodyPr>
            <a:lstStyle/>
            <a:p>
              <a:pPr lvl="0" algn="ctr" defTabSz="933450">
                <a:spcBef>
                  <a:spcPct val="0"/>
                </a:spcBef>
              </a:pPr>
              <a:r>
                <a:rPr lang="en-US" sz="2400" kern="1200" dirty="0" err="1">
                  <a:solidFill>
                    <a:srgbClr val="FF6600"/>
                  </a:solidFill>
                </a:rPr>
                <a:t>Datawire</a:t>
              </a:r>
              <a:endParaRPr lang="en-US" sz="2400" kern="1200" dirty="0">
                <a:solidFill>
                  <a:srgbClr val="FF6600"/>
                </a:solidFill>
              </a:endParaRPr>
            </a:p>
            <a:p>
              <a:pPr lvl="0" algn="ctr" defTabSz="933450">
                <a:spcBef>
                  <a:spcPct val="0"/>
                </a:spcBef>
              </a:pPr>
              <a:r>
                <a:rPr lang="en-US" sz="2400" kern="1200" dirty="0">
                  <a:solidFill>
                    <a:srgbClr val="FF6600"/>
                  </a:solidFill>
                </a:rPr>
                <a:t>Secure</a:t>
              </a:r>
            </a:p>
            <a:p>
              <a:pPr lvl="0" algn="ctr" defTabSz="933450">
                <a:spcBef>
                  <a:spcPct val="0"/>
                </a:spcBef>
              </a:pPr>
              <a:r>
                <a:rPr lang="en-US" sz="2400" kern="1200" dirty="0">
                  <a:solidFill>
                    <a:srgbClr val="FF6600"/>
                  </a:solidFill>
                </a:rPr>
                <a:t>Transport</a:t>
              </a:r>
            </a:p>
          </p:txBody>
        </p:sp>
        <p:sp>
          <p:nvSpPr>
            <p:cNvPr id="10" name="Freeform 11">
              <a:extLst>
                <a:ext uri="{FF2B5EF4-FFF2-40B4-BE49-F238E27FC236}">
                  <a16:creationId xmlns:a16="http://schemas.microsoft.com/office/drawing/2014/main" id="{16A07A1B-B025-42E1-A4C5-E434748DF85B}"/>
                </a:ext>
              </a:extLst>
            </p:cNvPr>
            <p:cNvSpPr/>
            <p:nvPr/>
          </p:nvSpPr>
          <p:spPr>
            <a:xfrm>
              <a:off x="7650780" y="1340555"/>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2000" kern="1200" dirty="0">
                  <a:solidFill>
                    <a:srgbClr val="FF6600"/>
                  </a:solidFill>
                </a:rPr>
                <a:t>&gt;30B</a:t>
              </a:r>
            </a:p>
            <a:p>
              <a:pPr lvl="0" algn="ctr" defTabSz="933450">
                <a:spcBef>
                  <a:spcPct val="0"/>
                </a:spcBef>
              </a:pPr>
              <a:r>
                <a:rPr lang="en-US" sz="1400" kern="1200" dirty="0" err="1">
                  <a:solidFill>
                    <a:schemeClr val="tx1"/>
                  </a:solidFill>
                </a:rPr>
                <a:t>Txns</a:t>
              </a:r>
              <a:endParaRPr lang="en-US" sz="1400" kern="1200" dirty="0">
                <a:solidFill>
                  <a:schemeClr val="tx1"/>
                </a:solidFill>
              </a:endParaRPr>
            </a:p>
            <a:p>
              <a:pPr lvl="0" algn="ctr" defTabSz="933450">
                <a:spcBef>
                  <a:spcPct val="0"/>
                </a:spcBef>
              </a:pPr>
              <a:endParaRPr lang="en-US" sz="1600" kern="1200" dirty="0">
                <a:solidFill>
                  <a:schemeClr val="tx1"/>
                </a:solidFill>
              </a:endParaRPr>
            </a:p>
          </p:txBody>
        </p:sp>
        <p:sp>
          <p:nvSpPr>
            <p:cNvPr id="24" name="Freeform 13">
              <a:extLst>
                <a:ext uri="{FF2B5EF4-FFF2-40B4-BE49-F238E27FC236}">
                  <a16:creationId xmlns:a16="http://schemas.microsoft.com/office/drawing/2014/main" id="{53C178AC-FEFE-4B39-911A-FDFCB4C41B83}"/>
                </a:ext>
              </a:extLst>
            </p:cNvPr>
            <p:cNvSpPr/>
            <p:nvPr/>
          </p:nvSpPr>
          <p:spPr>
            <a:xfrm>
              <a:off x="9205562" y="2238209"/>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1400" b="1" kern="1200" dirty="0">
                  <a:solidFill>
                    <a:srgbClr val="FF6600"/>
                  </a:solidFill>
                </a:rPr>
                <a:t>1,000,000+</a:t>
              </a:r>
            </a:p>
            <a:p>
              <a:pPr lvl="0" algn="ctr" defTabSz="933450">
                <a:spcBef>
                  <a:spcPct val="0"/>
                </a:spcBef>
              </a:pPr>
              <a:r>
                <a:rPr lang="en-US" sz="1400" kern="1200" dirty="0">
                  <a:solidFill>
                    <a:schemeClr val="tx1"/>
                  </a:solidFill>
                </a:rPr>
                <a:t>Users</a:t>
              </a:r>
            </a:p>
          </p:txBody>
        </p:sp>
        <p:sp>
          <p:nvSpPr>
            <p:cNvPr id="33" name="Freeform 15">
              <a:extLst>
                <a:ext uri="{FF2B5EF4-FFF2-40B4-BE49-F238E27FC236}">
                  <a16:creationId xmlns:a16="http://schemas.microsoft.com/office/drawing/2014/main" id="{5B18AA62-0FD0-4139-A4A4-970B54EAE84C}"/>
                </a:ext>
              </a:extLst>
            </p:cNvPr>
            <p:cNvSpPr/>
            <p:nvPr/>
          </p:nvSpPr>
          <p:spPr>
            <a:xfrm>
              <a:off x="9205562" y="4033516"/>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677" tIns="173677" rIns="173677" bIns="173677" numCol="1" spcCol="1270" anchor="ctr" anchorCtr="0">
              <a:noAutofit/>
            </a:bodyPr>
            <a:lstStyle/>
            <a:p>
              <a:pPr lvl="0" algn="ctr" defTabSz="933450">
                <a:spcBef>
                  <a:spcPct val="0"/>
                </a:spcBef>
              </a:pPr>
              <a:r>
                <a:rPr lang="en-US" b="1" kern="1200" dirty="0">
                  <a:solidFill>
                    <a:srgbClr val="FF6600"/>
                  </a:solidFill>
                </a:rPr>
                <a:t>30+ </a:t>
              </a:r>
              <a:r>
                <a:rPr lang="en-US" sz="1400" kern="1200" dirty="0">
                  <a:solidFill>
                    <a:schemeClr val="tx1"/>
                  </a:solidFill>
                </a:rPr>
                <a:t>Platforms</a:t>
              </a:r>
            </a:p>
          </p:txBody>
        </p:sp>
        <p:sp>
          <p:nvSpPr>
            <p:cNvPr id="50" name="Freeform 21">
              <a:extLst>
                <a:ext uri="{FF2B5EF4-FFF2-40B4-BE49-F238E27FC236}">
                  <a16:creationId xmlns:a16="http://schemas.microsoft.com/office/drawing/2014/main" id="{EFD13CC3-D624-446F-AB54-0D2F3090E1FF}"/>
                </a:ext>
              </a:extLst>
            </p:cNvPr>
            <p:cNvSpPr/>
            <p:nvPr/>
          </p:nvSpPr>
          <p:spPr>
            <a:xfrm>
              <a:off x="6096000" y="2238209"/>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4157" tIns="204157" rIns="204157" bIns="204157" numCol="1" spcCol="1270" anchor="ctr" anchorCtr="0">
              <a:noAutofit/>
            </a:bodyPr>
            <a:lstStyle/>
            <a:p>
              <a:pPr lvl="0" algn="ctr" defTabSz="2000250">
                <a:spcBef>
                  <a:spcPct val="0"/>
                </a:spcBef>
              </a:pPr>
              <a:r>
                <a:rPr lang="en-US" kern="1200" dirty="0">
                  <a:solidFill>
                    <a:srgbClr val="FF6600"/>
                  </a:solidFill>
                </a:rPr>
                <a:t>100%</a:t>
              </a:r>
            </a:p>
            <a:p>
              <a:pPr lvl="0" algn="ctr" defTabSz="2000250">
                <a:spcBef>
                  <a:spcPct val="0"/>
                </a:spcBef>
              </a:pPr>
              <a:r>
                <a:rPr lang="en-US" sz="1400" kern="1200" dirty="0">
                  <a:solidFill>
                    <a:schemeClr val="tx1"/>
                  </a:solidFill>
                </a:rPr>
                <a:t>Uptime</a:t>
              </a:r>
            </a:p>
          </p:txBody>
        </p:sp>
        <p:sp>
          <p:nvSpPr>
            <p:cNvPr id="67" name="Freeform 19">
              <a:extLst>
                <a:ext uri="{FF2B5EF4-FFF2-40B4-BE49-F238E27FC236}">
                  <a16:creationId xmlns:a16="http://schemas.microsoft.com/office/drawing/2014/main" id="{104DBF25-833C-4003-9DDC-D194BE204F17}"/>
                </a:ext>
              </a:extLst>
            </p:cNvPr>
            <p:cNvSpPr/>
            <p:nvPr/>
          </p:nvSpPr>
          <p:spPr>
            <a:xfrm>
              <a:off x="6096000" y="4033516"/>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677" tIns="173677" rIns="173677" bIns="173677" numCol="1" spcCol="1270" anchor="ctr" anchorCtr="0">
              <a:noAutofit/>
            </a:bodyPr>
            <a:lstStyle/>
            <a:p>
              <a:pPr lvl="0" algn="ctr" defTabSz="933450">
                <a:spcBef>
                  <a:spcPct val="0"/>
                </a:spcBef>
              </a:pPr>
              <a:r>
                <a:rPr lang="en-US" dirty="0">
                  <a:solidFill>
                    <a:srgbClr val="FF6600"/>
                  </a:solidFill>
                </a:rPr>
                <a:t>2</a:t>
              </a:r>
              <a:r>
                <a:rPr lang="en-US" kern="1200" dirty="0">
                  <a:solidFill>
                    <a:srgbClr val="FF6600"/>
                  </a:solidFill>
                </a:rPr>
                <a:t>0+ </a:t>
              </a:r>
              <a:r>
                <a:rPr lang="en-US" sz="1400" kern="1200" dirty="0">
                  <a:solidFill>
                    <a:schemeClr val="tx1"/>
                  </a:solidFill>
                </a:rPr>
                <a:t>Years in Service</a:t>
              </a:r>
            </a:p>
          </p:txBody>
        </p:sp>
        <p:sp>
          <p:nvSpPr>
            <p:cNvPr id="79" name="Freeform 17">
              <a:extLst>
                <a:ext uri="{FF2B5EF4-FFF2-40B4-BE49-F238E27FC236}">
                  <a16:creationId xmlns:a16="http://schemas.microsoft.com/office/drawing/2014/main" id="{03B04D1C-FB2D-4198-AE0A-8669FAD05E68}"/>
                </a:ext>
              </a:extLst>
            </p:cNvPr>
            <p:cNvSpPr/>
            <p:nvPr/>
          </p:nvSpPr>
          <p:spPr>
            <a:xfrm>
              <a:off x="7650780" y="4931168"/>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677" tIns="173677" rIns="173677" bIns="173677" numCol="1" spcCol="1270" anchor="ctr" anchorCtr="0">
              <a:noAutofit/>
            </a:bodyPr>
            <a:lstStyle/>
            <a:p>
              <a:pPr lvl="0" algn="ctr" defTabSz="933450">
                <a:spcBef>
                  <a:spcPct val="0"/>
                </a:spcBef>
              </a:pPr>
              <a:r>
                <a:rPr lang="en-US" sz="1400" kern="1200" dirty="0">
                  <a:solidFill>
                    <a:schemeClr val="tx1"/>
                  </a:solidFill>
                </a:rPr>
                <a:t>Servicing Top10s </a:t>
              </a:r>
              <a:br>
                <a:rPr lang="en-US" sz="1400" kern="1200" dirty="0">
                  <a:solidFill>
                    <a:schemeClr val="tx1"/>
                  </a:solidFill>
                </a:rPr>
              </a:br>
              <a:r>
                <a:rPr lang="en-US" sz="1400" kern="1200" dirty="0">
                  <a:solidFill>
                    <a:schemeClr val="tx1"/>
                  </a:solidFill>
                </a:rPr>
                <a:t>in All Industries</a:t>
              </a:r>
            </a:p>
          </p:txBody>
        </p:sp>
      </p:grpSp>
      <p:sp>
        <p:nvSpPr>
          <p:cNvPr id="105" name="TextBox 104">
            <a:extLst>
              <a:ext uri="{FF2B5EF4-FFF2-40B4-BE49-F238E27FC236}">
                <a16:creationId xmlns:a16="http://schemas.microsoft.com/office/drawing/2014/main" id="{A6DE664B-0013-472D-814A-EB873B6FB58C}"/>
              </a:ext>
            </a:extLst>
          </p:cNvPr>
          <p:cNvSpPr txBox="1"/>
          <p:nvPr/>
        </p:nvSpPr>
        <p:spPr>
          <a:xfrm>
            <a:off x="6365375" y="1261032"/>
            <a:ext cx="1362206" cy="307777"/>
          </a:xfrm>
          <a:prstGeom prst="rect">
            <a:avLst/>
          </a:prstGeom>
          <a:noFill/>
        </p:spPr>
        <p:txBody>
          <a:bodyPr wrap="square" lIns="0" tIns="0" rIns="0" bIns="0">
            <a:spAutoFit/>
          </a:bodyPr>
          <a:lstStyle/>
          <a:p>
            <a:pPr marL="0" indent="0">
              <a:buNone/>
            </a:pPr>
            <a:r>
              <a:rPr lang="en-US" sz="2000" b="1" dirty="0">
                <a:solidFill>
                  <a:srgbClr val="FB4F14"/>
                </a:solidFill>
                <a:ea typeface="ＭＳ Ｐゴシック" charset="-128"/>
                <a:cs typeface="Arial"/>
              </a:rPr>
              <a:t>Milestones</a:t>
            </a:r>
            <a:endParaRPr lang="en-CA" sz="2000" b="1" dirty="0">
              <a:solidFill>
                <a:srgbClr val="FB4F14"/>
              </a:solidFill>
              <a:ea typeface="ＭＳ Ｐゴシック" charset="-128"/>
              <a:cs typeface="Arial"/>
            </a:endParaRPr>
          </a:p>
        </p:txBody>
      </p:sp>
      <p:pic>
        <p:nvPicPr>
          <p:cNvPr id="107" name="Picture 106" descr="A person holding a tablet&#10;&#10;Description automatically generated with medium confidence">
            <a:extLst>
              <a:ext uri="{FF2B5EF4-FFF2-40B4-BE49-F238E27FC236}">
                <a16:creationId xmlns:a16="http://schemas.microsoft.com/office/drawing/2014/main" id="{C95FA793-3678-443B-A641-5E9B1137F8A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81"/>
          <a:stretch/>
        </p:blipFill>
        <p:spPr>
          <a:xfrm flipH="1">
            <a:off x="-2" y="1133413"/>
            <a:ext cx="6180152" cy="5193792"/>
          </a:xfrm>
          <a:prstGeom prst="rect">
            <a:avLst/>
          </a:prstGeom>
        </p:spPr>
      </p:pic>
    </p:spTree>
    <p:extLst>
      <p:ext uri="{BB962C8B-B14F-4D97-AF65-F5344CB8AC3E}">
        <p14:creationId xmlns:p14="http://schemas.microsoft.com/office/powerpoint/2010/main" val="1413641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8A7B4B94-7D7C-49A0-92EA-AF37314EE28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776355" y="1123950"/>
            <a:ext cx="5415643" cy="5204958"/>
          </a:xfrm>
          <a:prstGeom prst="rect">
            <a:avLst/>
          </a:prstGeom>
        </p:spPr>
      </p:pic>
      <p:sp>
        <p:nvSpPr>
          <p:cNvPr id="2" name="Title 1">
            <a:extLst>
              <a:ext uri="{FF2B5EF4-FFF2-40B4-BE49-F238E27FC236}">
                <a16:creationId xmlns:a16="http://schemas.microsoft.com/office/drawing/2014/main" id="{7B3ECC76-59F2-4315-AC88-1361A46B8753}"/>
              </a:ext>
            </a:extLst>
          </p:cNvPr>
          <p:cNvSpPr>
            <a:spLocks noGrp="1"/>
          </p:cNvSpPr>
          <p:nvPr>
            <p:ph type="title"/>
          </p:nvPr>
        </p:nvSpPr>
        <p:spPr/>
        <p:txBody>
          <a:bodyPr/>
          <a:lstStyle/>
          <a:p>
            <a:r>
              <a:rPr lang="en-US" dirty="0"/>
              <a:t> </a:t>
            </a:r>
            <a:r>
              <a:rPr lang="en-US" dirty="0" err="1"/>
              <a:t>Datawire</a:t>
            </a:r>
            <a:r>
              <a:rPr lang="en-US" dirty="0"/>
              <a:t> Secure Transport</a:t>
            </a:r>
          </a:p>
        </p:txBody>
      </p:sp>
      <p:sp>
        <p:nvSpPr>
          <p:cNvPr id="3" name="Text Placeholder 2">
            <a:extLst>
              <a:ext uri="{FF2B5EF4-FFF2-40B4-BE49-F238E27FC236}">
                <a16:creationId xmlns:a16="http://schemas.microsoft.com/office/drawing/2014/main" id="{A2A8A995-EA3A-4840-A638-7AE879AF02A1}"/>
              </a:ext>
            </a:extLst>
          </p:cNvPr>
          <p:cNvSpPr>
            <a:spLocks noGrp="1"/>
          </p:cNvSpPr>
          <p:nvPr>
            <p:ph type="body" sz="quarter" idx="13"/>
          </p:nvPr>
        </p:nvSpPr>
        <p:spPr/>
        <p:txBody>
          <a:bodyPr/>
          <a:lstStyle/>
          <a:p>
            <a:endParaRPr lang="en-US" dirty="0"/>
          </a:p>
        </p:txBody>
      </p:sp>
      <p:sp>
        <p:nvSpPr>
          <p:cNvPr id="4" name="Rectangle 3">
            <a:extLst>
              <a:ext uri="{FF2B5EF4-FFF2-40B4-BE49-F238E27FC236}">
                <a16:creationId xmlns:a16="http://schemas.microsoft.com/office/drawing/2014/main" id="{FFB40AA0-3968-44CF-969B-10F9972F3A03}"/>
              </a:ext>
            </a:extLst>
          </p:cNvPr>
          <p:cNvSpPr/>
          <p:nvPr/>
        </p:nvSpPr>
        <p:spPr>
          <a:xfrm>
            <a:off x="609600" y="1248769"/>
            <a:ext cx="1011495" cy="307777"/>
          </a:xfrm>
          <a:prstGeom prst="rect">
            <a:avLst/>
          </a:prstGeom>
        </p:spPr>
        <p:txBody>
          <a:bodyPr wrap="none" lIns="0" tIns="0" rIns="0" bIns="0">
            <a:spAutoFit/>
          </a:bodyPr>
          <a:lstStyle/>
          <a:p>
            <a:r>
              <a:rPr lang="en-US" sz="2000" b="1" dirty="0">
                <a:solidFill>
                  <a:srgbClr val="FF6600"/>
                </a:solidFill>
              </a:rPr>
              <a:t>Benefits</a:t>
            </a:r>
          </a:p>
        </p:txBody>
      </p:sp>
      <p:cxnSp>
        <p:nvCxnSpPr>
          <p:cNvPr id="6" name="Straight Connector 5">
            <a:extLst>
              <a:ext uri="{FF2B5EF4-FFF2-40B4-BE49-F238E27FC236}">
                <a16:creationId xmlns:a16="http://schemas.microsoft.com/office/drawing/2014/main" id="{26CEF5EB-5335-4F25-97F3-FE3115BFA0A8}"/>
              </a:ext>
            </a:extLst>
          </p:cNvPr>
          <p:cNvCxnSpPr/>
          <p:nvPr/>
        </p:nvCxnSpPr>
        <p:spPr>
          <a:xfrm>
            <a:off x="623530" y="2859161"/>
            <a:ext cx="2563224" cy="0"/>
          </a:xfrm>
          <a:prstGeom prst="line">
            <a:avLst/>
          </a:prstGeom>
          <a:ln w="63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E5E3428-3BB2-48A0-A532-8EFF9C25500B}"/>
              </a:ext>
            </a:extLst>
          </p:cNvPr>
          <p:cNvSpPr/>
          <p:nvPr/>
        </p:nvSpPr>
        <p:spPr>
          <a:xfrm>
            <a:off x="601087" y="2336710"/>
            <a:ext cx="2563224" cy="430887"/>
          </a:xfrm>
          <a:prstGeom prst="rect">
            <a:avLst/>
          </a:prstGeom>
        </p:spPr>
        <p:txBody>
          <a:bodyPr wrap="square" lIns="0" tIns="0" rIns="0" bIns="0">
            <a:spAutoFit/>
          </a:bodyPr>
          <a:lstStyle/>
          <a:p>
            <a:pPr>
              <a:spcBef>
                <a:spcPts val="1000"/>
              </a:spcBef>
              <a:spcAft>
                <a:spcPts val="1000"/>
              </a:spcAft>
            </a:pPr>
            <a:r>
              <a:rPr lang="en-US" sz="1400" dirty="0"/>
              <a:t>Highly secure and reliable patented delivery method </a:t>
            </a:r>
          </a:p>
        </p:txBody>
      </p:sp>
      <p:grpSp>
        <p:nvGrpSpPr>
          <p:cNvPr id="8" name="Group 7">
            <a:extLst>
              <a:ext uri="{FF2B5EF4-FFF2-40B4-BE49-F238E27FC236}">
                <a16:creationId xmlns:a16="http://schemas.microsoft.com/office/drawing/2014/main" id="{C039D1C8-8D83-40C1-9C4B-66A24BF6E64C}"/>
              </a:ext>
            </a:extLst>
          </p:cNvPr>
          <p:cNvGrpSpPr/>
          <p:nvPr/>
        </p:nvGrpSpPr>
        <p:grpSpPr>
          <a:xfrm>
            <a:off x="623530" y="1715747"/>
            <a:ext cx="480644" cy="478763"/>
            <a:chOff x="6694488" y="5033963"/>
            <a:chExt cx="406401" cy="404812"/>
          </a:xfrm>
        </p:grpSpPr>
        <p:sp>
          <p:nvSpPr>
            <p:cNvPr id="9" name="Freeform 102">
              <a:extLst>
                <a:ext uri="{FF2B5EF4-FFF2-40B4-BE49-F238E27FC236}">
                  <a16:creationId xmlns:a16="http://schemas.microsoft.com/office/drawing/2014/main" id="{8E797DAC-F524-49BB-9E72-FC205E48B851}"/>
                </a:ext>
              </a:extLst>
            </p:cNvPr>
            <p:cNvSpPr>
              <a:spLocks noEditPoints="1"/>
            </p:cNvSpPr>
            <p:nvPr/>
          </p:nvSpPr>
          <p:spPr bwMode="auto">
            <a:xfrm>
              <a:off x="6721476" y="5033963"/>
              <a:ext cx="379413" cy="363538"/>
            </a:xfrm>
            <a:custGeom>
              <a:avLst/>
              <a:gdLst>
                <a:gd name="T0" fmla="*/ 7 w 98"/>
                <a:gd name="T1" fmla="*/ 52 h 94"/>
                <a:gd name="T2" fmla="*/ 7 w 98"/>
                <a:gd name="T3" fmla="*/ 37 h 94"/>
                <a:gd name="T4" fmla="*/ 12 w 98"/>
                <a:gd name="T5" fmla="*/ 0 h 94"/>
                <a:gd name="T6" fmla="*/ 8 w 98"/>
                <a:gd name="T7" fmla="*/ 3 h 94"/>
                <a:gd name="T8" fmla="*/ 1 w 98"/>
                <a:gd name="T9" fmla="*/ 23 h 94"/>
                <a:gd name="T10" fmla="*/ 1 w 98"/>
                <a:gd name="T11" fmla="*/ 30 h 94"/>
                <a:gd name="T12" fmla="*/ 12 w 98"/>
                <a:gd name="T13" fmla="*/ 39 h 94"/>
                <a:gd name="T14" fmla="*/ 25 w 98"/>
                <a:gd name="T15" fmla="*/ 25 h 94"/>
                <a:gd name="T16" fmla="*/ 37 w 98"/>
                <a:gd name="T17" fmla="*/ 39 h 94"/>
                <a:gd name="T18" fmla="*/ 49 w 98"/>
                <a:gd name="T19" fmla="*/ 25 h 94"/>
                <a:gd name="T20" fmla="*/ 61 w 98"/>
                <a:gd name="T21" fmla="*/ 39 h 94"/>
                <a:gd name="T22" fmla="*/ 73 w 98"/>
                <a:gd name="T23" fmla="*/ 25 h 94"/>
                <a:gd name="T24" fmla="*/ 86 w 98"/>
                <a:gd name="T25" fmla="*/ 39 h 94"/>
                <a:gd name="T26" fmla="*/ 97 w 98"/>
                <a:gd name="T27" fmla="*/ 30 h 94"/>
                <a:gd name="T28" fmla="*/ 97 w 98"/>
                <a:gd name="T29" fmla="*/ 23 h 94"/>
                <a:gd name="T30" fmla="*/ 90 w 98"/>
                <a:gd name="T31" fmla="*/ 3 h 94"/>
                <a:gd name="T32" fmla="*/ 86 w 98"/>
                <a:gd name="T33" fmla="*/ 0 h 94"/>
                <a:gd name="T34" fmla="*/ 12 w 98"/>
                <a:gd name="T35" fmla="*/ 0 h 94"/>
                <a:gd name="T36" fmla="*/ 12 w 98"/>
                <a:gd name="T37" fmla="*/ 0 h 94"/>
                <a:gd name="T38" fmla="*/ 12 w 98"/>
                <a:gd name="T39" fmla="*/ 0 h 94"/>
                <a:gd name="T40" fmla="*/ 91 w 98"/>
                <a:gd name="T41" fmla="*/ 37 h 94"/>
                <a:gd name="T42" fmla="*/ 91 w 98"/>
                <a:gd name="T43" fmla="*/ 87 h 94"/>
                <a:gd name="T44" fmla="*/ 84 w 98"/>
                <a:gd name="T45" fmla="*/ 94 h 94"/>
                <a:gd name="T46" fmla="*/ 63 w 98"/>
                <a:gd name="T4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94">
                  <a:moveTo>
                    <a:pt x="7" y="52"/>
                  </a:moveTo>
                  <a:cubicBezTo>
                    <a:pt x="7" y="37"/>
                    <a:pt x="7" y="37"/>
                    <a:pt x="7" y="37"/>
                  </a:cubicBezTo>
                  <a:moveTo>
                    <a:pt x="12" y="0"/>
                  </a:moveTo>
                  <a:cubicBezTo>
                    <a:pt x="10" y="0"/>
                    <a:pt x="8" y="2"/>
                    <a:pt x="8" y="3"/>
                  </a:cubicBezTo>
                  <a:cubicBezTo>
                    <a:pt x="1" y="23"/>
                    <a:pt x="1" y="23"/>
                    <a:pt x="1" y="23"/>
                  </a:cubicBezTo>
                  <a:cubicBezTo>
                    <a:pt x="0" y="25"/>
                    <a:pt x="0" y="28"/>
                    <a:pt x="1" y="30"/>
                  </a:cubicBezTo>
                  <a:cubicBezTo>
                    <a:pt x="2" y="35"/>
                    <a:pt x="7" y="38"/>
                    <a:pt x="12" y="39"/>
                  </a:cubicBezTo>
                  <a:cubicBezTo>
                    <a:pt x="19" y="38"/>
                    <a:pt x="25" y="32"/>
                    <a:pt x="25" y="25"/>
                  </a:cubicBezTo>
                  <a:cubicBezTo>
                    <a:pt x="24" y="32"/>
                    <a:pt x="30" y="38"/>
                    <a:pt x="37" y="39"/>
                  </a:cubicBezTo>
                  <a:cubicBezTo>
                    <a:pt x="44" y="38"/>
                    <a:pt x="49" y="32"/>
                    <a:pt x="49" y="25"/>
                  </a:cubicBezTo>
                  <a:cubicBezTo>
                    <a:pt x="49" y="32"/>
                    <a:pt x="54" y="38"/>
                    <a:pt x="61" y="39"/>
                  </a:cubicBezTo>
                  <a:cubicBezTo>
                    <a:pt x="68" y="38"/>
                    <a:pt x="74" y="32"/>
                    <a:pt x="73" y="25"/>
                  </a:cubicBezTo>
                  <a:cubicBezTo>
                    <a:pt x="73" y="32"/>
                    <a:pt x="79" y="38"/>
                    <a:pt x="86" y="39"/>
                  </a:cubicBezTo>
                  <a:cubicBezTo>
                    <a:pt x="91" y="38"/>
                    <a:pt x="96" y="35"/>
                    <a:pt x="97" y="30"/>
                  </a:cubicBezTo>
                  <a:cubicBezTo>
                    <a:pt x="98" y="28"/>
                    <a:pt x="98" y="25"/>
                    <a:pt x="97" y="23"/>
                  </a:cubicBezTo>
                  <a:cubicBezTo>
                    <a:pt x="90" y="3"/>
                    <a:pt x="90" y="3"/>
                    <a:pt x="90" y="3"/>
                  </a:cubicBezTo>
                  <a:cubicBezTo>
                    <a:pt x="89" y="2"/>
                    <a:pt x="88" y="0"/>
                    <a:pt x="86" y="0"/>
                  </a:cubicBezTo>
                  <a:lnTo>
                    <a:pt x="12" y="0"/>
                  </a:lnTo>
                  <a:close/>
                  <a:moveTo>
                    <a:pt x="12" y="0"/>
                  </a:moveTo>
                  <a:cubicBezTo>
                    <a:pt x="12" y="0"/>
                    <a:pt x="12" y="0"/>
                    <a:pt x="12" y="0"/>
                  </a:cubicBezTo>
                  <a:moveTo>
                    <a:pt x="91" y="37"/>
                  </a:moveTo>
                  <a:cubicBezTo>
                    <a:pt x="91" y="87"/>
                    <a:pt x="91" y="87"/>
                    <a:pt x="91" y="87"/>
                  </a:cubicBezTo>
                  <a:cubicBezTo>
                    <a:pt x="91" y="91"/>
                    <a:pt x="88" y="94"/>
                    <a:pt x="84" y="94"/>
                  </a:cubicBezTo>
                  <a:cubicBezTo>
                    <a:pt x="63" y="94"/>
                    <a:pt x="63" y="94"/>
                    <a:pt x="63" y="94"/>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103">
              <a:extLst>
                <a:ext uri="{FF2B5EF4-FFF2-40B4-BE49-F238E27FC236}">
                  <a16:creationId xmlns:a16="http://schemas.microsoft.com/office/drawing/2014/main" id="{CAC39722-6321-496F-BE74-B46F6D04CA2E}"/>
                </a:ext>
              </a:extLst>
            </p:cNvPr>
            <p:cNvSpPr>
              <a:spLocks noEditPoints="1"/>
            </p:cNvSpPr>
            <p:nvPr/>
          </p:nvSpPr>
          <p:spPr bwMode="auto">
            <a:xfrm>
              <a:off x="6694488" y="5235575"/>
              <a:ext cx="217488" cy="203200"/>
            </a:xfrm>
            <a:custGeom>
              <a:avLst/>
              <a:gdLst>
                <a:gd name="T0" fmla="*/ 14 w 56"/>
                <a:gd name="T1" fmla="*/ 49 h 53"/>
                <a:gd name="T2" fmla="*/ 18 w 56"/>
                <a:gd name="T3" fmla="*/ 50 h 53"/>
                <a:gd name="T4" fmla="*/ 26 w 56"/>
                <a:gd name="T5" fmla="*/ 52 h 53"/>
                <a:gd name="T6" fmla="*/ 30 w 56"/>
                <a:gd name="T7" fmla="*/ 53 h 53"/>
                <a:gd name="T8" fmla="*/ 41 w 56"/>
                <a:gd name="T9" fmla="*/ 53 h 53"/>
                <a:gd name="T10" fmla="*/ 55 w 56"/>
                <a:gd name="T11" fmla="*/ 40 h 53"/>
                <a:gd name="T12" fmla="*/ 56 w 56"/>
                <a:gd name="T13" fmla="*/ 28 h 53"/>
                <a:gd name="T14" fmla="*/ 48 w 56"/>
                <a:gd name="T15" fmla="*/ 18 h 53"/>
                <a:gd name="T16" fmla="*/ 45 w 56"/>
                <a:gd name="T17" fmla="*/ 17 h 53"/>
                <a:gd name="T18" fmla="*/ 42 w 56"/>
                <a:gd name="T19" fmla="*/ 13 h 53"/>
                <a:gd name="T20" fmla="*/ 42 w 56"/>
                <a:gd name="T21" fmla="*/ 6 h 53"/>
                <a:gd name="T22" fmla="*/ 37 w 56"/>
                <a:gd name="T23" fmla="*/ 0 h 53"/>
                <a:gd name="T24" fmla="*/ 32 w 56"/>
                <a:gd name="T25" fmla="*/ 6 h 53"/>
                <a:gd name="T26" fmla="*/ 32 w 56"/>
                <a:gd name="T27" fmla="*/ 9 h 53"/>
                <a:gd name="T28" fmla="*/ 14 w 56"/>
                <a:gd name="T29" fmla="*/ 27 h 53"/>
                <a:gd name="T30" fmla="*/ 14 w 56"/>
                <a:gd name="T31" fmla="*/ 49 h 53"/>
                <a:gd name="T32" fmla="*/ 14 w 56"/>
                <a:gd name="T33" fmla="*/ 49 h 53"/>
                <a:gd name="T34" fmla="*/ 14 w 56"/>
                <a:gd name="T35" fmla="*/ 49 h 53"/>
                <a:gd name="T36" fmla="*/ 0 w 56"/>
                <a:gd name="T37" fmla="*/ 21 h 53"/>
                <a:gd name="T38" fmla="*/ 14 w 56"/>
                <a:gd name="T39" fmla="*/ 21 h 53"/>
                <a:gd name="T40" fmla="*/ 14 w 56"/>
                <a:gd name="T41" fmla="*/ 53 h 53"/>
                <a:gd name="T42" fmla="*/ 0 w 56"/>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3">
                  <a:moveTo>
                    <a:pt x="14" y="49"/>
                  </a:moveTo>
                  <a:cubicBezTo>
                    <a:pt x="15" y="49"/>
                    <a:pt x="17" y="49"/>
                    <a:pt x="18" y="50"/>
                  </a:cubicBezTo>
                  <a:cubicBezTo>
                    <a:pt x="26" y="52"/>
                    <a:pt x="26" y="52"/>
                    <a:pt x="26" y="52"/>
                  </a:cubicBezTo>
                  <a:cubicBezTo>
                    <a:pt x="27" y="52"/>
                    <a:pt x="29" y="53"/>
                    <a:pt x="30" y="53"/>
                  </a:cubicBezTo>
                  <a:cubicBezTo>
                    <a:pt x="41" y="53"/>
                    <a:pt x="41" y="53"/>
                    <a:pt x="41" y="53"/>
                  </a:cubicBezTo>
                  <a:cubicBezTo>
                    <a:pt x="49" y="53"/>
                    <a:pt x="55" y="47"/>
                    <a:pt x="55" y="40"/>
                  </a:cubicBezTo>
                  <a:cubicBezTo>
                    <a:pt x="56" y="28"/>
                    <a:pt x="56" y="28"/>
                    <a:pt x="56" y="28"/>
                  </a:cubicBezTo>
                  <a:cubicBezTo>
                    <a:pt x="56" y="23"/>
                    <a:pt x="53" y="19"/>
                    <a:pt x="48" y="18"/>
                  </a:cubicBezTo>
                  <a:cubicBezTo>
                    <a:pt x="45" y="17"/>
                    <a:pt x="45" y="17"/>
                    <a:pt x="45" y="17"/>
                  </a:cubicBezTo>
                  <a:cubicBezTo>
                    <a:pt x="43" y="16"/>
                    <a:pt x="42" y="15"/>
                    <a:pt x="42" y="13"/>
                  </a:cubicBezTo>
                  <a:cubicBezTo>
                    <a:pt x="42" y="6"/>
                    <a:pt x="42" y="6"/>
                    <a:pt x="42" y="6"/>
                  </a:cubicBezTo>
                  <a:cubicBezTo>
                    <a:pt x="42" y="3"/>
                    <a:pt x="40" y="0"/>
                    <a:pt x="37" y="0"/>
                  </a:cubicBezTo>
                  <a:cubicBezTo>
                    <a:pt x="34" y="0"/>
                    <a:pt x="32" y="3"/>
                    <a:pt x="32" y="6"/>
                  </a:cubicBezTo>
                  <a:cubicBezTo>
                    <a:pt x="32" y="9"/>
                    <a:pt x="32" y="9"/>
                    <a:pt x="32" y="9"/>
                  </a:cubicBezTo>
                  <a:cubicBezTo>
                    <a:pt x="32" y="19"/>
                    <a:pt x="24" y="27"/>
                    <a:pt x="14" y="27"/>
                  </a:cubicBezTo>
                  <a:lnTo>
                    <a:pt x="14" y="49"/>
                  </a:lnTo>
                  <a:close/>
                  <a:moveTo>
                    <a:pt x="14" y="49"/>
                  </a:moveTo>
                  <a:cubicBezTo>
                    <a:pt x="14" y="49"/>
                    <a:pt x="14" y="49"/>
                    <a:pt x="14" y="49"/>
                  </a:cubicBezTo>
                  <a:moveTo>
                    <a:pt x="0" y="21"/>
                  </a:moveTo>
                  <a:cubicBezTo>
                    <a:pt x="14" y="21"/>
                    <a:pt x="14" y="21"/>
                    <a:pt x="14" y="21"/>
                  </a:cubicBezTo>
                  <a:cubicBezTo>
                    <a:pt x="14" y="53"/>
                    <a:pt x="14" y="53"/>
                    <a:pt x="14" y="53"/>
                  </a:cubicBezTo>
                  <a:cubicBezTo>
                    <a:pt x="0" y="53"/>
                    <a:pt x="0" y="53"/>
                    <a:pt x="0" y="53"/>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cxnSp>
        <p:nvCxnSpPr>
          <p:cNvPr id="11" name="Straight Connector 10">
            <a:extLst>
              <a:ext uri="{FF2B5EF4-FFF2-40B4-BE49-F238E27FC236}">
                <a16:creationId xmlns:a16="http://schemas.microsoft.com/office/drawing/2014/main" id="{16D67EBF-2D12-4A13-BD53-182923A3D926}"/>
              </a:ext>
            </a:extLst>
          </p:cNvPr>
          <p:cNvCxnSpPr/>
          <p:nvPr/>
        </p:nvCxnSpPr>
        <p:spPr>
          <a:xfrm>
            <a:off x="3600214" y="2859161"/>
            <a:ext cx="2563224" cy="0"/>
          </a:xfrm>
          <a:prstGeom prst="line">
            <a:avLst/>
          </a:prstGeom>
          <a:ln w="63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4355C8D-7BDA-4065-95BB-74E9C8B8B762}"/>
              </a:ext>
            </a:extLst>
          </p:cNvPr>
          <p:cNvSpPr/>
          <p:nvPr/>
        </p:nvSpPr>
        <p:spPr>
          <a:xfrm>
            <a:off x="3600215" y="2336710"/>
            <a:ext cx="3038580" cy="430887"/>
          </a:xfrm>
          <a:prstGeom prst="rect">
            <a:avLst/>
          </a:prstGeom>
        </p:spPr>
        <p:txBody>
          <a:bodyPr wrap="square" lIns="0" tIns="0" rIns="0" bIns="0">
            <a:spAutoFit/>
          </a:bodyPr>
          <a:lstStyle/>
          <a:p>
            <a:pPr>
              <a:spcBef>
                <a:spcPts val="1000"/>
              </a:spcBef>
              <a:spcAft>
                <a:spcPts val="1000"/>
              </a:spcAft>
            </a:pPr>
            <a:r>
              <a:rPr lang="en-US" sz="1400" dirty="0"/>
              <a:t>Cost-effective alternative to dial,</a:t>
            </a:r>
            <a:br>
              <a:rPr lang="en-US" sz="1400" dirty="0"/>
            </a:br>
            <a:r>
              <a:rPr lang="en-US" sz="1400" dirty="0"/>
              <a:t>VPN or frame connectivity options</a:t>
            </a:r>
          </a:p>
        </p:txBody>
      </p:sp>
      <p:grpSp>
        <p:nvGrpSpPr>
          <p:cNvPr id="13" name="Group 12">
            <a:extLst>
              <a:ext uri="{FF2B5EF4-FFF2-40B4-BE49-F238E27FC236}">
                <a16:creationId xmlns:a16="http://schemas.microsoft.com/office/drawing/2014/main" id="{C64D00A7-538F-4F75-ABCC-70D88594797E}"/>
              </a:ext>
            </a:extLst>
          </p:cNvPr>
          <p:cNvGrpSpPr>
            <a:grpSpLocks noChangeAspect="1"/>
          </p:cNvGrpSpPr>
          <p:nvPr/>
        </p:nvGrpSpPr>
        <p:grpSpPr>
          <a:xfrm>
            <a:off x="640322" y="4666573"/>
            <a:ext cx="541622" cy="296779"/>
            <a:chOff x="5119688" y="4868863"/>
            <a:chExt cx="347663" cy="190500"/>
          </a:xfrm>
        </p:grpSpPr>
        <p:sp>
          <p:nvSpPr>
            <p:cNvPr id="14" name="Freeform 46">
              <a:extLst>
                <a:ext uri="{FF2B5EF4-FFF2-40B4-BE49-F238E27FC236}">
                  <a16:creationId xmlns:a16="http://schemas.microsoft.com/office/drawing/2014/main" id="{1E65B250-3B6E-4497-9AC7-A5837A0428C5}"/>
                </a:ext>
              </a:extLst>
            </p:cNvPr>
            <p:cNvSpPr>
              <a:spLocks/>
            </p:cNvSpPr>
            <p:nvPr/>
          </p:nvSpPr>
          <p:spPr bwMode="auto">
            <a:xfrm>
              <a:off x="5362575" y="4953000"/>
              <a:ext cx="104775" cy="106362"/>
            </a:xfrm>
            <a:custGeom>
              <a:avLst/>
              <a:gdLst>
                <a:gd name="T0" fmla="*/ 66 w 66"/>
                <a:gd name="T1" fmla="*/ 0 h 67"/>
                <a:gd name="T2" fmla="*/ 66 w 66"/>
                <a:gd name="T3" fmla="*/ 67 h 67"/>
                <a:gd name="T4" fmla="*/ 0 w 66"/>
                <a:gd name="T5" fmla="*/ 67 h 67"/>
              </a:gdLst>
              <a:ahLst/>
              <a:cxnLst>
                <a:cxn ang="0">
                  <a:pos x="T0" y="T1"/>
                </a:cxn>
                <a:cxn ang="0">
                  <a:pos x="T2" y="T3"/>
                </a:cxn>
                <a:cxn ang="0">
                  <a:pos x="T4" y="T5"/>
                </a:cxn>
              </a:cxnLst>
              <a:rect l="0" t="0" r="r" b="b"/>
              <a:pathLst>
                <a:path w="66" h="67">
                  <a:moveTo>
                    <a:pt x="66" y="0"/>
                  </a:moveTo>
                  <a:lnTo>
                    <a:pt x="66" y="67"/>
                  </a:lnTo>
                  <a:lnTo>
                    <a:pt x="0" y="67"/>
                  </a:ln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162705BF-FDD4-43DE-AE0F-700592E647A1}"/>
                </a:ext>
              </a:extLst>
            </p:cNvPr>
            <p:cNvSpPr>
              <a:spLocks/>
            </p:cNvSpPr>
            <p:nvPr/>
          </p:nvSpPr>
          <p:spPr bwMode="auto">
            <a:xfrm>
              <a:off x="5119688" y="4868863"/>
              <a:ext cx="347663" cy="190500"/>
            </a:xfrm>
            <a:custGeom>
              <a:avLst/>
              <a:gdLst>
                <a:gd name="T0" fmla="*/ 90 w 90"/>
                <a:gd name="T1" fmla="*/ 48 h 48"/>
                <a:gd name="T2" fmla="*/ 58 w 90"/>
                <a:gd name="T3" fmla="*/ 16 h 48"/>
                <a:gd name="T4" fmla="*/ 54 w 90"/>
                <a:gd name="T5" fmla="*/ 14 h 48"/>
                <a:gd name="T6" fmla="*/ 50 w 90"/>
                <a:gd name="T7" fmla="*/ 16 h 48"/>
                <a:gd name="T8" fmla="*/ 37 w 90"/>
                <a:gd name="T9" fmla="*/ 29 h 48"/>
                <a:gd name="T10" fmla="*/ 33 w 90"/>
                <a:gd name="T11" fmla="*/ 31 h 48"/>
                <a:gd name="T12" fmla="*/ 29 w 90"/>
                <a:gd name="T13" fmla="*/ 29 h 48"/>
                <a:gd name="T14" fmla="*/ 0 w 90"/>
                <a:gd name="T15" fmla="*/ 0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48">
                  <a:moveTo>
                    <a:pt x="90" y="48"/>
                  </a:moveTo>
                  <a:cubicBezTo>
                    <a:pt x="58" y="16"/>
                    <a:pt x="58" y="16"/>
                    <a:pt x="58" y="16"/>
                  </a:cubicBezTo>
                  <a:cubicBezTo>
                    <a:pt x="57" y="15"/>
                    <a:pt x="56" y="14"/>
                    <a:pt x="54" y="14"/>
                  </a:cubicBezTo>
                  <a:cubicBezTo>
                    <a:pt x="52" y="14"/>
                    <a:pt x="51" y="15"/>
                    <a:pt x="50" y="16"/>
                  </a:cubicBezTo>
                  <a:cubicBezTo>
                    <a:pt x="37" y="29"/>
                    <a:pt x="37" y="29"/>
                    <a:pt x="37" y="29"/>
                  </a:cubicBezTo>
                  <a:cubicBezTo>
                    <a:pt x="36" y="30"/>
                    <a:pt x="35" y="31"/>
                    <a:pt x="33" y="31"/>
                  </a:cubicBezTo>
                  <a:cubicBezTo>
                    <a:pt x="31" y="31"/>
                    <a:pt x="30" y="30"/>
                    <a:pt x="29" y="29"/>
                  </a:cubicBezTo>
                  <a:cubicBezTo>
                    <a:pt x="0" y="0"/>
                    <a:pt x="0" y="0"/>
                    <a:pt x="0" y="0"/>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cxnSp>
        <p:nvCxnSpPr>
          <p:cNvPr id="16" name="Straight Connector 15">
            <a:extLst>
              <a:ext uri="{FF2B5EF4-FFF2-40B4-BE49-F238E27FC236}">
                <a16:creationId xmlns:a16="http://schemas.microsoft.com/office/drawing/2014/main" id="{D364A180-398F-42E0-8E3E-4F52C3382B90}"/>
              </a:ext>
            </a:extLst>
          </p:cNvPr>
          <p:cNvCxnSpPr/>
          <p:nvPr/>
        </p:nvCxnSpPr>
        <p:spPr>
          <a:xfrm>
            <a:off x="623530" y="4298089"/>
            <a:ext cx="2563224" cy="0"/>
          </a:xfrm>
          <a:prstGeom prst="line">
            <a:avLst/>
          </a:prstGeom>
          <a:ln w="63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10E06BD-74AA-4F96-BCA4-3E0B89432E63}"/>
              </a:ext>
            </a:extLst>
          </p:cNvPr>
          <p:cNvSpPr/>
          <p:nvPr/>
        </p:nvSpPr>
        <p:spPr>
          <a:xfrm>
            <a:off x="623530" y="3720639"/>
            <a:ext cx="2870783" cy="430887"/>
          </a:xfrm>
          <a:prstGeom prst="rect">
            <a:avLst/>
          </a:prstGeom>
        </p:spPr>
        <p:txBody>
          <a:bodyPr wrap="square" lIns="0" tIns="0" rIns="0" bIns="0">
            <a:spAutoFit/>
          </a:bodyPr>
          <a:lstStyle/>
          <a:p>
            <a:pPr>
              <a:spcBef>
                <a:spcPts val="1000"/>
              </a:spcBef>
              <a:spcAft>
                <a:spcPts val="1000"/>
              </a:spcAft>
            </a:pPr>
            <a:r>
              <a:rPr lang="en-US" sz="1400" dirty="0"/>
              <a:t>Measurable infrastructure </a:t>
            </a:r>
            <a:br>
              <a:rPr lang="en-US" sz="1400" dirty="0"/>
            </a:br>
            <a:r>
              <a:rPr lang="en-US" sz="1400" dirty="0"/>
              <a:t>cost savings</a:t>
            </a:r>
          </a:p>
        </p:txBody>
      </p:sp>
      <p:grpSp>
        <p:nvGrpSpPr>
          <p:cNvPr id="18" name="Group 17">
            <a:extLst>
              <a:ext uri="{FF2B5EF4-FFF2-40B4-BE49-F238E27FC236}">
                <a16:creationId xmlns:a16="http://schemas.microsoft.com/office/drawing/2014/main" id="{5EDD6EF5-86A2-4F03-8652-91AA3042606C}"/>
              </a:ext>
            </a:extLst>
          </p:cNvPr>
          <p:cNvGrpSpPr/>
          <p:nvPr/>
        </p:nvGrpSpPr>
        <p:grpSpPr>
          <a:xfrm>
            <a:off x="619643" y="3172155"/>
            <a:ext cx="472964" cy="472964"/>
            <a:chOff x="8301038" y="1601788"/>
            <a:chExt cx="523875" cy="523875"/>
          </a:xfrm>
        </p:grpSpPr>
        <p:sp>
          <p:nvSpPr>
            <p:cNvPr id="19" name="Line 22">
              <a:extLst>
                <a:ext uri="{FF2B5EF4-FFF2-40B4-BE49-F238E27FC236}">
                  <a16:creationId xmlns:a16="http://schemas.microsoft.com/office/drawing/2014/main" id="{FA9B2F58-7380-4AC9-B6D0-24CB97B8877C}"/>
                </a:ext>
              </a:extLst>
            </p:cNvPr>
            <p:cNvSpPr>
              <a:spLocks noChangeShapeType="1"/>
            </p:cNvSpPr>
            <p:nvPr/>
          </p:nvSpPr>
          <p:spPr bwMode="auto">
            <a:xfrm flipH="1">
              <a:off x="8597900" y="1903413"/>
              <a:ext cx="90488" cy="17463"/>
            </a:xfrm>
            <a:prstGeom prst="line">
              <a:avLst/>
            </a:prstGeom>
            <a:noFill/>
            <a:ln w="19050" cap="rnd">
              <a:solidFill>
                <a:srgbClr val="FF66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0" name="Freeform 23">
              <a:extLst>
                <a:ext uri="{FF2B5EF4-FFF2-40B4-BE49-F238E27FC236}">
                  <a16:creationId xmlns:a16="http://schemas.microsoft.com/office/drawing/2014/main" id="{D1B83C96-884E-4468-969D-3DBE9E3CBA7D}"/>
                </a:ext>
              </a:extLst>
            </p:cNvPr>
            <p:cNvSpPr>
              <a:spLocks/>
            </p:cNvSpPr>
            <p:nvPr/>
          </p:nvSpPr>
          <p:spPr bwMode="auto">
            <a:xfrm>
              <a:off x="8523288" y="1762125"/>
              <a:ext cx="169863" cy="79375"/>
            </a:xfrm>
            <a:custGeom>
              <a:avLst/>
              <a:gdLst>
                <a:gd name="T0" fmla="*/ 15 w 30"/>
                <a:gd name="T1" fmla="*/ 10 h 14"/>
                <a:gd name="T2" fmla="*/ 8 w 30"/>
                <a:gd name="T3" fmla="*/ 13 h 14"/>
                <a:gd name="T4" fmla="*/ 1 w 30"/>
                <a:gd name="T5" fmla="*/ 11 h 14"/>
                <a:gd name="T6" fmla="*/ 4 w 30"/>
                <a:gd name="T7" fmla="*/ 4 h 14"/>
                <a:gd name="T8" fmla="*/ 11 w 30"/>
                <a:gd name="T9" fmla="*/ 1 h 14"/>
                <a:gd name="T10" fmla="*/ 16 w 30"/>
                <a:gd name="T11" fmla="*/ 0 h 14"/>
                <a:gd name="T12" fmla="*/ 30 w 30"/>
                <a:gd name="T13" fmla="*/ 6 h 14"/>
              </a:gdLst>
              <a:ahLst/>
              <a:cxnLst>
                <a:cxn ang="0">
                  <a:pos x="T0" y="T1"/>
                </a:cxn>
                <a:cxn ang="0">
                  <a:pos x="T2" y="T3"/>
                </a:cxn>
                <a:cxn ang="0">
                  <a:pos x="T4" y="T5"/>
                </a:cxn>
                <a:cxn ang="0">
                  <a:pos x="T6" y="T7"/>
                </a:cxn>
                <a:cxn ang="0">
                  <a:pos x="T8" y="T9"/>
                </a:cxn>
                <a:cxn ang="0">
                  <a:pos x="T10" y="T11"/>
                </a:cxn>
                <a:cxn ang="0">
                  <a:pos x="T12" y="T13"/>
                </a:cxn>
              </a:cxnLst>
              <a:rect l="0" t="0" r="r" b="b"/>
              <a:pathLst>
                <a:path w="30" h="14">
                  <a:moveTo>
                    <a:pt x="15" y="10"/>
                  </a:moveTo>
                  <a:cubicBezTo>
                    <a:pt x="8" y="13"/>
                    <a:pt x="8" y="13"/>
                    <a:pt x="8" y="13"/>
                  </a:cubicBezTo>
                  <a:cubicBezTo>
                    <a:pt x="5" y="14"/>
                    <a:pt x="2" y="13"/>
                    <a:pt x="1" y="11"/>
                  </a:cubicBezTo>
                  <a:cubicBezTo>
                    <a:pt x="0" y="8"/>
                    <a:pt x="1" y="5"/>
                    <a:pt x="4" y="4"/>
                  </a:cubicBezTo>
                  <a:cubicBezTo>
                    <a:pt x="11" y="1"/>
                    <a:pt x="11" y="1"/>
                    <a:pt x="11" y="1"/>
                  </a:cubicBezTo>
                  <a:cubicBezTo>
                    <a:pt x="13" y="0"/>
                    <a:pt x="15" y="0"/>
                    <a:pt x="16" y="0"/>
                  </a:cubicBezTo>
                  <a:cubicBezTo>
                    <a:pt x="30" y="6"/>
                    <a:pt x="30" y="6"/>
                    <a:pt x="30" y="6"/>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1" name="Freeform 24">
              <a:extLst>
                <a:ext uri="{FF2B5EF4-FFF2-40B4-BE49-F238E27FC236}">
                  <a16:creationId xmlns:a16="http://schemas.microsoft.com/office/drawing/2014/main" id="{15D3C3FE-3896-469B-80DE-F6CA76EC9F87}"/>
                </a:ext>
              </a:extLst>
            </p:cNvPr>
            <p:cNvSpPr>
              <a:spLocks/>
            </p:cNvSpPr>
            <p:nvPr/>
          </p:nvSpPr>
          <p:spPr bwMode="auto">
            <a:xfrm>
              <a:off x="8437563" y="1830388"/>
              <a:ext cx="193675" cy="141288"/>
            </a:xfrm>
            <a:custGeom>
              <a:avLst/>
              <a:gdLst>
                <a:gd name="T0" fmla="*/ 0 w 34"/>
                <a:gd name="T1" fmla="*/ 16 h 25"/>
                <a:gd name="T2" fmla="*/ 6 w 34"/>
                <a:gd name="T3" fmla="*/ 16 h 25"/>
                <a:gd name="T4" fmla="*/ 15 w 34"/>
                <a:gd name="T5" fmla="*/ 23 h 25"/>
                <a:gd name="T6" fmla="*/ 19 w 34"/>
                <a:gd name="T7" fmla="*/ 24 h 25"/>
                <a:gd name="T8" fmla="*/ 33 w 34"/>
                <a:gd name="T9" fmla="*/ 12 h 25"/>
                <a:gd name="T10" fmla="*/ 33 w 34"/>
                <a:gd name="T11" fmla="*/ 8 h 25"/>
                <a:gd name="T12" fmla="*/ 25 w 34"/>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34" h="25">
                  <a:moveTo>
                    <a:pt x="0" y="16"/>
                  </a:moveTo>
                  <a:cubicBezTo>
                    <a:pt x="6" y="16"/>
                    <a:pt x="6" y="16"/>
                    <a:pt x="6" y="16"/>
                  </a:cubicBezTo>
                  <a:cubicBezTo>
                    <a:pt x="15" y="23"/>
                    <a:pt x="15" y="23"/>
                    <a:pt x="15" y="23"/>
                  </a:cubicBezTo>
                  <a:cubicBezTo>
                    <a:pt x="16" y="24"/>
                    <a:pt x="18" y="25"/>
                    <a:pt x="19" y="24"/>
                  </a:cubicBezTo>
                  <a:cubicBezTo>
                    <a:pt x="33" y="12"/>
                    <a:pt x="33" y="12"/>
                    <a:pt x="33" y="12"/>
                  </a:cubicBezTo>
                  <a:cubicBezTo>
                    <a:pt x="34" y="11"/>
                    <a:pt x="34" y="10"/>
                    <a:pt x="33" y="8"/>
                  </a:cubicBezTo>
                  <a:cubicBezTo>
                    <a:pt x="25" y="0"/>
                    <a:pt x="25" y="0"/>
                    <a:pt x="25" y="0"/>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2" name="Freeform 25">
              <a:extLst>
                <a:ext uri="{FF2B5EF4-FFF2-40B4-BE49-F238E27FC236}">
                  <a16:creationId xmlns:a16="http://schemas.microsoft.com/office/drawing/2014/main" id="{4C7517E7-071D-4A80-BA1F-EFAD523D0C10}"/>
                </a:ext>
              </a:extLst>
            </p:cNvPr>
            <p:cNvSpPr>
              <a:spLocks/>
            </p:cNvSpPr>
            <p:nvPr/>
          </p:nvSpPr>
          <p:spPr bwMode="auto">
            <a:xfrm>
              <a:off x="8437563" y="1778000"/>
              <a:ext cx="103188" cy="28575"/>
            </a:xfrm>
            <a:custGeom>
              <a:avLst/>
              <a:gdLst>
                <a:gd name="T0" fmla="*/ 18 w 18"/>
                <a:gd name="T1" fmla="*/ 2 h 5"/>
                <a:gd name="T2" fmla="*/ 17 w 18"/>
                <a:gd name="T3" fmla="*/ 1 h 5"/>
                <a:gd name="T4" fmla="*/ 14 w 18"/>
                <a:gd name="T5" fmla="*/ 0 h 5"/>
                <a:gd name="T6" fmla="*/ 11 w 18"/>
                <a:gd name="T7" fmla="*/ 0 h 5"/>
                <a:gd name="T8" fmla="*/ 0 w 18"/>
                <a:gd name="T9" fmla="*/ 5 h 5"/>
              </a:gdLst>
              <a:ahLst/>
              <a:cxnLst>
                <a:cxn ang="0">
                  <a:pos x="T0" y="T1"/>
                </a:cxn>
                <a:cxn ang="0">
                  <a:pos x="T2" y="T3"/>
                </a:cxn>
                <a:cxn ang="0">
                  <a:pos x="T4" y="T5"/>
                </a:cxn>
                <a:cxn ang="0">
                  <a:pos x="T6" y="T7"/>
                </a:cxn>
                <a:cxn ang="0">
                  <a:pos x="T8" y="T9"/>
                </a:cxn>
              </a:cxnLst>
              <a:rect l="0" t="0" r="r" b="b"/>
              <a:pathLst>
                <a:path w="18" h="5">
                  <a:moveTo>
                    <a:pt x="18" y="2"/>
                  </a:moveTo>
                  <a:cubicBezTo>
                    <a:pt x="17" y="1"/>
                    <a:pt x="17" y="1"/>
                    <a:pt x="17" y="1"/>
                  </a:cubicBezTo>
                  <a:cubicBezTo>
                    <a:pt x="16" y="0"/>
                    <a:pt x="15" y="0"/>
                    <a:pt x="14" y="0"/>
                  </a:cubicBezTo>
                  <a:cubicBezTo>
                    <a:pt x="13" y="0"/>
                    <a:pt x="12" y="0"/>
                    <a:pt x="11" y="0"/>
                  </a:cubicBezTo>
                  <a:cubicBezTo>
                    <a:pt x="0" y="5"/>
                    <a:pt x="0" y="5"/>
                    <a:pt x="0" y="5"/>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3" name="Freeform 26">
              <a:extLst>
                <a:ext uri="{FF2B5EF4-FFF2-40B4-BE49-F238E27FC236}">
                  <a16:creationId xmlns:a16="http://schemas.microsoft.com/office/drawing/2014/main" id="{558A45F6-DF59-46F3-807A-3C98CD393D51}"/>
                </a:ext>
              </a:extLst>
            </p:cNvPr>
            <p:cNvSpPr>
              <a:spLocks/>
            </p:cNvSpPr>
            <p:nvPr/>
          </p:nvSpPr>
          <p:spPr bwMode="auto">
            <a:xfrm>
              <a:off x="8380413" y="1784350"/>
              <a:ext cx="57150" cy="158750"/>
            </a:xfrm>
            <a:custGeom>
              <a:avLst/>
              <a:gdLst>
                <a:gd name="T0" fmla="*/ 0 w 10"/>
                <a:gd name="T1" fmla="*/ 28 h 28"/>
                <a:gd name="T2" fmla="*/ 6 w 10"/>
                <a:gd name="T3" fmla="*/ 28 h 28"/>
                <a:gd name="T4" fmla="*/ 10 w 10"/>
                <a:gd name="T5" fmla="*/ 24 h 28"/>
                <a:gd name="T6" fmla="*/ 10 w 10"/>
                <a:gd name="T7" fmla="*/ 4 h 28"/>
                <a:gd name="T8" fmla="*/ 6 w 10"/>
                <a:gd name="T9" fmla="*/ 0 h 28"/>
                <a:gd name="T10" fmla="*/ 0 w 10"/>
                <a:gd name="T11" fmla="*/ 0 h 28"/>
              </a:gdLst>
              <a:ahLst/>
              <a:cxnLst>
                <a:cxn ang="0">
                  <a:pos x="T0" y="T1"/>
                </a:cxn>
                <a:cxn ang="0">
                  <a:pos x="T2" y="T3"/>
                </a:cxn>
                <a:cxn ang="0">
                  <a:pos x="T4" y="T5"/>
                </a:cxn>
                <a:cxn ang="0">
                  <a:pos x="T6" y="T7"/>
                </a:cxn>
                <a:cxn ang="0">
                  <a:pos x="T8" y="T9"/>
                </a:cxn>
                <a:cxn ang="0">
                  <a:pos x="T10" y="T11"/>
                </a:cxn>
              </a:cxnLst>
              <a:rect l="0" t="0" r="r" b="b"/>
              <a:pathLst>
                <a:path w="10" h="28">
                  <a:moveTo>
                    <a:pt x="0" y="28"/>
                  </a:moveTo>
                  <a:cubicBezTo>
                    <a:pt x="6" y="28"/>
                    <a:pt x="6" y="28"/>
                    <a:pt x="6" y="28"/>
                  </a:cubicBezTo>
                  <a:cubicBezTo>
                    <a:pt x="8" y="28"/>
                    <a:pt x="10" y="26"/>
                    <a:pt x="10" y="24"/>
                  </a:cubicBezTo>
                  <a:cubicBezTo>
                    <a:pt x="10" y="4"/>
                    <a:pt x="10" y="4"/>
                    <a:pt x="10" y="4"/>
                  </a:cubicBezTo>
                  <a:cubicBezTo>
                    <a:pt x="10" y="2"/>
                    <a:pt x="8" y="0"/>
                    <a:pt x="6" y="0"/>
                  </a:cubicBezTo>
                  <a:cubicBezTo>
                    <a:pt x="0" y="0"/>
                    <a:pt x="0" y="0"/>
                    <a:pt x="0" y="0"/>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4" name="Freeform 27">
              <a:extLst>
                <a:ext uri="{FF2B5EF4-FFF2-40B4-BE49-F238E27FC236}">
                  <a16:creationId xmlns:a16="http://schemas.microsoft.com/office/drawing/2014/main" id="{A0FFBBC5-643A-4B38-A978-E109AE017682}"/>
                </a:ext>
              </a:extLst>
            </p:cNvPr>
            <p:cNvSpPr>
              <a:spLocks/>
            </p:cNvSpPr>
            <p:nvPr/>
          </p:nvSpPr>
          <p:spPr bwMode="auto">
            <a:xfrm>
              <a:off x="8688388" y="1784350"/>
              <a:ext cx="57150" cy="158750"/>
            </a:xfrm>
            <a:custGeom>
              <a:avLst/>
              <a:gdLst>
                <a:gd name="T0" fmla="*/ 10 w 10"/>
                <a:gd name="T1" fmla="*/ 28 h 28"/>
                <a:gd name="T2" fmla="*/ 4 w 10"/>
                <a:gd name="T3" fmla="*/ 28 h 28"/>
                <a:gd name="T4" fmla="*/ 0 w 10"/>
                <a:gd name="T5" fmla="*/ 24 h 28"/>
                <a:gd name="T6" fmla="*/ 0 w 10"/>
                <a:gd name="T7" fmla="*/ 4 h 28"/>
                <a:gd name="T8" fmla="*/ 4 w 10"/>
                <a:gd name="T9" fmla="*/ 0 h 28"/>
                <a:gd name="T10" fmla="*/ 10 w 10"/>
                <a:gd name="T11" fmla="*/ 0 h 28"/>
              </a:gdLst>
              <a:ahLst/>
              <a:cxnLst>
                <a:cxn ang="0">
                  <a:pos x="T0" y="T1"/>
                </a:cxn>
                <a:cxn ang="0">
                  <a:pos x="T2" y="T3"/>
                </a:cxn>
                <a:cxn ang="0">
                  <a:pos x="T4" y="T5"/>
                </a:cxn>
                <a:cxn ang="0">
                  <a:pos x="T6" y="T7"/>
                </a:cxn>
                <a:cxn ang="0">
                  <a:pos x="T8" y="T9"/>
                </a:cxn>
                <a:cxn ang="0">
                  <a:pos x="T10" y="T11"/>
                </a:cxn>
              </a:cxnLst>
              <a:rect l="0" t="0" r="r" b="b"/>
              <a:pathLst>
                <a:path w="10" h="28">
                  <a:moveTo>
                    <a:pt x="10" y="28"/>
                  </a:moveTo>
                  <a:cubicBezTo>
                    <a:pt x="4" y="28"/>
                    <a:pt x="4" y="28"/>
                    <a:pt x="4" y="28"/>
                  </a:cubicBezTo>
                  <a:cubicBezTo>
                    <a:pt x="2" y="28"/>
                    <a:pt x="0" y="26"/>
                    <a:pt x="0" y="24"/>
                  </a:cubicBezTo>
                  <a:cubicBezTo>
                    <a:pt x="0" y="4"/>
                    <a:pt x="0" y="4"/>
                    <a:pt x="0" y="4"/>
                  </a:cubicBezTo>
                  <a:cubicBezTo>
                    <a:pt x="0" y="2"/>
                    <a:pt x="2" y="0"/>
                    <a:pt x="4" y="0"/>
                  </a:cubicBezTo>
                  <a:cubicBezTo>
                    <a:pt x="10" y="0"/>
                    <a:pt x="10" y="0"/>
                    <a:pt x="10" y="0"/>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sp>
          <p:nvSpPr>
            <p:cNvPr id="25" name="Oval 28">
              <a:extLst>
                <a:ext uri="{FF2B5EF4-FFF2-40B4-BE49-F238E27FC236}">
                  <a16:creationId xmlns:a16="http://schemas.microsoft.com/office/drawing/2014/main" id="{2A9C8E53-3CEC-4AF9-9725-92D101721F8A}"/>
                </a:ext>
              </a:extLst>
            </p:cNvPr>
            <p:cNvSpPr>
              <a:spLocks noChangeArrowheads="1"/>
            </p:cNvSpPr>
            <p:nvPr/>
          </p:nvSpPr>
          <p:spPr bwMode="auto">
            <a:xfrm>
              <a:off x="8301038" y="1601788"/>
              <a:ext cx="523875" cy="523875"/>
            </a:xfrm>
            <a:prstGeom prst="ellipse">
              <a:avLst/>
            </a:pr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000"/>
            </a:p>
          </p:txBody>
        </p:sp>
      </p:grpSp>
      <p:cxnSp>
        <p:nvCxnSpPr>
          <p:cNvPr id="26" name="Straight Connector 25">
            <a:extLst>
              <a:ext uri="{FF2B5EF4-FFF2-40B4-BE49-F238E27FC236}">
                <a16:creationId xmlns:a16="http://schemas.microsoft.com/office/drawing/2014/main" id="{9C7F4039-4CD7-46A6-9C31-5236EBFE4421}"/>
              </a:ext>
            </a:extLst>
          </p:cNvPr>
          <p:cNvCxnSpPr/>
          <p:nvPr/>
        </p:nvCxnSpPr>
        <p:spPr>
          <a:xfrm>
            <a:off x="3600214" y="4291710"/>
            <a:ext cx="2563224" cy="0"/>
          </a:xfrm>
          <a:prstGeom prst="line">
            <a:avLst/>
          </a:prstGeom>
          <a:ln w="63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A5BABE1D-3DF6-4B95-8940-5D3A1E4D0F53}"/>
              </a:ext>
            </a:extLst>
          </p:cNvPr>
          <p:cNvSpPr/>
          <p:nvPr/>
        </p:nvSpPr>
        <p:spPr>
          <a:xfrm>
            <a:off x="3600215" y="3720639"/>
            <a:ext cx="3181026" cy="215444"/>
          </a:xfrm>
          <a:prstGeom prst="rect">
            <a:avLst/>
          </a:prstGeom>
        </p:spPr>
        <p:txBody>
          <a:bodyPr wrap="square" lIns="0" tIns="0" rIns="0" bIns="0">
            <a:spAutoFit/>
          </a:bodyPr>
          <a:lstStyle/>
          <a:p>
            <a:pPr>
              <a:spcBef>
                <a:spcPts val="1000"/>
              </a:spcBef>
              <a:spcAft>
                <a:spcPts val="1000"/>
              </a:spcAft>
            </a:pPr>
            <a:r>
              <a:rPr lang="en-US" sz="1400" dirty="0"/>
              <a:t>Simple, low-cost implementation</a:t>
            </a:r>
          </a:p>
        </p:txBody>
      </p:sp>
      <p:sp>
        <p:nvSpPr>
          <p:cNvPr id="36" name="Rectangle 35">
            <a:extLst>
              <a:ext uri="{FF2B5EF4-FFF2-40B4-BE49-F238E27FC236}">
                <a16:creationId xmlns:a16="http://schemas.microsoft.com/office/drawing/2014/main" id="{19F34CC0-2C40-4CF6-8CA8-EDAB2F693E84}"/>
              </a:ext>
            </a:extLst>
          </p:cNvPr>
          <p:cNvSpPr/>
          <p:nvPr/>
        </p:nvSpPr>
        <p:spPr>
          <a:xfrm>
            <a:off x="640322" y="5045567"/>
            <a:ext cx="2735895" cy="430887"/>
          </a:xfrm>
          <a:prstGeom prst="rect">
            <a:avLst/>
          </a:prstGeom>
        </p:spPr>
        <p:txBody>
          <a:bodyPr wrap="square" lIns="0" tIns="0" rIns="0" bIns="0">
            <a:spAutoFit/>
          </a:bodyPr>
          <a:lstStyle/>
          <a:p>
            <a:pPr>
              <a:spcBef>
                <a:spcPts val="1000"/>
              </a:spcBef>
              <a:spcAft>
                <a:spcPts val="1000"/>
              </a:spcAft>
            </a:pPr>
            <a:r>
              <a:rPr lang="en-US" sz="1400" dirty="0"/>
              <a:t>Low network</a:t>
            </a:r>
            <a:br>
              <a:rPr lang="en-US" sz="1400" dirty="0"/>
            </a:br>
            <a:r>
              <a:rPr lang="en-US" sz="1400" dirty="0"/>
              <a:t>management overhead</a:t>
            </a:r>
          </a:p>
        </p:txBody>
      </p:sp>
      <p:grpSp>
        <p:nvGrpSpPr>
          <p:cNvPr id="37" name="Group 36">
            <a:extLst>
              <a:ext uri="{FF2B5EF4-FFF2-40B4-BE49-F238E27FC236}">
                <a16:creationId xmlns:a16="http://schemas.microsoft.com/office/drawing/2014/main" id="{7D81CFF1-83FF-42BD-9DBC-3B2B11EDC715}"/>
              </a:ext>
            </a:extLst>
          </p:cNvPr>
          <p:cNvGrpSpPr/>
          <p:nvPr/>
        </p:nvGrpSpPr>
        <p:grpSpPr>
          <a:xfrm>
            <a:off x="3564050" y="3205987"/>
            <a:ext cx="479858" cy="418505"/>
            <a:chOff x="614421" y="4199883"/>
            <a:chExt cx="419497" cy="365862"/>
          </a:xfrm>
        </p:grpSpPr>
        <p:sp>
          <p:nvSpPr>
            <p:cNvPr id="38" name="Oval 5">
              <a:extLst>
                <a:ext uri="{FF2B5EF4-FFF2-40B4-BE49-F238E27FC236}">
                  <a16:creationId xmlns:a16="http://schemas.microsoft.com/office/drawing/2014/main" id="{FF7CE1AD-F946-4CDE-A4C5-CB28C67A8B9D}"/>
                </a:ext>
              </a:extLst>
            </p:cNvPr>
            <p:cNvSpPr>
              <a:spLocks noChangeArrowheads="1"/>
            </p:cNvSpPr>
            <p:nvPr/>
          </p:nvSpPr>
          <p:spPr bwMode="auto">
            <a:xfrm>
              <a:off x="627829" y="4199883"/>
              <a:ext cx="113016" cy="111099"/>
            </a:xfrm>
            <a:prstGeom prst="ellipse">
              <a:avLst/>
            </a:pr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6">
              <a:extLst>
                <a:ext uri="{FF2B5EF4-FFF2-40B4-BE49-F238E27FC236}">
                  <a16:creationId xmlns:a16="http://schemas.microsoft.com/office/drawing/2014/main" id="{4021EF5B-1BCB-4E12-986B-F81C481E8C09}"/>
                </a:ext>
              </a:extLst>
            </p:cNvPr>
            <p:cNvSpPr>
              <a:spLocks/>
            </p:cNvSpPr>
            <p:nvPr/>
          </p:nvSpPr>
          <p:spPr bwMode="auto">
            <a:xfrm>
              <a:off x="614421" y="4340367"/>
              <a:ext cx="139832" cy="225378"/>
            </a:xfrm>
            <a:custGeom>
              <a:avLst/>
              <a:gdLst>
                <a:gd name="T0" fmla="*/ 20 w 30"/>
                <a:gd name="T1" fmla="*/ 2 h 49"/>
                <a:gd name="T2" fmla="*/ 6 w 30"/>
                <a:gd name="T3" fmla="*/ 4 h 49"/>
                <a:gd name="T4" fmla="*/ 0 w 30"/>
                <a:gd name="T5" fmla="*/ 16 h 49"/>
                <a:gd name="T6" fmla="*/ 0 w 30"/>
                <a:gd name="T7" fmla="*/ 25 h 49"/>
                <a:gd name="T8" fmla="*/ 6 w 30"/>
                <a:gd name="T9" fmla="*/ 25 h 49"/>
                <a:gd name="T10" fmla="*/ 9 w 30"/>
                <a:gd name="T11" fmla="*/ 49 h 49"/>
                <a:gd name="T12" fmla="*/ 21 w 30"/>
                <a:gd name="T13" fmla="*/ 49 h 49"/>
                <a:gd name="T14" fmla="*/ 24 w 30"/>
                <a:gd name="T15" fmla="*/ 25 h 49"/>
                <a:gd name="T16" fmla="*/ 30 w 30"/>
                <a:gd name="T17" fmla="*/ 25 h 49"/>
                <a:gd name="connsiteX0" fmla="*/ 6667 w 10000"/>
                <a:gd name="connsiteY0" fmla="*/ 213 h 9805"/>
                <a:gd name="connsiteX1" fmla="*/ 2000 w 10000"/>
                <a:gd name="connsiteY1" fmla="*/ 621 h 9805"/>
                <a:gd name="connsiteX2" fmla="*/ 0 w 10000"/>
                <a:gd name="connsiteY2" fmla="*/ 3070 h 9805"/>
                <a:gd name="connsiteX3" fmla="*/ 0 w 10000"/>
                <a:gd name="connsiteY3" fmla="*/ 4907 h 9805"/>
                <a:gd name="connsiteX4" fmla="*/ 2000 w 10000"/>
                <a:gd name="connsiteY4" fmla="*/ 4907 h 9805"/>
                <a:gd name="connsiteX5" fmla="*/ 3000 w 10000"/>
                <a:gd name="connsiteY5" fmla="*/ 9805 h 9805"/>
                <a:gd name="connsiteX6" fmla="*/ 7000 w 10000"/>
                <a:gd name="connsiteY6" fmla="*/ 9805 h 9805"/>
                <a:gd name="connsiteX7" fmla="*/ 8000 w 10000"/>
                <a:gd name="connsiteY7" fmla="*/ 4907 h 9805"/>
                <a:gd name="connsiteX8" fmla="*/ 10000 w 10000"/>
                <a:gd name="connsiteY8" fmla="*/ 4907 h 9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805">
                  <a:moveTo>
                    <a:pt x="6667" y="213"/>
                  </a:moveTo>
                  <a:cubicBezTo>
                    <a:pt x="5333" y="-195"/>
                    <a:pt x="3667" y="9"/>
                    <a:pt x="2000" y="621"/>
                  </a:cubicBezTo>
                  <a:cubicBezTo>
                    <a:pt x="667" y="1029"/>
                    <a:pt x="0" y="2050"/>
                    <a:pt x="0" y="3070"/>
                  </a:cubicBezTo>
                  <a:lnTo>
                    <a:pt x="0" y="4907"/>
                  </a:lnTo>
                  <a:lnTo>
                    <a:pt x="2000" y="4907"/>
                  </a:lnTo>
                  <a:lnTo>
                    <a:pt x="3000" y="9805"/>
                  </a:lnTo>
                  <a:lnTo>
                    <a:pt x="7000" y="9805"/>
                  </a:lnTo>
                  <a:lnTo>
                    <a:pt x="8000" y="4907"/>
                  </a:lnTo>
                  <a:lnTo>
                    <a:pt x="10000" y="4907"/>
                  </a:ln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0" name="Oval 7">
              <a:extLst>
                <a:ext uri="{FF2B5EF4-FFF2-40B4-BE49-F238E27FC236}">
                  <a16:creationId xmlns:a16="http://schemas.microsoft.com/office/drawing/2014/main" id="{6DB87674-DDF3-4FA2-B71F-FE306AE091F5}"/>
                </a:ext>
              </a:extLst>
            </p:cNvPr>
            <p:cNvSpPr>
              <a:spLocks noChangeArrowheads="1"/>
            </p:cNvSpPr>
            <p:nvPr/>
          </p:nvSpPr>
          <p:spPr bwMode="auto">
            <a:xfrm>
              <a:off x="907494" y="4199883"/>
              <a:ext cx="113016" cy="111099"/>
            </a:xfrm>
            <a:prstGeom prst="ellipse">
              <a:avLst/>
            </a:pr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8">
              <a:extLst>
                <a:ext uri="{FF2B5EF4-FFF2-40B4-BE49-F238E27FC236}">
                  <a16:creationId xmlns:a16="http://schemas.microsoft.com/office/drawing/2014/main" id="{BF52322A-AFFD-4F62-B627-9C1139BBE112}"/>
                </a:ext>
              </a:extLst>
            </p:cNvPr>
            <p:cNvSpPr>
              <a:spLocks/>
            </p:cNvSpPr>
            <p:nvPr/>
          </p:nvSpPr>
          <p:spPr bwMode="auto">
            <a:xfrm>
              <a:off x="894086" y="4339715"/>
              <a:ext cx="139832" cy="226030"/>
            </a:xfrm>
            <a:custGeom>
              <a:avLst/>
              <a:gdLst>
                <a:gd name="T0" fmla="*/ 13 w 30"/>
                <a:gd name="T1" fmla="*/ 0 h 48"/>
                <a:gd name="T2" fmla="*/ 15 w 30"/>
                <a:gd name="T3" fmla="*/ 0 h 48"/>
                <a:gd name="T4" fmla="*/ 30 w 30"/>
                <a:gd name="T5" fmla="*/ 15 h 48"/>
                <a:gd name="T6" fmla="*/ 30 w 30"/>
                <a:gd name="T7" fmla="*/ 24 h 48"/>
                <a:gd name="T8" fmla="*/ 24 w 30"/>
                <a:gd name="T9" fmla="*/ 24 h 48"/>
                <a:gd name="T10" fmla="*/ 21 w 30"/>
                <a:gd name="T11" fmla="*/ 48 h 48"/>
                <a:gd name="T12" fmla="*/ 9 w 30"/>
                <a:gd name="T13" fmla="*/ 48 h 48"/>
                <a:gd name="T14" fmla="*/ 6 w 30"/>
                <a:gd name="T15" fmla="*/ 24 h 48"/>
                <a:gd name="T16" fmla="*/ 0 w 30"/>
                <a:gd name="T17" fmla="*/ 24 h 48"/>
                <a:gd name="connsiteX0" fmla="*/ 4333 w 10000"/>
                <a:gd name="connsiteY0" fmla="*/ 0 h 10000"/>
                <a:gd name="connsiteX1" fmla="*/ 5000 w 10000"/>
                <a:gd name="connsiteY1" fmla="*/ 0 h 10000"/>
                <a:gd name="connsiteX2" fmla="*/ 10000 w 10000"/>
                <a:gd name="connsiteY2" fmla="*/ 3125 h 10000"/>
                <a:gd name="connsiteX3" fmla="*/ 10000 w 10000"/>
                <a:gd name="connsiteY3" fmla="*/ 5000 h 10000"/>
                <a:gd name="connsiteX4" fmla="*/ 8000 w 10000"/>
                <a:gd name="connsiteY4" fmla="*/ 5000 h 10000"/>
                <a:gd name="connsiteX5" fmla="*/ 7000 w 10000"/>
                <a:gd name="connsiteY5" fmla="*/ 10000 h 10000"/>
                <a:gd name="connsiteX6" fmla="*/ 3000 w 10000"/>
                <a:gd name="connsiteY6" fmla="*/ 10000 h 10000"/>
                <a:gd name="connsiteX7" fmla="*/ 2000 w 10000"/>
                <a:gd name="connsiteY7" fmla="*/ 5000 h 10000"/>
                <a:gd name="connsiteX8" fmla="*/ 0 w 10000"/>
                <a:gd name="connsiteY8"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4333" y="0"/>
                  </a:moveTo>
                  <a:lnTo>
                    <a:pt x="5000" y="0"/>
                  </a:lnTo>
                  <a:cubicBezTo>
                    <a:pt x="7667" y="0"/>
                    <a:pt x="10000" y="1458"/>
                    <a:pt x="10000" y="3125"/>
                  </a:cubicBezTo>
                  <a:lnTo>
                    <a:pt x="10000" y="5000"/>
                  </a:lnTo>
                  <a:lnTo>
                    <a:pt x="8000" y="5000"/>
                  </a:lnTo>
                  <a:lnTo>
                    <a:pt x="7000" y="10000"/>
                  </a:lnTo>
                  <a:lnTo>
                    <a:pt x="3000" y="10000"/>
                  </a:lnTo>
                  <a:lnTo>
                    <a:pt x="2000" y="5000"/>
                  </a:lnTo>
                  <a:lnTo>
                    <a:pt x="0" y="5000"/>
                  </a:ln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9">
              <a:extLst>
                <a:ext uri="{FF2B5EF4-FFF2-40B4-BE49-F238E27FC236}">
                  <a16:creationId xmlns:a16="http://schemas.microsoft.com/office/drawing/2014/main" id="{B3432C81-80FC-4CC9-87FB-9FA3F958E4A6}"/>
                </a:ext>
              </a:extLst>
            </p:cNvPr>
            <p:cNvSpPr>
              <a:spLocks/>
            </p:cNvSpPr>
            <p:nvPr/>
          </p:nvSpPr>
          <p:spPr bwMode="auto">
            <a:xfrm>
              <a:off x="758083" y="4268841"/>
              <a:ext cx="149409" cy="197297"/>
            </a:xfrm>
            <a:custGeom>
              <a:avLst/>
              <a:gdLst>
                <a:gd name="T0" fmla="*/ 22 w 32"/>
                <a:gd name="T1" fmla="*/ 0 h 42"/>
                <a:gd name="T2" fmla="*/ 1 w 32"/>
                <a:gd name="T3" fmla="*/ 21 h 42"/>
                <a:gd name="T4" fmla="*/ 0 w 32"/>
                <a:gd name="T5" fmla="*/ 23 h 42"/>
                <a:gd name="T6" fmla="*/ 2 w 32"/>
                <a:gd name="T7" fmla="*/ 24 h 42"/>
                <a:gd name="T8" fmla="*/ 10 w 32"/>
                <a:gd name="T9" fmla="*/ 24 h 42"/>
                <a:gd name="T10" fmla="*/ 10 w 32"/>
                <a:gd name="T11" fmla="*/ 42 h 42"/>
                <a:gd name="T12" fmla="*/ 32 w 32"/>
                <a:gd name="T13" fmla="*/ 21 h 42"/>
                <a:gd name="T14" fmla="*/ 32 w 32"/>
                <a:gd name="T15" fmla="*/ 19 h 42"/>
                <a:gd name="T16" fmla="*/ 30 w 32"/>
                <a:gd name="T17" fmla="*/ 18 h 42"/>
                <a:gd name="T18" fmla="*/ 22 w 32"/>
                <a:gd name="T19" fmla="*/ 18 h 42"/>
                <a:gd name="T20" fmla="*/ 22 w 32"/>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42">
                  <a:moveTo>
                    <a:pt x="22" y="0"/>
                  </a:moveTo>
                  <a:cubicBezTo>
                    <a:pt x="1" y="21"/>
                    <a:pt x="1" y="21"/>
                    <a:pt x="1" y="21"/>
                  </a:cubicBezTo>
                  <a:cubicBezTo>
                    <a:pt x="0" y="22"/>
                    <a:pt x="0" y="23"/>
                    <a:pt x="0" y="23"/>
                  </a:cubicBezTo>
                  <a:cubicBezTo>
                    <a:pt x="1" y="24"/>
                    <a:pt x="1" y="24"/>
                    <a:pt x="2" y="24"/>
                  </a:cubicBezTo>
                  <a:cubicBezTo>
                    <a:pt x="10" y="24"/>
                    <a:pt x="10" y="24"/>
                    <a:pt x="10" y="24"/>
                  </a:cubicBezTo>
                  <a:cubicBezTo>
                    <a:pt x="10" y="42"/>
                    <a:pt x="10" y="42"/>
                    <a:pt x="10" y="42"/>
                  </a:cubicBezTo>
                  <a:cubicBezTo>
                    <a:pt x="32" y="21"/>
                    <a:pt x="32" y="21"/>
                    <a:pt x="32" y="21"/>
                  </a:cubicBezTo>
                  <a:cubicBezTo>
                    <a:pt x="32" y="20"/>
                    <a:pt x="32" y="19"/>
                    <a:pt x="32" y="19"/>
                  </a:cubicBezTo>
                  <a:cubicBezTo>
                    <a:pt x="32" y="18"/>
                    <a:pt x="31" y="18"/>
                    <a:pt x="30" y="18"/>
                  </a:cubicBezTo>
                  <a:cubicBezTo>
                    <a:pt x="22" y="18"/>
                    <a:pt x="22" y="18"/>
                    <a:pt x="22" y="18"/>
                  </a:cubicBezTo>
                  <a:lnTo>
                    <a:pt x="22" y="0"/>
                  </a:lnTo>
                  <a:close/>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45" name="Rectangle 44">
            <a:extLst>
              <a:ext uri="{FF2B5EF4-FFF2-40B4-BE49-F238E27FC236}">
                <a16:creationId xmlns:a16="http://schemas.microsoft.com/office/drawing/2014/main" id="{94E5365E-7BDC-47E1-A61B-E649B9EE525C}"/>
              </a:ext>
            </a:extLst>
          </p:cNvPr>
          <p:cNvSpPr/>
          <p:nvPr/>
        </p:nvSpPr>
        <p:spPr>
          <a:xfrm>
            <a:off x="6776355" y="5069000"/>
            <a:ext cx="5415643" cy="1259907"/>
          </a:xfrm>
          <a:prstGeom prst="rect">
            <a:avLst/>
          </a:prstGeom>
          <a:solidFill>
            <a:schemeClr val="tx1">
              <a:alpha val="8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46" name="Rectangle 45">
            <a:extLst>
              <a:ext uri="{FF2B5EF4-FFF2-40B4-BE49-F238E27FC236}">
                <a16:creationId xmlns:a16="http://schemas.microsoft.com/office/drawing/2014/main" id="{7C0E8776-E536-4C96-B600-197C2DD56319}"/>
              </a:ext>
            </a:extLst>
          </p:cNvPr>
          <p:cNvSpPr/>
          <p:nvPr/>
        </p:nvSpPr>
        <p:spPr>
          <a:xfrm>
            <a:off x="7074252" y="5261010"/>
            <a:ext cx="4660548" cy="738664"/>
          </a:xfrm>
          <a:prstGeom prst="rect">
            <a:avLst/>
          </a:prstGeom>
        </p:spPr>
        <p:txBody>
          <a:bodyPr wrap="square" lIns="0" tIns="0" rIns="0" bIns="0">
            <a:spAutoFit/>
          </a:bodyPr>
          <a:lstStyle/>
          <a:p>
            <a:r>
              <a:rPr lang="en-US" sz="2400" dirty="0">
                <a:solidFill>
                  <a:srgbClr val="FF6600"/>
                </a:solidFill>
              </a:rPr>
              <a:t>Industry defining functionality combined with a global footprint</a:t>
            </a:r>
          </a:p>
        </p:txBody>
      </p:sp>
      <p:grpSp>
        <p:nvGrpSpPr>
          <p:cNvPr id="54" name="Group 53">
            <a:extLst>
              <a:ext uri="{FF2B5EF4-FFF2-40B4-BE49-F238E27FC236}">
                <a16:creationId xmlns:a16="http://schemas.microsoft.com/office/drawing/2014/main" id="{A4740838-47B1-4B8F-BEA9-B245619BF930}"/>
              </a:ext>
            </a:extLst>
          </p:cNvPr>
          <p:cNvGrpSpPr/>
          <p:nvPr/>
        </p:nvGrpSpPr>
        <p:grpSpPr>
          <a:xfrm>
            <a:off x="3632561" y="1749738"/>
            <a:ext cx="425844" cy="424050"/>
            <a:chOff x="884238" y="4273550"/>
            <a:chExt cx="754062" cy="750888"/>
          </a:xfrm>
        </p:grpSpPr>
        <p:sp>
          <p:nvSpPr>
            <p:cNvPr id="55" name="Freeform 15">
              <a:extLst>
                <a:ext uri="{FF2B5EF4-FFF2-40B4-BE49-F238E27FC236}">
                  <a16:creationId xmlns:a16="http://schemas.microsoft.com/office/drawing/2014/main" id="{1804B33D-FE9A-4682-88AD-2C4D494B894B}"/>
                </a:ext>
              </a:extLst>
            </p:cNvPr>
            <p:cNvSpPr>
              <a:spLocks/>
            </p:cNvSpPr>
            <p:nvPr/>
          </p:nvSpPr>
          <p:spPr bwMode="auto">
            <a:xfrm>
              <a:off x="1035050" y="4273550"/>
              <a:ext cx="401638" cy="400050"/>
            </a:xfrm>
            <a:custGeom>
              <a:avLst/>
              <a:gdLst>
                <a:gd name="T0" fmla="*/ 28 w 48"/>
                <a:gd name="T1" fmla="*/ 37 h 48"/>
                <a:gd name="T2" fmla="*/ 26 w 48"/>
                <a:gd name="T3" fmla="*/ 31 h 48"/>
                <a:gd name="T4" fmla="*/ 31 w 48"/>
                <a:gd name="T5" fmla="*/ 26 h 48"/>
                <a:gd name="T6" fmla="*/ 37 w 48"/>
                <a:gd name="T7" fmla="*/ 28 h 48"/>
                <a:gd name="T8" fmla="*/ 39 w 48"/>
                <a:gd name="T9" fmla="*/ 30 h 48"/>
                <a:gd name="T10" fmla="*/ 40 w 48"/>
                <a:gd name="T11" fmla="*/ 31 h 48"/>
                <a:gd name="T12" fmla="*/ 42 w 48"/>
                <a:gd name="T13" fmla="*/ 31 h 48"/>
                <a:gd name="T14" fmla="*/ 47 w 48"/>
                <a:gd name="T15" fmla="*/ 25 h 48"/>
                <a:gd name="T16" fmla="*/ 47 w 48"/>
                <a:gd name="T17" fmla="*/ 21 h 48"/>
                <a:gd name="T18" fmla="*/ 41 w 48"/>
                <a:gd name="T19" fmla="*/ 15 h 48"/>
                <a:gd name="T20" fmla="*/ 44 w 48"/>
                <a:gd name="T21" fmla="*/ 13 h 48"/>
                <a:gd name="T22" fmla="*/ 44 w 48"/>
                <a:gd name="T23" fmla="*/ 4 h 48"/>
                <a:gd name="T24" fmla="*/ 35 w 48"/>
                <a:gd name="T25" fmla="*/ 4 h 48"/>
                <a:gd name="T26" fmla="*/ 33 w 48"/>
                <a:gd name="T27" fmla="*/ 7 h 48"/>
                <a:gd name="T28" fmla="*/ 27 w 48"/>
                <a:gd name="T29" fmla="*/ 1 h 48"/>
                <a:gd name="T30" fmla="*/ 25 w 48"/>
                <a:gd name="T31" fmla="*/ 0 h 48"/>
                <a:gd name="T32" fmla="*/ 23 w 48"/>
                <a:gd name="T33" fmla="*/ 1 h 48"/>
                <a:gd name="T34" fmla="*/ 18 w 48"/>
                <a:gd name="T35" fmla="*/ 6 h 48"/>
                <a:gd name="T36" fmla="*/ 17 w 48"/>
                <a:gd name="T37" fmla="*/ 7 h 48"/>
                <a:gd name="T38" fmla="*/ 18 w 48"/>
                <a:gd name="T39" fmla="*/ 9 h 48"/>
                <a:gd name="T40" fmla="*/ 19 w 48"/>
                <a:gd name="T41" fmla="*/ 9 h 48"/>
                <a:gd name="T42" fmla="*/ 21 w 48"/>
                <a:gd name="T43" fmla="*/ 16 h 48"/>
                <a:gd name="T44" fmla="*/ 16 w 48"/>
                <a:gd name="T45" fmla="*/ 21 h 48"/>
                <a:gd name="T46" fmla="*/ 9 w 48"/>
                <a:gd name="T47" fmla="*/ 19 h 48"/>
                <a:gd name="T48" fmla="*/ 8 w 48"/>
                <a:gd name="T49" fmla="*/ 18 h 48"/>
                <a:gd name="T50" fmla="*/ 7 w 48"/>
                <a:gd name="T51" fmla="*/ 17 h 48"/>
                <a:gd name="T52" fmla="*/ 6 w 48"/>
                <a:gd name="T53" fmla="*/ 18 h 48"/>
                <a:gd name="T54" fmla="*/ 1 w 48"/>
                <a:gd name="T55" fmla="*/ 23 h 48"/>
                <a:gd name="T56" fmla="*/ 1 w 48"/>
                <a:gd name="T57" fmla="*/ 27 h 48"/>
                <a:gd name="T58" fmla="*/ 21 w 48"/>
                <a:gd name="T59" fmla="*/ 47 h 48"/>
                <a:gd name="T60" fmla="*/ 25 w 48"/>
                <a:gd name="T61" fmla="*/ 47 h 48"/>
                <a:gd name="T62" fmla="*/ 31 w 48"/>
                <a:gd name="T63" fmla="*/ 42 h 48"/>
                <a:gd name="T64" fmla="*/ 31 w 48"/>
                <a:gd name="T65" fmla="*/ 40 h 48"/>
                <a:gd name="T66" fmla="*/ 30 w 48"/>
                <a:gd name="T67" fmla="*/ 39 h 48"/>
                <a:gd name="T68" fmla="*/ 28 w 48"/>
                <a:gd name="T69" fmla="*/ 3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 h="48">
                  <a:moveTo>
                    <a:pt x="28" y="37"/>
                  </a:moveTo>
                  <a:cubicBezTo>
                    <a:pt x="26" y="36"/>
                    <a:pt x="25" y="33"/>
                    <a:pt x="26" y="31"/>
                  </a:cubicBezTo>
                  <a:cubicBezTo>
                    <a:pt x="26" y="28"/>
                    <a:pt x="28" y="26"/>
                    <a:pt x="31" y="26"/>
                  </a:cubicBezTo>
                  <a:cubicBezTo>
                    <a:pt x="33" y="25"/>
                    <a:pt x="36" y="26"/>
                    <a:pt x="37" y="28"/>
                  </a:cubicBezTo>
                  <a:cubicBezTo>
                    <a:pt x="38" y="28"/>
                    <a:pt x="39" y="29"/>
                    <a:pt x="39" y="30"/>
                  </a:cubicBezTo>
                  <a:cubicBezTo>
                    <a:pt x="39" y="31"/>
                    <a:pt x="40" y="31"/>
                    <a:pt x="40" y="31"/>
                  </a:cubicBezTo>
                  <a:cubicBezTo>
                    <a:pt x="41" y="31"/>
                    <a:pt x="41" y="31"/>
                    <a:pt x="42" y="31"/>
                  </a:cubicBezTo>
                  <a:cubicBezTo>
                    <a:pt x="47" y="25"/>
                    <a:pt x="47" y="25"/>
                    <a:pt x="47" y="25"/>
                  </a:cubicBezTo>
                  <a:cubicBezTo>
                    <a:pt x="48" y="24"/>
                    <a:pt x="48" y="22"/>
                    <a:pt x="47" y="21"/>
                  </a:cubicBezTo>
                  <a:cubicBezTo>
                    <a:pt x="41" y="15"/>
                    <a:pt x="41" y="15"/>
                    <a:pt x="41" y="15"/>
                  </a:cubicBezTo>
                  <a:cubicBezTo>
                    <a:pt x="43" y="15"/>
                    <a:pt x="44" y="14"/>
                    <a:pt x="44" y="13"/>
                  </a:cubicBezTo>
                  <a:cubicBezTo>
                    <a:pt x="47" y="11"/>
                    <a:pt x="47" y="6"/>
                    <a:pt x="44" y="4"/>
                  </a:cubicBezTo>
                  <a:cubicBezTo>
                    <a:pt x="42" y="1"/>
                    <a:pt x="37" y="1"/>
                    <a:pt x="35" y="4"/>
                  </a:cubicBezTo>
                  <a:cubicBezTo>
                    <a:pt x="34" y="4"/>
                    <a:pt x="33" y="5"/>
                    <a:pt x="33" y="7"/>
                  </a:cubicBezTo>
                  <a:cubicBezTo>
                    <a:pt x="27" y="1"/>
                    <a:pt x="27" y="1"/>
                    <a:pt x="27" y="1"/>
                  </a:cubicBezTo>
                  <a:cubicBezTo>
                    <a:pt x="27" y="0"/>
                    <a:pt x="26" y="0"/>
                    <a:pt x="25" y="0"/>
                  </a:cubicBezTo>
                  <a:cubicBezTo>
                    <a:pt x="24" y="0"/>
                    <a:pt x="23" y="0"/>
                    <a:pt x="23" y="1"/>
                  </a:cubicBezTo>
                  <a:cubicBezTo>
                    <a:pt x="18" y="6"/>
                    <a:pt x="18" y="6"/>
                    <a:pt x="18" y="6"/>
                  </a:cubicBezTo>
                  <a:cubicBezTo>
                    <a:pt x="17" y="6"/>
                    <a:pt x="17" y="7"/>
                    <a:pt x="17" y="7"/>
                  </a:cubicBezTo>
                  <a:cubicBezTo>
                    <a:pt x="17" y="8"/>
                    <a:pt x="17" y="8"/>
                    <a:pt x="18" y="9"/>
                  </a:cubicBezTo>
                  <a:cubicBezTo>
                    <a:pt x="18" y="9"/>
                    <a:pt x="19" y="9"/>
                    <a:pt x="19" y="9"/>
                  </a:cubicBezTo>
                  <a:cubicBezTo>
                    <a:pt x="21" y="11"/>
                    <a:pt x="22" y="14"/>
                    <a:pt x="21" y="16"/>
                  </a:cubicBezTo>
                  <a:cubicBezTo>
                    <a:pt x="20" y="19"/>
                    <a:pt x="19" y="21"/>
                    <a:pt x="16" y="21"/>
                  </a:cubicBezTo>
                  <a:cubicBezTo>
                    <a:pt x="14" y="22"/>
                    <a:pt x="11" y="21"/>
                    <a:pt x="9" y="19"/>
                  </a:cubicBezTo>
                  <a:cubicBezTo>
                    <a:pt x="9" y="19"/>
                    <a:pt x="9" y="18"/>
                    <a:pt x="8" y="18"/>
                  </a:cubicBezTo>
                  <a:cubicBezTo>
                    <a:pt x="8" y="18"/>
                    <a:pt x="8" y="17"/>
                    <a:pt x="7" y="17"/>
                  </a:cubicBezTo>
                  <a:cubicBezTo>
                    <a:pt x="7" y="17"/>
                    <a:pt x="6" y="17"/>
                    <a:pt x="6" y="18"/>
                  </a:cubicBezTo>
                  <a:cubicBezTo>
                    <a:pt x="1" y="23"/>
                    <a:pt x="1" y="23"/>
                    <a:pt x="1" y="23"/>
                  </a:cubicBezTo>
                  <a:cubicBezTo>
                    <a:pt x="0" y="24"/>
                    <a:pt x="0" y="26"/>
                    <a:pt x="1" y="27"/>
                  </a:cubicBezTo>
                  <a:cubicBezTo>
                    <a:pt x="21" y="47"/>
                    <a:pt x="21" y="47"/>
                    <a:pt x="21" y="47"/>
                  </a:cubicBezTo>
                  <a:cubicBezTo>
                    <a:pt x="22" y="48"/>
                    <a:pt x="24" y="48"/>
                    <a:pt x="25" y="47"/>
                  </a:cubicBezTo>
                  <a:cubicBezTo>
                    <a:pt x="31" y="42"/>
                    <a:pt x="31" y="42"/>
                    <a:pt x="31" y="42"/>
                  </a:cubicBezTo>
                  <a:cubicBezTo>
                    <a:pt x="31" y="41"/>
                    <a:pt x="31" y="41"/>
                    <a:pt x="31" y="40"/>
                  </a:cubicBezTo>
                  <a:cubicBezTo>
                    <a:pt x="31" y="40"/>
                    <a:pt x="31" y="39"/>
                    <a:pt x="30" y="39"/>
                  </a:cubicBezTo>
                  <a:cubicBezTo>
                    <a:pt x="29" y="39"/>
                    <a:pt x="28" y="38"/>
                    <a:pt x="28" y="37"/>
                  </a:cubicBezTo>
                  <a:close/>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p>
          </p:txBody>
        </p:sp>
        <p:sp>
          <p:nvSpPr>
            <p:cNvPr id="56" name="Freeform 16">
              <a:extLst>
                <a:ext uri="{FF2B5EF4-FFF2-40B4-BE49-F238E27FC236}">
                  <a16:creationId xmlns:a16="http://schemas.microsoft.com/office/drawing/2014/main" id="{2F835B00-F6A0-4DAB-98DB-C31AFAD43ABE}"/>
                </a:ext>
              </a:extLst>
            </p:cNvPr>
            <p:cNvSpPr>
              <a:spLocks/>
            </p:cNvSpPr>
            <p:nvPr/>
          </p:nvSpPr>
          <p:spPr bwMode="auto">
            <a:xfrm>
              <a:off x="884238" y="4624388"/>
              <a:ext cx="100013" cy="400050"/>
            </a:xfrm>
            <a:custGeom>
              <a:avLst/>
              <a:gdLst>
                <a:gd name="T0" fmla="*/ 12 w 12"/>
                <a:gd name="T1" fmla="*/ 48 h 48"/>
                <a:gd name="T2" fmla="*/ 4 w 12"/>
                <a:gd name="T3" fmla="*/ 38 h 48"/>
                <a:gd name="T4" fmla="*/ 0 w 12"/>
                <a:gd name="T5" fmla="*/ 27 h 48"/>
                <a:gd name="T6" fmla="*/ 0 w 12"/>
                <a:gd name="T7" fmla="*/ 6 h 48"/>
                <a:gd name="T8" fmla="*/ 6 w 12"/>
                <a:gd name="T9" fmla="*/ 0 h 48"/>
                <a:gd name="T10" fmla="*/ 6 w 12"/>
                <a:gd name="T11" fmla="*/ 0 h 48"/>
                <a:gd name="T12" fmla="*/ 12 w 12"/>
                <a:gd name="T13" fmla="*/ 6 h 48"/>
                <a:gd name="T14" fmla="*/ 12 w 12"/>
                <a:gd name="T15" fmla="*/ 21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48">
                  <a:moveTo>
                    <a:pt x="12" y="48"/>
                  </a:moveTo>
                  <a:cubicBezTo>
                    <a:pt x="4" y="38"/>
                    <a:pt x="4" y="38"/>
                    <a:pt x="4" y="38"/>
                  </a:cubicBezTo>
                  <a:cubicBezTo>
                    <a:pt x="1" y="35"/>
                    <a:pt x="0" y="31"/>
                    <a:pt x="0" y="27"/>
                  </a:cubicBezTo>
                  <a:cubicBezTo>
                    <a:pt x="0" y="6"/>
                    <a:pt x="0" y="6"/>
                    <a:pt x="0" y="6"/>
                  </a:cubicBezTo>
                  <a:cubicBezTo>
                    <a:pt x="0" y="3"/>
                    <a:pt x="3" y="0"/>
                    <a:pt x="6" y="0"/>
                  </a:cubicBezTo>
                  <a:cubicBezTo>
                    <a:pt x="6" y="0"/>
                    <a:pt x="6" y="0"/>
                    <a:pt x="6" y="0"/>
                  </a:cubicBezTo>
                  <a:cubicBezTo>
                    <a:pt x="9" y="0"/>
                    <a:pt x="12" y="3"/>
                    <a:pt x="12" y="6"/>
                  </a:cubicBezTo>
                  <a:cubicBezTo>
                    <a:pt x="12" y="21"/>
                    <a:pt x="12" y="21"/>
                    <a:pt x="12" y="21"/>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p>
          </p:txBody>
        </p:sp>
        <p:sp>
          <p:nvSpPr>
            <p:cNvPr id="57" name="Freeform 17">
              <a:extLst>
                <a:ext uri="{FF2B5EF4-FFF2-40B4-BE49-F238E27FC236}">
                  <a16:creationId xmlns:a16="http://schemas.microsoft.com/office/drawing/2014/main" id="{DA98423B-3FA4-4CAA-8DC4-607BC3AAE064}"/>
                </a:ext>
              </a:extLst>
            </p:cNvPr>
            <p:cNvSpPr>
              <a:spLocks/>
            </p:cNvSpPr>
            <p:nvPr/>
          </p:nvSpPr>
          <p:spPr bwMode="auto">
            <a:xfrm>
              <a:off x="976313" y="4757738"/>
              <a:ext cx="158750" cy="266700"/>
            </a:xfrm>
            <a:custGeom>
              <a:avLst/>
              <a:gdLst>
                <a:gd name="T0" fmla="*/ 19 w 19"/>
                <a:gd name="T1" fmla="*/ 32 h 32"/>
                <a:gd name="T2" fmla="*/ 19 w 19"/>
                <a:gd name="T3" fmla="*/ 19 h 32"/>
                <a:gd name="T4" fmla="*/ 16 w 19"/>
                <a:gd name="T5" fmla="*/ 9 h 32"/>
                <a:gd name="T6" fmla="*/ 11 w 19"/>
                <a:gd name="T7" fmla="*/ 3 h 32"/>
                <a:gd name="T8" fmla="*/ 8 w 19"/>
                <a:gd name="T9" fmla="*/ 0 h 32"/>
                <a:gd name="T10" fmla="*/ 3 w 19"/>
                <a:gd name="T11" fmla="*/ 1 h 32"/>
                <a:gd name="T12" fmla="*/ 3 w 19"/>
                <a:gd name="T13" fmla="*/ 1 h 32"/>
                <a:gd name="T14" fmla="*/ 2 w 19"/>
                <a:gd name="T15" fmla="*/ 8 h 32"/>
                <a:gd name="T16" fmla="*/ 7 w 19"/>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9" y="32"/>
                  </a:moveTo>
                  <a:cubicBezTo>
                    <a:pt x="19" y="19"/>
                    <a:pt x="19" y="19"/>
                    <a:pt x="19" y="19"/>
                  </a:cubicBezTo>
                  <a:cubicBezTo>
                    <a:pt x="19" y="16"/>
                    <a:pt x="18" y="12"/>
                    <a:pt x="16" y="9"/>
                  </a:cubicBezTo>
                  <a:cubicBezTo>
                    <a:pt x="11" y="3"/>
                    <a:pt x="11" y="3"/>
                    <a:pt x="11" y="3"/>
                  </a:cubicBezTo>
                  <a:cubicBezTo>
                    <a:pt x="11" y="1"/>
                    <a:pt x="9" y="0"/>
                    <a:pt x="8" y="0"/>
                  </a:cubicBezTo>
                  <a:cubicBezTo>
                    <a:pt x="6" y="0"/>
                    <a:pt x="5" y="0"/>
                    <a:pt x="3" y="1"/>
                  </a:cubicBezTo>
                  <a:cubicBezTo>
                    <a:pt x="3" y="1"/>
                    <a:pt x="3" y="1"/>
                    <a:pt x="3" y="1"/>
                  </a:cubicBezTo>
                  <a:cubicBezTo>
                    <a:pt x="1" y="2"/>
                    <a:pt x="0" y="5"/>
                    <a:pt x="2" y="8"/>
                  </a:cubicBezTo>
                  <a:cubicBezTo>
                    <a:pt x="7" y="17"/>
                    <a:pt x="7" y="17"/>
                    <a:pt x="7" y="17"/>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p>
          </p:txBody>
        </p:sp>
        <p:sp>
          <p:nvSpPr>
            <p:cNvPr id="58" name="Freeform 18">
              <a:extLst>
                <a:ext uri="{FF2B5EF4-FFF2-40B4-BE49-F238E27FC236}">
                  <a16:creationId xmlns:a16="http://schemas.microsoft.com/office/drawing/2014/main" id="{31DB9357-F4D6-4421-8C34-C7B3E2389846}"/>
                </a:ext>
              </a:extLst>
            </p:cNvPr>
            <p:cNvSpPr>
              <a:spLocks/>
            </p:cNvSpPr>
            <p:nvPr/>
          </p:nvSpPr>
          <p:spPr bwMode="auto">
            <a:xfrm>
              <a:off x="1536700" y="4624388"/>
              <a:ext cx="101600" cy="400050"/>
            </a:xfrm>
            <a:custGeom>
              <a:avLst/>
              <a:gdLst>
                <a:gd name="T0" fmla="*/ 0 w 12"/>
                <a:gd name="T1" fmla="*/ 48 h 48"/>
                <a:gd name="T2" fmla="*/ 8 w 12"/>
                <a:gd name="T3" fmla="*/ 38 h 48"/>
                <a:gd name="T4" fmla="*/ 12 w 12"/>
                <a:gd name="T5" fmla="*/ 27 h 48"/>
                <a:gd name="T6" fmla="*/ 12 w 12"/>
                <a:gd name="T7" fmla="*/ 6 h 48"/>
                <a:gd name="T8" fmla="*/ 6 w 12"/>
                <a:gd name="T9" fmla="*/ 0 h 48"/>
                <a:gd name="T10" fmla="*/ 6 w 12"/>
                <a:gd name="T11" fmla="*/ 0 h 48"/>
                <a:gd name="T12" fmla="*/ 0 w 12"/>
                <a:gd name="T13" fmla="*/ 6 h 48"/>
                <a:gd name="T14" fmla="*/ 0 w 12"/>
                <a:gd name="T15" fmla="*/ 21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48">
                  <a:moveTo>
                    <a:pt x="0" y="48"/>
                  </a:moveTo>
                  <a:cubicBezTo>
                    <a:pt x="8" y="38"/>
                    <a:pt x="8" y="38"/>
                    <a:pt x="8" y="38"/>
                  </a:cubicBezTo>
                  <a:cubicBezTo>
                    <a:pt x="11" y="35"/>
                    <a:pt x="12" y="31"/>
                    <a:pt x="12" y="27"/>
                  </a:cubicBezTo>
                  <a:cubicBezTo>
                    <a:pt x="12" y="6"/>
                    <a:pt x="12" y="6"/>
                    <a:pt x="12" y="6"/>
                  </a:cubicBezTo>
                  <a:cubicBezTo>
                    <a:pt x="12" y="3"/>
                    <a:pt x="9" y="0"/>
                    <a:pt x="6" y="0"/>
                  </a:cubicBezTo>
                  <a:cubicBezTo>
                    <a:pt x="6" y="0"/>
                    <a:pt x="6" y="0"/>
                    <a:pt x="6" y="0"/>
                  </a:cubicBezTo>
                  <a:cubicBezTo>
                    <a:pt x="3" y="0"/>
                    <a:pt x="0" y="3"/>
                    <a:pt x="0" y="6"/>
                  </a:cubicBezTo>
                  <a:cubicBezTo>
                    <a:pt x="0" y="21"/>
                    <a:pt x="0" y="21"/>
                    <a:pt x="0" y="21"/>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p>
          </p:txBody>
        </p:sp>
        <p:sp>
          <p:nvSpPr>
            <p:cNvPr id="59" name="Freeform 19">
              <a:extLst>
                <a:ext uri="{FF2B5EF4-FFF2-40B4-BE49-F238E27FC236}">
                  <a16:creationId xmlns:a16="http://schemas.microsoft.com/office/drawing/2014/main" id="{91C98D50-DA45-4812-8ED0-1D468F2C7FE1}"/>
                </a:ext>
              </a:extLst>
            </p:cNvPr>
            <p:cNvSpPr>
              <a:spLocks/>
            </p:cNvSpPr>
            <p:nvPr/>
          </p:nvSpPr>
          <p:spPr bwMode="auto">
            <a:xfrm>
              <a:off x="1385888" y="4757738"/>
              <a:ext cx="160338" cy="266700"/>
            </a:xfrm>
            <a:custGeom>
              <a:avLst/>
              <a:gdLst>
                <a:gd name="T0" fmla="*/ 0 w 19"/>
                <a:gd name="T1" fmla="*/ 32 h 32"/>
                <a:gd name="T2" fmla="*/ 0 w 19"/>
                <a:gd name="T3" fmla="*/ 19 h 32"/>
                <a:gd name="T4" fmla="*/ 3 w 19"/>
                <a:gd name="T5" fmla="*/ 9 h 32"/>
                <a:gd name="T6" fmla="*/ 8 w 19"/>
                <a:gd name="T7" fmla="*/ 3 h 32"/>
                <a:gd name="T8" fmla="*/ 11 w 19"/>
                <a:gd name="T9" fmla="*/ 0 h 32"/>
                <a:gd name="T10" fmla="*/ 16 w 19"/>
                <a:gd name="T11" fmla="*/ 1 h 32"/>
                <a:gd name="T12" fmla="*/ 16 w 19"/>
                <a:gd name="T13" fmla="*/ 1 h 32"/>
                <a:gd name="T14" fmla="*/ 17 w 19"/>
                <a:gd name="T15" fmla="*/ 8 h 32"/>
                <a:gd name="T16" fmla="*/ 12 w 19"/>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0" y="32"/>
                  </a:moveTo>
                  <a:cubicBezTo>
                    <a:pt x="0" y="19"/>
                    <a:pt x="0" y="19"/>
                    <a:pt x="0" y="19"/>
                  </a:cubicBezTo>
                  <a:cubicBezTo>
                    <a:pt x="0" y="16"/>
                    <a:pt x="1" y="12"/>
                    <a:pt x="3" y="9"/>
                  </a:cubicBezTo>
                  <a:cubicBezTo>
                    <a:pt x="8" y="3"/>
                    <a:pt x="8" y="3"/>
                    <a:pt x="8" y="3"/>
                  </a:cubicBezTo>
                  <a:cubicBezTo>
                    <a:pt x="8" y="1"/>
                    <a:pt x="10" y="0"/>
                    <a:pt x="11" y="0"/>
                  </a:cubicBezTo>
                  <a:cubicBezTo>
                    <a:pt x="13" y="0"/>
                    <a:pt x="14" y="0"/>
                    <a:pt x="16" y="1"/>
                  </a:cubicBezTo>
                  <a:cubicBezTo>
                    <a:pt x="16" y="1"/>
                    <a:pt x="16" y="1"/>
                    <a:pt x="16" y="1"/>
                  </a:cubicBezTo>
                  <a:cubicBezTo>
                    <a:pt x="18" y="2"/>
                    <a:pt x="19" y="5"/>
                    <a:pt x="17" y="8"/>
                  </a:cubicBezTo>
                  <a:cubicBezTo>
                    <a:pt x="12" y="17"/>
                    <a:pt x="12" y="17"/>
                    <a:pt x="12" y="17"/>
                  </a:cubicBezTo>
                </a:path>
              </a:pathLst>
            </a:custGeom>
            <a:noFill/>
            <a:ln w="19050" cap="rnd">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p>
          </p:txBody>
        </p:sp>
      </p:grpSp>
      <p:sp>
        <p:nvSpPr>
          <p:cNvPr id="28" name="Rectangle 27">
            <a:extLst>
              <a:ext uri="{FF2B5EF4-FFF2-40B4-BE49-F238E27FC236}">
                <a16:creationId xmlns:a16="http://schemas.microsoft.com/office/drawing/2014/main" id="{A19A7EBD-B6AA-7CA4-DD8F-42A21FA0FB5D}"/>
              </a:ext>
            </a:extLst>
          </p:cNvPr>
          <p:cNvSpPr/>
          <p:nvPr/>
        </p:nvSpPr>
        <p:spPr>
          <a:xfrm>
            <a:off x="3626089" y="4632246"/>
            <a:ext cx="2837441" cy="830997"/>
          </a:xfrm>
          <a:prstGeom prst="rect">
            <a:avLst/>
          </a:prstGeom>
        </p:spPr>
        <p:txBody>
          <a:bodyPr wrap="square" lIns="0" tIns="0" rIns="0" bIns="0">
            <a:spAutoFit/>
          </a:bodyPr>
          <a:lstStyle/>
          <a:p>
            <a:pPr>
              <a:spcBef>
                <a:spcPts val="1000"/>
              </a:spcBef>
              <a:spcAft>
                <a:spcPts val="1000"/>
              </a:spcAft>
            </a:pPr>
            <a:r>
              <a:rPr lang="en-US" b="1" dirty="0">
                <a:solidFill>
                  <a:srgbClr val="FF6600"/>
                </a:solidFill>
              </a:rPr>
              <a:t>One solution for secure, reliable and rapid IP transaction transport</a:t>
            </a:r>
          </a:p>
        </p:txBody>
      </p:sp>
    </p:spTree>
    <p:extLst>
      <p:ext uri="{BB962C8B-B14F-4D97-AF65-F5344CB8AC3E}">
        <p14:creationId xmlns:p14="http://schemas.microsoft.com/office/powerpoint/2010/main" val="3495218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EABB8B-7774-439B-B7F5-8768C95487F9}"/>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1781811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18AB6D3-4555-4AE8-A31F-BAF3FDE669E9}"/>
              </a:ext>
            </a:extLst>
          </p:cNvPr>
          <p:cNvSpPr/>
          <p:nvPr/>
        </p:nvSpPr>
        <p:spPr>
          <a:xfrm>
            <a:off x="3035193" y="1444561"/>
            <a:ext cx="5530034" cy="197434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2" name="Title 1">
            <a:extLst>
              <a:ext uri="{FF2B5EF4-FFF2-40B4-BE49-F238E27FC236}">
                <a16:creationId xmlns:a16="http://schemas.microsoft.com/office/drawing/2014/main" id="{A0D82104-BC1F-4565-9560-B2EA1266E94B}"/>
              </a:ext>
            </a:extLst>
          </p:cNvPr>
          <p:cNvSpPr>
            <a:spLocks noGrp="1"/>
          </p:cNvSpPr>
          <p:nvPr>
            <p:ph type="title"/>
          </p:nvPr>
        </p:nvSpPr>
        <p:spPr/>
        <p:txBody>
          <a:bodyPr/>
          <a:lstStyle/>
          <a:p>
            <a:r>
              <a:rPr lang="en-US" dirty="0" err="1"/>
              <a:t>Datawire</a:t>
            </a:r>
            <a:r>
              <a:rPr lang="en-US" dirty="0"/>
              <a:t> Secure Transport</a:t>
            </a:r>
          </a:p>
        </p:txBody>
      </p:sp>
      <p:sp>
        <p:nvSpPr>
          <p:cNvPr id="3" name="Text Placeholder 2">
            <a:extLst>
              <a:ext uri="{FF2B5EF4-FFF2-40B4-BE49-F238E27FC236}">
                <a16:creationId xmlns:a16="http://schemas.microsoft.com/office/drawing/2014/main" id="{5A8CDE44-99C3-40DF-8047-E5215CCD5064}"/>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04DD1586-497F-43BC-A6E9-EB14B50AF0FC}"/>
              </a:ext>
            </a:extLst>
          </p:cNvPr>
          <p:cNvSpPr/>
          <p:nvPr/>
        </p:nvSpPr>
        <p:spPr>
          <a:xfrm>
            <a:off x="4793733" y="192520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Core Node</a:t>
            </a:r>
          </a:p>
        </p:txBody>
      </p:sp>
      <p:sp>
        <p:nvSpPr>
          <p:cNvPr id="9" name="Rectangle 8">
            <a:extLst>
              <a:ext uri="{FF2B5EF4-FFF2-40B4-BE49-F238E27FC236}">
                <a16:creationId xmlns:a16="http://schemas.microsoft.com/office/drawing/2014/main" id="{E75CAA82-7E53-44E0-AC56-2CDF698DC8C2}"/>
              </a:ext>
            </a:extLst>
          </p:cNvPr>
          <p:cNvSpPr/>
          <p:nvPr/>
        </p:nvSpPr>
        <p:spPr>
          <a:xfrm>
            <a:off x="4793733" y="290763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a:solidFill>
                  <a:schemeClr val="tx1"/>
                </a:solidFill>
              </a:rPr>
              <a:t>Core Node</a:t>
            </a:r>
          </a:p>
        </p:txBody>
      </p:sp>
      <p:sp>
        <p:nvSpPr>
          <p:cNvPr id="10" name="Rectangle 9">
            <a:extLst>
              <a:ext uri="{FF2B5EF4-FFF2-40B4-BE49-F238E27FC236}">
                <a16:creationId xmlns:a16="http://schemas.microsoft.com/office/drawing/2014/main" id="{67B784E7-3650-4D8D-9C3E-8ACA1515FDE2}"/>
              </a:ext>
            </a:extLst>
          </p:cNvPr>
          <p:cNvSpPr/>
          <p:nvPr/>
        </p:nvSpPr>
        <p:spPr>
          <a:xfrm>
            <a:off x="4793733" y="2416420"/>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a:solidFill>
                  <a:schemeClr val="tx1"/>
                </a:solidFill>
              </a:rPr>
              <a:t>Core Node</a:t>
            </a:r>
          </a:p>
        </p:txBody>
      </p:sp>
      <p:sp>
        <p:nvSpPr>
          <p:cNvPr id="11" name="Rectangle 10">
            <a:extLst>
              <a:ext uri="{FF2B5EF4-FFF2-40B4-BE49-F238E27FC236}">
                <a16:creationId xmlns:a16="http://schemas.microsoft.com/office/drawing/2014/main" id="{1F7A6D89-10E4-4810-ADA8-01B4F9343FE7}"/>
              </a:ext>
            </a:extLst>
          </p:cNvPr>
          <p:cNvSpPr/>
          <p:nvPr/>
        </p:nvSpPr>
        <p:spPr>
          <a:xfrm>
            <a:off x="3144911" y="192520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Client Node</a:t>
            </a:r>
          </a:p>
        </p:txBody>
      </p:sp>
      <p:sp>
        <p:nvSpPr>
          <p:cNvPr id="12" name="Rectangle 11">
            <a:extLst>
              <a:ext uri="{FF2B5EF4-FFF2-40B4-BE49-F238E27FC236}">
                <a16:creationId xmlns:a16="http://schemas.microsoft.com/office/drawing/2014/main" id="{20AD4EAD-2CE5-4267-B88B-F475C2916FF8}"/>
              </a:ext>
            </a:extLst>
          </p:cNvPr>
          <p:cNvSpPr/>
          <p:nvPr/>
        </p:nvSpPr>
        <p:spPr>
          <a:xfrm>
            <a:off x="3144911" y="2416420"/>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Client Node</a:t>
            </a:r>
          </a:p>
        </p:txBody>
      </p:sp>
      <p:sp>
        <p:nvSpPr>
          <p:cNvPr id="13" name="Rectangle 12">
            <a:extLst>
              <a:ext uri="{FF2B5EF4-FFF2-40B4-BE49-F238E27FC236}">
                <a16:creationId xmlns:a16="http://schemas.microsoft.com/office/drawing/2014/main" id="{783655FC-7C14-4C69-8388-A8822C09C662}"/>
              </a:ext>
            </a:extLst>
          </p:cNvPr>
          <p:cNvSpPr/>
          <p:nvPr/>
        </p:nvSpPr>
        <p:spPr>
          <a:xfrm>
            <a:off x="3144911" y="290763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Client Node</a:t>
            </a:r>
          </a:p>
        </p:txBody>
      </p:sp>
      <p:sp>
        <p:nvSpPr>
          <p:cNvPr id="14" name="Rectangle 13">
            <a:extLst>
              <a:ext uri="{FF2B5EF4-FFF2-40B4-BE49-F238E27FC236}">
                <a16:creationId xmlns:a16="http://schemas.microsoft.com/office/drawing/2014/main" id="{63A3DED8-E15B-416E-B0D8-50B1DFF6C738}"/>
              </a:ext>
            </a:extLst>
          </p:cNvPr>
          <p:cNvSpPr/>
          <p:nvPr/>
        </p:nvSpPr>
        <p:spPr>
          <a:xfrm>
            <a:off x="6442554" y="192520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Service Node </a:t>
            </a:r>
          </a:p>
        </p:txBody>
      </p:sp>
      <p:sp>
        <p:nvSpPr>
          <p:cNvPr id="15" name="Rectangle 14">
            <a:extLst>
              <a:ext uri="{FF2B5EF4-FFF2-40B4-BE49-F238E27FC236}">
                <a16:creationId xmlns:a16="http://schemas.microsoft.com/office/drawing/2014/main" id="{8586044E-0D1C-4A51-A72E-EC9251241963}"/>
              </a:ext>
            </a:extLst>
          </p:cNvPr>
          <p:cNvSpPr/>
          <p:nvPr/>
        </p:nvSpPr>
        <p:spPr>
          <a:xfrm>
            <a:off x="7448812" y="192520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Host Adaptor</a:t>
            </a:r>
          </a:p>
        </p:txBody>
      </p:sp>
      <p:sp>
        <p:nvSpPr>
          <p:cNvPr id="16" name="Rectangle 15">
            <a:extLst>
              <a:ext uri="{FF2B5EF4-FFF2-40B4-BE49-F238E27FC236}">
                <a16:creationId xmlns:a16="http://schemas.microsoft.com/office/drawing/2014/main" id="{8F902DA9-1639-4D95-B16B-1D3526F489D2}"/>
              </a:ext>
            </a:extLst>
          </p:cNvPr>
          <p:cNvSpPr/>
          <p:nvPr/>
        </p:nvSpPr>
        <p:spPr>
          <a:xfrm>
            <a:off x="6442554" y="2416420"/>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Service Node </a:t>
            </a:r>
          </a:p>
        </p:txBody>
      </p:sp>
      <p:sp>
        <p:nvSpPr>
          <p:cNvPr id="17" name="Rectangle 16">
            <a:extLst>
              <a:ext uri="{FF2B5EF4-FFF2-40B4-BE49-F238E27FC236}">
                <a16:creationId xmlns:a16="http://schemas.microsoft.com/office/drawing/2014/main" id="{32A2BD1D-7055-45C4-850C-51E547365F3C}"/>
              </a:ext>
            </a:extLst>
          </p:cNvPr>
          <p:cNvSpPr/>
          <p:nvPr/>
        </p:nvSpPr>
        <p:spPr>
          <a:xfrm>
            <a:off x="7448812" y="2416420"/>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Host Adaptor</a:t>
            </a:r>
          </a:p>
        </p:txBody>
      </p:sp>
      <p:sp>
        <p:nvSpPr>
          <p:cNvPr id="18" name="Rectangle 17">
            <a:extLst>
              <a:ext uri="{FF2B5EF4-FFF2-40B4-BE49-F238E27FC236}">
                <a16:creationId xmlns:a16="http://schemas.microsoft.com/office/drawing/2014/main" id="{0FCB6963-E931-482C-9FFF-62E3853178FF}"/>
              </a:ext>
            </a:extLst>
          </p:cNvPr>
          <p:cNvSpPr/>
          <p:nvPr/>
        </p:nvSpPr>
        <p:spPr>
          <a:xfrm>
            <a:off x="6442554" y="290763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Service Node </a:t>
            </a:r>
          </a:p>
        </p:txBody>
      </p:sp>
      <p:sp>
        <p:nvSpPr>
          <p:cNvPr id="19" name="Rectangle 18">
            <a:extLst>
              <a:ext uri="{FF2B5EF4-FFF2-40B4-BE49-F238E27FC236}">
                <a16:creationId xmlns:a16="http://schemas.microsoft.com/office/drawing/2014/main" id="{2AAEC57F-22FF-413A-A5AC-C60409E96C84}"/>
              </a:ext>
            </a:extLst>
          </p:cNvPr>
          <p:cNvSpPr/>
          <p:nvPr/>
        </p:nvSpPr>
        <p:spPr>
          <a:xfrm>
            <a:off x="7448812" y="2907635"/>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050" dirty="0">
                <a:solidFill>
                  <a:schemeClr val="tx1"/>
                </a:solidFill>
              </a:rPr>
              <a:t>Host Adaptor</a:t>
            </a:r>
          </a:p>
        </p:txBody>
      </p:sp>
      <p:cxnSp>
        <p:nvCxnSpPr>
          <p:cNvPr id="23" name="Connector: Elbow 22">
            <a:extLst>
              <a:ext uri="{FF2B5EF4-FFF2-40B4-BE49-F238E27FC236}">
                <a16:creationId xmlns:a16="http://schemas.microsoft.com/office/drawing/2014/main" id="{8D1E764F-2545-4360-A1F4-5DC7496C1E8B}"/>
              </a:ext>
            </a:extLst>
          </p:cNvPr>
          <p:cNvCxnSpPr>
            <a:cxnSpLocks/>
            <a:endCxn id="11" idx="3"/>
          </p:cNvCxnSpPr>
          <p:nvPr/>
        </p:nvCxnSpPr>
        <p:spPr>
          <a:xfrm rot="10800000">
            <a:off x="4151169" y="2095191"/>
            <a:ext cx="642564" cy="2057"/>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or: Elbow 24">
            <a:extLst>
              <a:ext uri="{FF2B5EF4-FFF2-40B4-BE49-F238E27FC236}">
                <a16:creationId xmlns:a16="http://schemas.microsoft.com/office/drawing/2014/main" id="{1DE1206F-5FDC-429C-86FD-DE63975249C0}"/>
              </a:ext>
            </a:extLst>
          </p:cNvPr>
          <p:cNvCxnSpPr>
            <a:cxnSpLocks/>
            <a:stCxn id="10" idx="1"/>
            <a:endCxn id="13" idx="3"/>
          </p:cNvCxnSpPr>
          <p:nvPr/>
        </p:nvCxnSpPr>
        <p:spPr>
          <a:xfrm rot="10800000" flipV="1">
            <a:off x="4151169" y="2586404"/>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Connector: Elbow 26">
            <a:extLst>
              <a:ext uri="{FF2B5EF4-FFF2-40B4-BE49-F238E27FC236}">
                <a16:creationId xmlns:a16="http://schemas.microsoft.com/office/drawing/2014/main" id="{CB851294-A4C1-4A7B-AF90-2EC20FFB8341}"/>
              </a:ext>
            </a:extLst>
          </p:cNvPr>
          <p:cNvCxnSpPr>
            <a:cxnSpLocks/>
            <a:endCxn id="12" idx="3"/>
          </p:cNvCxnSpPr>
          <p:nvPr/>
        </p:nvCxnSpPr>
        <p:spPr>
          <a:xfrm rot="10800000">
            <a:off x="4151170" y="2586406"/>
            <a:ext cx="642563" cy="2057"/>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Connector: Elbow 28">
            <a:extLst>
              <a:ext uri="{FF2B5EF4-FFF2-40B4-BE49-F238E27FC236}">
                <a16:creationId xmlns:a16="http://schemas.microsoft.com/office/drawing/2014/main" id="{D2C3CA77-CD53-4418-BA62-B9FF99D55470}"/>
              </a:ext>
            </a:extLst>
          </p:cNvPr>
          <p:cNvCxnSpPr>
            <a:cxnSpLocks/>
            <a:endCxn id="11" idx="3"/>
          </p:cNvCxnSpPr>
          <p:nvPr/>
        </p:nvCxnSpPr>
        <p:spPr>
          <a:xfrm rot="10800000">
            <a:off x="4151169" y="2095190"/>
            <a:ext cx="642566" cy="491216"/>
          </a:xfrm>
          <a:prstGeom prst="bentConnector3">
            <a:avLst>
              <a:gd name="adj1" fmla="val 50000"/>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ctor: Elbow 32">
            <a:extLst>
              <a:ext uri="{FF2B5EF4-FFF2-40B4-BE49-F238E27FC236}">
                <a16:creationId xmlns:a16="http://schemas.microsoft.com/office/drawing/2014/main" id="{0BB0EC2E-63C7-4893-ABE4-EAC033FF9114}"/>
              </a:ext>
            </a:extLst>
          </p:cNvPr>
          <p:cNvCxnSpPr>
            <a:cxnSpLocks/>
            <a:stCxn id="8" idx="1"/>
            <a:endCxn id="12" idx="3"/>
          </p:cNvCxnSpPr>
          <p:nvPr/>
        </p:nvCxnSpPr>
        <p:spPr>
          <a:xfrm rot="10800000" flipV="1">
            <a:off x="4151169" y="2095189"/>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nector: Elbow 36">
            <a:extLst>
              <a:ext uri="{FF2B5EF4-FFF2-40B4-BE49-F238E27FC236}">
                <a16:creationId xmlns:a16="http://schemas.microsoft.com/office/drawing/2014/main" id="{4974FAC1-A569-4A83-A38C-50A8B1ABFA7F}"/>
              </a:ext>
            </a:extLst>
          </p:cNvPr>
          <p:cNvCxnSpPr>
            <a:cxnSpLocks/>
            <a:stCxn id="8" idx="1"/>
            <a:endCxn id="13" idx="3"/>
          </p:cNvCxnSpPr>
          <p:nvPr/>
        </p:nvCxnSpPr>
        <p:spPr>
          <a:xfrm rot="10800000" flipV="1">
            <a:off x="4151169" y="2095190"/>
            <a:ext cx="642564" cy="982430"/>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Connector: Elbow 38">
            <a:extLst>
              <a:ext uri="{FF2B5EF4-FFF2-40B4-BE49-F238E27FC236}">
                <a16:creationId xmlns:a16="http://schemas.microsoft.com/office/drawing/2014/main" id="{0DE99F6E-3167-4450-8FA4-7F2C69B30383}"/>
              </a:ext>
            </a:extLst>
          </p:cNvPr>
          <p:cNvCxnSpPr>
            <a:cxnSpLocks/>
            <a:stCxn id="9" idx="1"/>
            <a:endCxn id="12" idx="3"/>
          </p:cNvCxnSpPr>
          <p:nvPr/>
        </p:nvCxnSpPr>
        <p:spPr>
          <a:xfrm rot="10800000">
            <a:off x="4151169" y="2586406"/>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Connector: Elbow 68">
            <a:extLst>
              <a:ext uri="{FF2B5EF4-FFF2-40B4-BE49-F238E27FC236}">
                <a16:creationId xmlns:a16="http://schemas.microsoft.com/office/drawing/2014/main" id="{B8EB05DE-B90F-4BE6-B10E-9FB88BB02674}"/>
              </a:ext>
            </a:extLst>
          </p:cNvPr>
          <p:cNvCxnSpPr>
            <a:cxnSpLocks/>
          </p:cNvCxnSpPr>
          <p:nvPr/>
        </p:nvCxnSpPr>
        <p:spPr>
          <a:xfrm rot="10800000">
            <a:off x="5796713" y="2095191"/>
            <a:ext cx="642564" cy="2057"/>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Connector: Elbow 69">
            <a:extLst>
              <a:ext uri="{FF2B5EF4-FFF2-40B4-BE49-F238E27FC236}">
                <a16:creationId xmlns:a16="http://schemas.microsoft.com/office/drawing/2014/main" id="{3B3F7919-E5D9-4FDA-8B9B-245B18A7E78C}"/>
              </a:ext>
            </a:extLst>
          </p:cNvPr>
          <p:cNvCxnSpPr>
            <a:cxnSpLocks/>
          </p:cNvCxnSpPr>
          <p:nvPr/>
        </p:nvCxnSpPr>
        <p:spPr>
          <a:xfrm rot="10800000" flipV="1">
            <a:off x="5796713" y="2586404"/>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1" name="Connector: Elbow 70">
            <a:extLst>
              <a:ext uri="{FF2B5EF4-FFF2-40B4-BE49-F238E27FC236}">
                <a16:creationId xmlns:a16="http://schemas.microsoft.com/office/drawing/2014/main" id="{4A352721-0F83-4D7E-A9C4-A46D2CCD87A3}"/>
              </a:ext>
            </a:extLst>
          </p:cNvPr>
          <p:cNvCxnSpPr>
            <a:cxnSpLocks/>
          </p:cNvCxnSpPr>
          <p:nvPr/>
        </p:nvCxnSpPr>
        <p:spPr>
          <a:xfrm rot="10800000">
            <a:off x="5796714" y="2586406"/>
            <a:ext cx="642563" cy="2057"/>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Connector: Elbow 71">
            <a:extLst>
              <a:ext uri="{FF2B5EF4-FFF2-40B4-BE49-F238E27FC236}">
                <a16:creationId xmlns:a16="http://schemas.microsoft.com/office/drawing/2014/main" id="{3D0B1515-F470-4333-BDE9-5B48EA9F57B7}"/>
              </a:ext>
            </a:extLst>
          </p:cNvPr>
          <p:cNvCxnSpPr>
            <a:cxnSpLocks/>
          </p:cNvCxnSpPr>
          <p:nvPr/>
        </p:nvCxnSpPr>
        <p:spPr>
          <a:xfrm rot="10800000">
            <a:off x="5796713" y="2095190"/>
            <a:ext cx="642566" cy="491216"/>
          </a:xfrm>
          <a:prstGeom prst="bentConnector3">
            <a:avLst>
              <a:gd name="adj1" fmla="val 50000"/>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3" name="Connector: Elbow 72">
            <a:extLst>
              <a:ext uri="{FF2B5EF4-FFF2-40B4-BE49-F238E27FC236}">
                <a16:creationId xmlns:a16="http://schemas.microsoft.com/office/drawing/2014/main" id="{B8A1D003-ABEB-4136-8DBF-C9595C042DAE}"/>
              </a:ext>
            </a:extLst>
          </p:cNvPr>
          <p:cNvCxnSpPr>
            <a:cxnSpLocks/>
          </p:cNvCxnSpPr>
          <p:nvPr/>
        </p:nvCxnSpPr>
        <p:spPr>
          <a:xfrm rot="10800000" flipV="1">
            <a:off x="5796713" y="2095189"/>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Connector: Elbow 73">
            <a:extLst>
              <a:ext uri="{FF2B5EF4-FFF2-40B4-BE49-F238E27FC236}">
                <a16:creationId xmlns:a16="http://schemas.microsoft.com/office/drawing/2014/main" id="{7D8D7452-E47B-4740-96F4-2C7032250316}"/>
              </a:ext>
            </a:extLst>
          </p:cNvPr>
          <p:cNvCxnSpPr>
            <a:cxnSpLocks/>
          </p:cNvCxnSpPr>
          <p:nvPr/>
        </p:nvCxnSpPr>
        <p:spPr>
          <a:xfrm rot="10800000" flipV="1">
            <a:off x="5796713" y="2095190"/>
            <a:ext cx="642564" cy="982430"/>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Connector: Elbow 74">
            <a:extLst>
              <a:ext uri="{FF2B5EF4-FFF2-40B4-BE49-F238E27FC236}">
                <a16:creationId xmlns:a16="http://schemas.microsoft.com/office/drawing/2014/main" id="{1672FC68-617D-4006-B64A-60CCB57B1866}"/>
              </a:ext>
            </a:extLst>
          </p:cNvPr>
          <p:cNvCxnSpPr>
            <a:cxnSpLocks/>
          </p:cNvCxnSpPr>
          <p:nvPr/>
        </p:nvCxnSpPr>
        <p:spPr>
          <a:xfrm rot="10800000">
            <a:off x="5796713" y="2586406"/>
            <a:ext cx="642564" cy="491215"/>
          </a:xfrm>
          <a:prstGeom prst="bentConnector3">
            <a:avLst/>
          </a:prstGeom>
          <a:ln w="9525"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0" name="Rectangle 79">
            <a:extLst>
              <a:ext uri="{FF2B5EF4-FFF2-40B4-BE49-F238E27FC236}">
                <a16:creationId xmlns:a16="http://schemas.microsoft.com/office/drawing/2014/main" id="{538452F0-C6B0-4453-B4ED-21CE976045F5}"/>
              </a:ext>
            </a:extLst>
          </p:cNvPr>
          <p:cNvSpPr/>
          <p:nvPr/>
        </p:nvSpPr>
        <p:spPr>
          <a:xfrm>
            <a:off x="624651" y="1580363"/>
            <a:ext cx="1204149" cy="183853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81" name="Rectangle 80">
            <a:extLst>
              <a:ext uri="{FF2B5EF4-FFF2-40B4-BE49-F238E27FC236}">
                <a16:creationId xmlns:a16="http://schemas.microsoft.com/office/drawing/2014/main" id="{A8E26197-8FAC-4B87-BE25-3CC339F0AE86}"/>
              </a:ext>
            </a:extLst>
          </p:cNvPr>
          <p:cNvSpPr/>
          <p:nvPr/>
        </p:nvSpPr>
        <p:spPr>
          <a:xfrm>
            <a:off x="723596" y="1908207"/>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Vendor Terminals</a:t>
            </a:r>
          </a:p>
        </p:txBody>
      </p:sp>
      <p:sp>
        <p:nvSpPr>
          <p:cNvPr id="82" name="Rectangle 81">
            <a:extLst>
              <a:ext uri="{FF2B5EF4-FFF2-40B4-BE49-F238E27FC236}">
                <a16:creationId xmlns:a16="http://schemas.microsoft.com/office/drawing/2014/main" id="{630878B2-1E8F-4D25-9571-0483A3DFB507}"/>
              </a:ext>
            </a:extLst>
          </p:cNvPr>
          <p:cNvSpPr/>
          <p:nvPr/>
        </p:nvSpPr>
        <p:spPr>
          <a:xfrm>
            <a:off x="723596" y="2399422"/>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spc="-10" dirty="0">
                <a:solidFill>
                  <a:schemeClr val="tx1"/>
                </a:solidFill>
              </a:rPr>
              <a:t>Integrated </a:t>
            </a:r>
            <a:r>
              <a:rPr lang="en-US" sz="1100" spc="-40" dirty="0">
                <a:solidFill>
                  <a:schemeClr val="tx1"/>
                </a:solidFill>
              </a:rPr>
              <a:t>POS Systems</a:t>
            </a:r>
          </a:p>
        </p:txBody>
      </p:sp>
      <p:sp>
        <p:nvSpPr>
          <p:cNvPr id="83" name="Rectangle 82">
            <a:extLst>
              <a:ext uri="{FF2B5EF4-FFF2-40B4-BE49-F238E27FC236}">
                <a16:creationId xmlns:a16="http://schemas.microsoft.com/office/drawing/2014/main" id="{E2444DE4-FA8B-4385-9C99-DF2FD34F9CF7}"/>
              </a:ext>
            </a:extLst>
          </p:cNvPr>
          <p:cNvSpPr/>
          <p:nvPr/>
        </p:nvSpPr>
        <p:spPr>
          <a:xfrm>
            <a:off x="723596" y="2890637"/>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Web Interface</a:t>
            </a:r>
          </a:p>
        </p:txBody>
      </p:sp>
      <p:sp>
        <p:nvSpPr>
          <p:cNvPr id="84" name="TextBox 83">
            <a:extLst>
              <a:ext uri="{FF2B5EF4-FFF2-40B4-BE49-F238E27FC236}">
                <a16:creationId xmlns:a16="http://schemas.microsoft.com/office/drawing/2014/main" id="{BF2BB230-ED3D-4CE1-B81F-68793460761F}"/>
              </a:ext>
            </a:extLst>
          </p:cNvPr>
          <p:cNvSpPr txBox="1"/>
          <p:nvPr/>
        </p:nvSpPr>
        <p:spPr>
          <a:xfrm>
            <a:off x="747427" y="1670809"/>
            <a:ext cx="958596" cy="166199"/>
          </a:xfrm>
          <a:prstGeom prst="rect">
            <a:avLst/>
          </a:prstGeom>
          <a:noFill/>
        </p:spPr>
        <p:txBody>
          <a:bodyPr wrap="none" lIns="0" tIns="0" rIns="0" bIns="0" rtlCol="0">
            <a:spAutoFit/>
          </a:bodyPr>
          <a:lstStyle/>
          <a:p>
            <a:pPr>
              <a:lnSpc>
                <a:spcPct val="90000"/>
              </a:lnSpc>
            </a:pPr>
            <a:r>
              <a:rPr lang="en-US" sz="1200" dirty="0"/>
              <a:t>POS Systems</a:t>
            </a:r>
          </a:p>
        </p:txBody>
      </p:sp>
      <p:sp>
        <p:nvSpPr>
          <p:cNvPr id="85" name="TextBox 84">
            <a:extLst>
              <a:ext uri="{FF2B5EF4-FFF2-40B4-BE49-F238E27FC236}">
                <a16:creationId xmlns:a16="http://schemas.microsoft.com/office/drawing/2014/main" id="{58F97799-3816-4239-AF3B-497FD91B33B5}"/>
              </a:ext>
            </a:extLst>
          </p:cNvPr>
          <p:cNvSpPr txBox="1"/>
          <p:nvPr/>
        </p:nvSpPr>
        <p:spPr>
          <a:xfrm>
            <a:off x="3446863" y="1697968"/>
            <a:ext cx="402354" cy="166199"/>
          </a:xfrm>
          <a:prstGeom prst="rect">
            <a:avLst/>
          </a:prstGeom>
          <a:noFill/>
        </p:spPr>
        <p:txBody>
          <a:bodyPr wrap="none" lIns="0" tIns="0" rIns="0" bIns="0" rtlCol="0">
            <a:spAutoFit/>
          </a:bodyPr>
          <a:lstStyle/>
          <a:p>
            <a:pPr>
              <a:lnSpc>
                <a:spcPct val="90000"/>
              </a:lnSpc>
            </a:pPr>
            <a:r>
              <a:rPr lang="en-US" sz="1200" dirty="0"/>
              <a:t>Entry </a:t>
            </a:r>
          </a:p>
        </p:txBody>
      </p:sp>
      <p:sp>
        <p:nvSpPr>
          <p:cNvPr id="86" name="TextBox 85">
            <a:extLst>
              <a:ext uri="{FF2B5EF4-FFF2-40B4-BE49-F238E27FC236}">
                <a16:creationId xmlns:a16="http://schemas.microsoft.com/office/drawing/2014/main" id="{BD80D839-AAF6-4332-861C-1525BDA35919}"/>
              </a:ext>
            </a:extLst>
          </p:cNvPr>
          <p:cNvSpPr txBox="1"/>
          <p:nvPr/>
        </p:nvSpPr>
        <p:spPr>
          <a:xfrm>
            <a:off x="7065694" y="1697968"/>
            <a:ext cx="766235" cy="166199"/>
          </a:xfrm>
          <a:prstGeom prst="rect">
            <a:avLst/>
          </a:prstGeom>
          <a:noFill/>
        </p:spPr>
        <p:txBody>
          <a:bodyPr wrap="none" lIns="0" tIns="0" rIns="0" bIns="0" rtlCol="0">
            <a:spAutoFit/>
          </a:bodyPr>
          <a:lstStyle/>
          <a:p>
            <a:pPr>
              <a:lnSpc>
                <a:spcPct val="90000"/>
              </a:lnSpc>
            </a:pPr>
            <a:r>
              <a:rPr lang="en-US" sz="1200" dirty="0"/>
              <a:t>Destination</a:t>
            </a:r>
          </a:p>
        </p:txBody>
      </p:sp>
      <p:sp>
        <p:nvSpPr>
          <p:cNvPr id="87" name="TextBox 86">
            <a:extLst>
              <a:ext uri="{FF2B5EF4-FFF2-40B4-BE49-F238E27FC236}">
                <a16:creationId xmlns:a16="http://schemas.microsoft.com/office/drawing/2014/main" id="{47A62AFF-7179-4ACB-A345-E5856DE3FC57}"/>
              </a:ext>
            </a:extLst>
          </p:cNvPr>
          <p:cNvSpPr txBox="1"/>
          <p:nvPr/>
        </p:nvSpPr>
        <p:spPr>
          <a:xfrm>
            <a:off x="4502002" y="1510511"/>
            <a:ext cx="2596416" cy="166199"/>
          </a:xfrm>
          <a:prstGeom prst="rect">
            <a:avLst/>
          </a:prstGeom>
          <a:noFill/>
        </p:spPr>
        <p:txBody>
          <a:bodyPr wrap="none" lIns="0" tIns="0" rIns="0" bIns="0" rtlCol="0">
            <a:spAutoFit/>
          </a:bodyPr>
          <a:lstStyle/>
          <a:p>
            <a:pPr>
              <a:lnSpc>
                <a:spcPct val="90000"/>
              </a:lnSpc>
            </a:pPr>
            <a:r>
              <a:rPr lang="en-US" sz="1200" b="1" dirty="0" err="1">
                <a:solidFill>
                  <a:srgbClr val="FF6600"/>
                </a:solidFill>
              </a:rPr>
              <a:t>Datawire</a:t>
            </a:r>
            <a:r>
              <a:rPr lang="en-US" sz="1200" b="1" dirty="0">
                <a:solidFill>
                  <a:srgbClr val="FF6600"/>
                </a:solidFill>
              </a:rPr>
              <a:t> Secure Transport Network</a:t>
            </a:r>
          </a:p>
        </p:txBody>
      </p:sp>
      <p:sp>
        <p:nvSpPr>
          <p:cNvPr id="88" name="Arrow: Up-Down 87">
            <a:extLst>
              <a:ext uri="{FF2B5EF4-FFF2-40B4-BE49-F238E27FC236}">
                <a16:creationId xmlns:a16="http://schemas.microsoft.com/office/drawing/2014/main" id="{4132BCFC-AB7C-49E3-BBC2-636D063FF298}"/>
              </a:ext>
            </a:extLst>
          </p:cNvPr>
          <p:cNvSpPr/>
          <p:nvPr/>
        </p:nvSpPr>
        <p:spPr>
          <a:xfrm rot="5400000">
            <a:off x="2184362" y="1978328"/>
            <a:ext cx="484632" cy="1216152"/>
          </a:xfrm>
          <a:prstGeom prst="upDown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lnSpc>
                <a:spcPct val="90000"/>
              </a:lnSpc>
            </a:pPr>
            <a:r>
              <a:rPr lang="en-US" sz="1400" dirty="0"/>
              <a:t>SSL</a:t>
            </a:r>
          </a:p>
        </p:txBody>
      </p:sp>
      <p:sp>
        <p:nvSpPr>
          <p:cNvPr id="90" name="TextBox 89">
            <a:extLst>
              <a:ext uri="{FF2B5EF4-FFF2-40B4-BE49-F238E27FC236}">
                <a16:creationId xmlns:a16="http://schemas.microsoft.com/office/drawing/2014/main" id="{4B51B758-BF82-4EAA-8497-2D8D25E85790}"/>
              </a:ext>
            </a:extLst>
          </p:cNvPr>
          <p:cNvSpPr txBox="1"/>
          <p:nvPr/>
        </p:nvSpPr>
        <p:spPr>
          <a:xfrm>
            <a:off x="2135376" y="1587707"/>
            <a:ext cx="647613" cy="332399"/>
          </a:xfrm>
          <a:prstGeom prst="rect">
            <a:avLst/>
          </a:prstGeom>
          <a:noFill/>
        </p:spPr>
        <p:txBody>
          <a:bodyPr wrap="none" lIns="0" tIns="0" rIns="0" bIns="0" rtlCol="0">
            <a:spAutoFit/>
          </a:bodyPr>
          <a:lstStyle/>
          <a:p>
            <a:pPr algn="ctr">
              <a:lnSpc>
                <a:spcPct val="90000"/>
              </a:lnSpc>
            </a:pPr>
            <a:r>
              <a:rPr lang="en-US" sz="1200" dirty="0" err="1"/>
              <a:t>Datawire</a:t>
            </a:r>
            <a:r>
              <a:rPr lang="en-US" sz="1200" dirty="0"/>
              <a:t> </a:t>
            </a:r>
          </a:p>
          <a:p>
            <a:pPr algn="ctr">
              <a:lnSpc>
                <a:spcPct val="90000"/>
              </a:lnSpc>
            </a:pPr>
            <a:r>
              <a:rPr lang="en-US" sz="1200" dirty="0"/>
              <a:t>Wrapper</a:t>
            </a:r>
          </a:p>
        </p:txBody>
      </p:sp>
      <p:sp>
        <p:nvSpPr>
          <p:cNvPr id="91" name="Rectangle 90">
            <a:extLst>
              <a:ext uri="{FF2B5EF4-FFF2-40B4-BE49-F238E27FC236}">
                <a16:creationId xmlns:a16="http://schemas.microsoft.com/office/drawing/2014/main" id="{49ADEE12-52D8-4EA7-8186-7508A0DD8BF1}"/>
              </a:ext>
            </a:extLst>
          </p:cNvPr>
          <p:cNvSpPr/>
          <p:nvPr/>
        </p:nvSpPr>
        <p:spPr>
          <a:xfrm>
            <a:off x="1921905" y="1977148"/>
            <a:ext cx="1006258" cy="332399"/>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Front End Spec</a:t>
            </a:r>
          </a:p>
        </p:txBody>
      </p:sp>
      <p:sp>
        <p:nvSpPr>
          <p:cNvPr id="92" name="Arrow: Up-Down 91">
            <a:extLst>
              <a:ext uri="{FF2B5EF4-FFF2-40B4-BE49-F238E27FC236}">
                <a16:creationId xmlns:a16="http://schemas.microsoft.com/office/drawing/2014/main" id="{3E9DA83F-196A-48B5-967E-9C0132CD13B7}"/>
              </a:ext>
            </a:extLst>
          </p:cNvPr>
          <p:cNvSpPr/>
          <p:nvPr/>
        </p:nvSpPr>
        <p:spPr>
          <a:xfrm rot="5400000">
            <a:off x="9132362" y="1776952"/>
            <a:ext cx="484632" cy="1618903"/>
          </a:xfrm>
          <a:prstGeom prst="upDown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lnSpc>
                <a:spcPct val="90000"/>
              </a:lnSpc>
            </a:pPr>
            <a:r>
              <a:rPr lang="en-US" sz="1600" dirty="0"/>
              <a:t>TCP/TP</a:t>
            </a:r>
          </a:p>
        </p:txBody>
      </p:sp>
      <p:sp>
        <p:nvSpPr>
          <p:cNvPr id="93" name="Rectangle 92">
            <a:extLst>
              <a:ext uri="{FF2B5EF4-FFF2-40B4-BE49-F238E27FC236}">
                <a16:creationId xmlns:a16="http://schemas.microsoft.com/office/drawing/2014/main" id="{E5E56595-AB3B-4014-BA2F-195C0A94290B}"/>
              </a:ext>
            </a:extLst>
          </p:cNvPr>
          <p:cNvSpPr/>
          <p:nvPr/>
        </p:nvSpPr>
        <p:spPr>
          <a:xfrm>
            <a:off x="8668530" y="1977148"/>
            <a:ext cx="1434066" cy="332399"/>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Front End Spec</a:t>
            </a:r>
          </a:p>
        </p:txBody>
      </p:sp>
      <p:sp>
        <p:nvSpPr>
          <p:cNvPr id="94" name="Rectangle 93">
            <a:extLst>
              <a:ext uri="{FF2B5EF4-FFF2-40B4-BE49-F238E27FC236}">
                <a16:creationId xmlns:a16="http://schemas.microsoft.com/office/drawing/2014/main" id="{F85C32DC-B3C7-4A19-9ABB-64A7CFBCF14D}"/>
              </a:ext>
            </a:extLst>
          </p:cNvPr>
          <p:cNvSpPr/>
          <p:nvPr/>
        </p:nvSpPr>
        <p:spPr>
          <a:xfrm>
            <a:off x="10184130" y="1444561"/>
            <a:ext cx="1398270" cy="197434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95" name="Rectangle 94">
            <a:extLst>
              <a:ext uri="{FF2B5EF4-FFF2-40B4-BE49-F238E27FC236}">
                <a16:creationId xmlns:a16="http://schemas.microsoft.com/office/drawing/2014/main" id="{2BE73C47-216A-4FA0-A0D3-514789CB9AA8}"/>
              </a:ext>
            </a:extLst>
          </p:cNvPr>
          <p:cNvSpPr/>
          <p:nvPr/>
        </p:nvSpPr>
        <p:spPr>
          <a:xfrm>
            <a:off x="10380136" y="2128761"/>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Host 2</a:t>
            </a:r>
          </a:p>
        </p:txBody>
      </p:sp>
      <p:sp>
        <p:nvSpPr>
          <p:cNvPr id="96" name="Rectangle 95">
            <a:extLst>
              <a:ext uri="{FF2B5EF4-FFF2-40B4-BE49-F238E27FC236}">
                <a16:creationId xmlns:a16="http://schemas.microsoft.com/office/drawing/2014/main" id="{CFF71FA1-CA4A-4642-9080-5604AD5A9F55}"/>
              </a:ext>
            </a:extLst>
          </p:cNvPr>
          <p:cNvSpPr/>
          <p:nvPr/>
        </p:nvSpPr>
        <p:spPr>
          <a:xfrm>
            <a:off x="10380136" y="2559554"/>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Host 3</a:t>
            </a:r>
          </a:p>
        </p:txBody>
      </p:sp>
      <p:sp>
        <p:nvSpPr>
          <p:cNvPr id="97" name="Rectangle 96">
            <a:extLst>
              <a:ext uri="{FF2B5EF4-FFF2-40B4-BE49-F238E27FC236}">
                <a16:creationId xmlns:a16="http://schemas.microsoft.com/office/drawing/2014/main" id="{B9CE1FF7-487A-4698-9A0E-9CFB7F286F74}"/>
              </a:ext>
            </a:extLst>
          </p:cNvPr>
          <p:cNvSpPr/>
          <p:nvPr/>
        </p:nvSpPr>
        <p:spPr>
          <a:xfrm>
            <a:off x="10380136" y="2990348"/>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And so on</a:t>
            </a:r>
          </a:p>
        </p:txBody>
      </p:sp>
      <p:sp>
        <p:nvSpPr>
          <p:cNvPr id="98" name="TextBox 97">
            <a:extLst>
              <a:ext uri="{FF2B5EF4-FFF2-40B4-BE49-F238E27FC236}">
                <a16:creationId xmlns:a16="http://schemas.microsoft.com/office/drawing/2014/main" id="{AEA01F45-725A-4039-8887-C5A94253B9A0}"/>
              </a:ext>
            </a:extLst>
          </p:cNvPr>
          <p:cNvSpPr txBox="1"/>
          <p:nvPr/>
        </p:nvSpPr>
        <p:spPr>
          <a:xfrm>
            <a:off x="10456065" y="1480443"/>
            <a:ext cx="854401" cy="166199"/>
          </a:xfrm>
          <a:prstGeom prst="rect">
            <a:avLst/>
          </a:prstGeom>
          <a:noFill/>
        </p:spPr>
        <p:txBody>
          <a:bodyPr wrap="none" lIns="0" tIns="0" rIns="0" bIns="0" rtlCol="0">
            <a:spAutoFit/>
          </a:bodyPr>
          <a:lstStyle/>
          <a:p>
            <a:pPr>
              <a:lnSpc>
                <a:spcPct val="90000"/>
              </a:lnSpc>
            </a:pPr>
            <a:r>
              <a:rPr lang="en-US" sz="1200" dirty="0"/>
              <a:t>Front End(s)</a:t>
            </a:r>
          </a:p>
        </p:txBody>
      </p:sp>
      <p:sp>
        <p:nvSpPr>
          <p:cNvPr id="99" name="Rectangle 98">
            <a:extLst>
              <a:ext uri="{FF2B5EF4-FFF2-40B4-BE49-F238E27FC236}">
                <a16:creationId xmlns:a16="http://schemas.microsoft.com/office/drawing/2014/main" id="{898CC094-B5FC-4A5A-943B-CA496DF51AD2}"/>
              </a:ext>
            </a:extLst>
          </p:cNvPr>
          <p:cNvSpPr/>
          <p:nvPr/>
        </p:nvSpPr>
        <p:spPr>
          <a:xfrm>
            <a:off x="10380136" y="1697968"/>
            <a:ext cx="1006258" cy="339970"/>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tx1"/>
                </a:solidFill>
              </a:rPr>
              <a:t>Host 1</a:t>
            </a:r>
          </a:p>
        </p:txBody>
      </p:sp>
      <p:sp>
        <p:nvSpPr>
          <p:cNvPr id="100" name="TextBox 99">
            <a:extLst>
              <a:ext uri="{FF2B5EF4-FFF2-40B4-BE49-F238E27FC236}">
                <a16:creationId xmlns:a16="http://schemas.microsoft.com/office/drawing/2014/main" id="{D7E021CF-E975-404F-9905-18690A3096E5}"/>
              </a:ext>
            </a:extLst>
          </p:cNvPr>
          <p:cNvSpPr txBox="1"/>
          <p:nvPr/>
        </p:nvSpPr>
        <p:spPr>
          <a:xfrm>
            <a:off x="5179046" y="1199257"/>
            <a:ext cx="1242328" cy="193899"/>
          </a:xfrm>
          <a:prstGeom prst="rect">
            <a:avLst/>
          </a:prstGeom>
          <a:noFill/>
        </p:spPr>
        <p:txBody>
          <a:bodyPr wrap="none" lIns="0" tIns="0" rIns="0" bIns="0" rtlCol="0">
            <a:spAutoFit/>
          </a:bodyPr>
          <a:lstStyle/>
          <a:p>
            <a:pPr>
              <a:lnSpc>
                <a:spcPct val="90000"/>
              </a:lnSpc>
            </a:pPr>
            <a:r>
              <a:rPr lang="en-US" sz="1400" b="1" dirty="0"/>
              <a:t>Public Internet</a:t>
            </a:r>
          </a:p>
        </p:txBody>
      </p:sp>
      <p:sp>
        <p:nvSpPr>
          <p:cNvPr id="101" name="TextBox 100">
            <a:extLst>
              <a:ext uri="{FF2B5EF4-FFF2-40B4-BE49-F238E27FC236}">
                <a16:creationId xmlns:a16="http://schemas.microsoft.com/office/drawing/2014/main" id="{28FF5363-7C66-42A8-AF9A-2318377832CD}"/>
              </a:ext>
            </a:extLst>
          </p:cNvPr>
          <p:cNvSpPr txBox="1"/>
          <p:nvPr/>
        </p:nvSpPr>
        <p:spPr>
          <a:xfrm>
            <a:off x="8550371" y="2822562"/>
            <a:ext cx="1704868" cy="569744"/>
          </a:xfrm>
          <a:prstGeom prst="rect">
            <a:avLst/>
          </a:prstGeom>
          <a:noFill/>
        </p:spPr>
        <p:txBody>
          <a:bodyPr wrap="square" lIns="76554" tIns="38277" rIns="76554" bIns="38277" rtlCol="0">
            <a:spAutoFit/>
          </a:bodyPr>
          <a:lstStyle/>
          <a:p>
            <a:r>
              <a:rPr lang="en-US" sz="800" dirty="0">
                <a:latin typeface="Arial" charset="0"/>
                <a:ea typeface="ＭＳ Ｐゴシック"/>
              </a:rPr>
              <a:t>Service node can sit inside the processor’s owned data center or in a co-location facility (connect through a dedicated circuit)</a:t>
            </a:r>
            <a:endParaRPr lang="en-US" sz="800" dirty="0"/>
          </a:p>
        </p:txBody>
      </p:sp>
      <p:sp>
        <p:nvSpPr>
          <p:cNvPr id="116" name="Text Placeholder 3">
            <a:extLst>
              <a:ext uri="{FF2B5EF4-FFF2-40B4-BE49-F238E27FC236}">
                <a16:creationId xmlns:a16="http://schemas.microsoft.com/office/drawing/2014/main" id="{892770F7-280A-4C54-B668-DB2F8C675293}"/>
              </a:ext>
            </a:extLst>
          </p:cNvPr>
          <p:cNvSpPr txBox="1">
            <a:spLocks noChangeAspect="1"/>
          </p:cNvSpPr>
          <p:nvPr/>
        </p:nvSpPr>
        <p:spPr>
          <a:xfrm>
            <a:off x="623821" y="3479939"/>
            <a:ext cx="3621114" cy="2733948"/>
          </a:xfrm>
          <a:prstGeom prst="rect">
            <a:avLst/>
          </a:prstGeom>
          <a:solidFill>
            <a:schemeClr val="bg1"/>
          </a:solidFill>
          <a:ln w="6350">
            <a:noFill/>
          </a:ln>
          <a:effectLst>
            <a:outerShdw blurRad="63500" algn="ctr" rotWithShape="0">
              <a:prstClr val="black">
                <a:alpha val="10000"/>
              </a:prstClr>
            </a:outerShdw>
          </a:effectLst>
        </p:spPr>
        <p:txBody>
          <a:bodyPr lIns="0" tIns="1280160" rIns="0" anchor="t"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None/>
            </a:pPr>
            <a:endParaRPr lang="en-US" sz="1800" dirty="0"/>
          </a:p>
        </p:txBody>
      </p:sp>
      <p:sp>
        <p:nvSpPr>
          <p:cNvPr id="117" name="Text Placeholder 3">
            <a:extLst>
              <a:ext uri="{FF2B5EF4-FFF2-40B4-BE49-F238E27FC236}">
                <a16:creationId xmlns:a16="http://schemas.microsoft.com/office/drawing/2014/main" id="{61A4178B-1446-462B-9C53-A359CA7E9A38}"/>
              </a:ext>
            </a:extLst>
          </p:cNvPr>
          <p:cNvSpPr txBox="1">
            <a:spLocks noChangeAspect="1"/>
          </p:cNvSpPr>
          <p:nvPr/>
        </p:nvSpPr>
        <p:spPr>
          <a:xfrm>
            <a:off x="4297099" y="3479939"/>
            <a:ext cx="3621114" cy="2733948"/>
          </a:xfrm>
          <a:prstGeom prst="rect">
            <a:avLst/>
          </a:prstGeom>
          <a:solidFill>
            <a:schemeClr val="bg1"/>
          </a:solidFill>
          <a:ln w="6350">
            <a:noFill/>
          </a:ln>
          <a:effectLst>
            <a:outerShdw blurRad="63500" algn="ctr" rotWithShape="0">
              <a:prstClr val="black">
                <a:alpha val="10000"/>
              </a:prstClr>
            </a:outerShdw>
          </a:effectLst>
        </p:spPr>
        <p:txBody>
          <a:bodyPr lIns="0" tIns="1280160" rIns="0" anchor="t"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None/>
            </a:pPr>
            <a:endParaRPr lang="en-US" sz="1800" dirty="0"/>
          </a:p>
        </p:txBody>
      </p:sp>
      <p:sp>
        <p:nvSpPr>
          <p:cNvPr id="118" name="Text Placeholder 3">
            <a:extLst>
              <a:ext uri="{FF2B5EF4-FFF2-40B4-BE49-F238E27FC236}">
                <a16:creationId xmlns:a16="http://schemas.microsoft.com/office/drawing/2014/main" id="{BA38F62C-E5CF-47FC-B5CE-F7D8932C503F}"/>
              </a:ext>
            </a:extLst>
          </p:cNvPr>
          <p:cNvSpPr txBox="1">
            <a:spLocks noChangeAspect="1"/>
          </p:cNvSpPr>
          <p:nvPr/>
        </p:nvSpPr>
        <p:spPr>
          <a:xfrm>
            <a:off x="7968999" y="3479939"/>
            <a:ext cx="3621114" cy="2733948"/>
          </a:xfrm>
          <a:prstGeom prst="rect">
            <a:avLst/>
          </a:prstGeom>
          <a:solidFill>
            <a:schemeClr val="bg1"/>
          </a:solidFill>
          <a:ln w="6350">
            <a:noFill/>
          </a:ln>
          <a:effectLst>
            <a:outerShdw blurRad="63500" algn="ctr" rotWithShape="0">
              <a:prstClr val="black">
                <a:alpha val="10000"/>
              </a:prstClr>
            </a:outerShdw>
          </a:effectLst>
        </p:spPr>
        <p:txBody>
          <a:bodyPr lIns="0" tIns="1280160" rIns="0" anchor="t"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None/>
            </a:pPr>
            <a:endParaRPr lang="en-US" sz="1800" dirty="0"/>
          </a:p>
        </p:txBody>
      </p:sp>
      <p:sp>
        <p:nvSpPr>
          <p:cNvPr id="119" name="TextBox 118">
            <a:extLst>
              <a:ext uri="{FF2B5EF4-FFF2-40B4-BE49-F238E27FC236}">
                <a16:creationId xmlns:a16="http://schemas.microsoft.com/office/drawing/2014/main" id="{C927A967-ED9E-494C-8452-886E8130B9C5}"/>
              </a:ext>
            </a:extLst>
          </p:cNvPr>
          <p:cNvSpPr txBox="1"/>
          <p:nvPr/>
        </p:nvSpPr>
        <p:spPr>
          <a:xfrm>
            <a:off x="710795" y="3587666"/>
            <a:ext cx="3509885" cy="2744341"/>
          </a:xfrm>
          <a:prstGeom prst="rect">
            <a:avLst/>
          </a:prstGeom>
          <a:noFill/>
          <a:ln>
            <a:noFill/>
          </a:ln>
        </p:spPr>
        <p:txBody>
          <a:bodyPr wrap="square" lIns="0" tIns="0" rIns="0" bIns="0" rtlCol="0">
            <a:spAutoFit/>
          </a:bodyPr>
          <a:lstStyle/>
          <a:p>
            <a:pPr marL="228600" indent="-228600">
              <a:spcBef>
                <a:spcPts val="100"/>
              </a:spcBef>
              <a:spcAft>
                <a:spcPts val="100"/>
              </a:spcAft>
              <a:buClr>
                <a:schemeClr val="tx1"/>
              </a:buClr>
              <a:buFont typeface="Arial" panose="020B0604020202020204" pitchFamily="34" charset="0"/>
              <a:buChar char="•"/>
              <a:defRPr/>
            </a:pPr>
            <a:r>
              <a:rPr lang="en-US" altLang="zh-CN" sz="1100" dirty="0"/>
              <a:t>POS application codes to Front-End Specification in addition to the </a:t>
            </a:r>
            <a:r>
              <a:rPr lang="en-US" altLang="zh-CN" sz="1100" dirty="0" err="1"/>
              <a:t>Datawire</a:t>
            </a:r>
            <a:r>
              <a:rPr lang="en-US" altLang="zh-CN" sz="1100" dirty="0"/>
              <a:t> API</a:t>
            </a:r>
          </a:p>
          <a:p>
            <a:pPr marL="228600" indent="-228600">
              <a:spcBef>
                <a:spcPts val="100"/>
              </a:spcBef>
              <a:spcAft>
                <a:spcPts val="100"/>
              </a:spcAft>
              <a:buClr>
                <a:schemeClr val="tx1"/>
              </a:buClr>
              <a:buFont typeface="Arial" panose="020B0604020202020204" pitchFamily="34" charset="0"/>
              <a:buChar char="•"/>
              <a:defRPr/>
            </a:pPr>
            <a:r>
              <a:rPr lang="en-US" altLang="zh-CN" sz="1100" dirty="0" err="1"/>
              <a:t>Datawire</a:t>
            </a:r>
            <a:r>
              <a:rPr lang="en-US" altLang="zh-CN" sz="1100" dirty="0"/>
              <a:t> API can be provided in several different programming languages</a:t>
            </a:r>
          </a:p>
          <a:p>
            <a:pPr marL="228600" indent="-228600">
              <a:spcBef>
                <a:spcPts val="100"/>
              </a:spcBef>
              <a:spcAft>
                <a:spcPts val="100"/>
              </a:spcAft>
              <a:buClr>
                <a:schemeClr val="tx1"/>
              </a:buClr>
              <a:buFont typeface="Arial" panose="020B0604020202020204" pitchFamily="34" charset="0"/>
              <a:buChar char="•"/>
              <a:defRPr/>
            </a:pPr>
            <a:r>
              <a:rPr lang="en-US" altLang="zh-CN" sz="1100" dirty="0"/>
              <a:t>POS Systems can use 1 of 3 </a:t>
            </a:r>
            <a:r>
              <a:rPr lang="en-US" altLang="zh-CN" sz="1100" dirty="0" err="1"/>
              <a:t>Datawire</a:t>
            </a:r>
            <a:r>
              <a:rPr lang="en-US" altLang="zh-CN" sz="1100" dirty="0"/>
              <a:t> Connectivity Solutions:</a:t>
            </a:r>
          </a:p>
          <a:p>
            <a:pPr marL="457200" indent="-228600">
              <a:spcBef>
                <a:spcPts val="100"/>
              </a:spcBef>
              <a:spcAft>
                <a:spcPts val="100"/>
              </a:spcAft>
              <a:buClr>
                <a:schemeClr val="tx1"/>
              </a:buClr>
              <a:buFont typeface="Arial" panose="020B0604020202020204" pitchFamily="34" charset="0"/>
              <a:buChar char="•"/>
              <a:defRPr/>
            </a:pPr>
            <a:r>
              <a:rPr lang="en-US" altLang="zh-CN" sz="1100" dirty="0"/>
              <a:t>API Interface – Terminals/Systems</a:t>
            </a:r>
          </a:p>
          <a:p>
            <a:pPr marL="457200" indent="-228600">
              <a:spcBef>
                <a:spcPts val="100"/>
              </a:spcBef>
              <a:spcAft>
                <a:spcPts val="100"/>
              </a:spcAft>
              <a:buClr>
                <a:schemeClr val="tx1"/>
              </a:buClr>
              <a:buFont typeface="Arial" panose="020B0604020202020204" pitchFamily="34" charset="0"/>
              <a:buChar char="•"/>
              <a:defRPr/>
            </a:pPr>
            <a:r>
              <a:rPr lang="en-US" altLang="zh-CN" sz="1100" dirty="0"/>
              <a:t>NAM – Windows Based Systems</a:t>
            </a:r>
          </a:p>
          <a:p>
            <a:pPr marL="457200" indent="-228600">
              <a:spcBef>
                <a:spcPts val="100"/>
              </a:spcBef>
              <a:spcAft>
                <a:spcPts val="100"/>
              </a:spcAft>
              <a:buClr>
                <a:schemeClr val="tx1"/>
              </a:buClr>
              <a:buFont typeface="Arial" panose="020B0604020202020204" pitchFamily="34" charset="0"/>
              <a:buChar char="•"/>
              <a:defRPr/>
            </a:pPr>
            <a:r>
              <a:rPr lang="en-US" altLang="zh-CN" sz="1100" dirty="0" err="1"/>
              <a:t>Micronode</a:t>
            </a:r>
            <a:r>
              <a:rPr lang="en-US" altLang="zh-CN" sz="1100" dirty="0"/>
              <a:t> – Dial to IP Conversion (petrol)</a:t>
            </a:r>
          </a:p>
          <a:p>
            <a:pPr marL="228600" indent="-228600">
              <a:spcBef>
                <a:spcPts val="100"/>
              </a:spcBef>
              <a:spcAft>
                <a:spcPts val="100"/>
              </a:spcAft>
              <a:buClr>
                <a:schemeClr val="tx1"/>
              </a:buClr>
              <a:buFont typeface="Arial" panose="020B0604020202020204" pitchFamily="34" charset="0"/>
              <a:buChar char="•"/>
              <a:defRPr/>
            </a:pPr>
            <a:r>
              <a:rPr lang="en-US" altLang="zh-CN" sz="1100" dirty="0"/>
              <a:t>POS Connects into </a:t>
            </a:r>
            <a:r>
              <a:rPr lang="en-US" altLang="zh-CN" sz="1100" dirty="0" err="1"/>
              <a:t>Datawire</a:t>
            </a:r>
            <a:r>
              <a:rPr lang="en-US" altLang="zh-CN" sz="1100" dirty="0"/>
              <a:t> Secure Transport through SSL Connection (merchant may use its existing Internet connection)</a:t>
            </a:r>
          </a:p>
          <a:p>
            <a:pPr marL="228600" indent="-228600">
              <a:spcBef>
                <a:spcPts val="100"/>
              </a:spcBef>
              <a:spcAft>
                <a:spcPts val="100"/>
              </a:spcAft>
              <a:buClr>
                <a:schemeClr val="tx1"/>
              </a:buClr>
              <a:buFont typeface="Arial" panose="020B0604020202020204" pitchFamily="34" charset="0"/>
              <a:buChar char="•"/>
              <a:defRPr/>
            </a:pPr>
            <a:r>
              <a:rPr lang="en-US" altLang="zh-CN" sz="1100" dirty="0"/>
              <a:t>API contains service discovery call allowing the application to route traffic to the best available URL</a:t>
            </a:r>
          </a:p>
          <a:p>
            <a:pPr marL="228600" indent="-228600">
              <a:spcBef>
                <a:spcPts val="100"/>
              </a:spcBef>
              <a:spcAft>
                <a:spcPts val="100"/>
              </a:spcAft>
              <a:buClr>
                <a:schemeClr val="tx1"/>
              </a:buClr>
              <a:buFont typeface="Arial" panose="020B0604020202020204" pitchFamily="34" charset="0"/>
              <a:buChar char="•"/>
              <a:defRPr/>
            </a:pPr>
            <a:endParaRPr lang="en-US" altLang="zh-CN" sz="1100" dirty="0"/>
          </a:p>
        </p:txBody>
      </p:sp>
      <p:sp>
        <p:nvSpPr>
          <p:cNvPr id="120" name="TextBox 119">
            <a:extLst>
              <a:ext uri="{FF2B5EF4-FFF2-40B4-BE49-F238E27FC236}">
                <a16:creationId xmlns:a16="http://schemas.microsoft.com/office/drawing/2014/main" id="{A42B9748-71C1-44A0-AFD6-6110E041FD93}"/>
              </a:ext>
            </a:extLst>
          </p:cNvPr>
          <p:cNvSpPr txBox="1"/>
          <p:nvPr/>
        </p:nvSpPr>
        <p:spPr>
          <a:xfrm>
            <a:off x="4414442" y="3587666"/>
            <a:ext cx="3282696" cy="1964640"/>
          </a:xfrm>
          <a:prstGeom prst="rect">
            <a:avLst/>
          </a:prstGeom>
          <a:noFill/>
          <a:ln>
            <a:noFill/>
          </a:ln>
        </p:spPr>
        <p:txBody>
          <a:bodyPr wrap="square" lIns="0" tIns="0" rIns="0" bIns="0" rtlCol="0">
            <a:spAutoFit/>
          </a:bodyPr>
          <a:lstStyle/>
          <a:p>
            <a:pPr marL="228600" indent="-228600">
              <a:spcBef>
                <a:spcPts val="100"/>
              </a:spcBef>
              <a:spcAft>
                <a:spcPts val="100"/>
              </a:spcAft>
              <a:buClr>
                <a:schemeClr val="tx1"/>
              </a:buClr>
              <a:buFont typeface="Arial" panose="020B0604020202020204" pitchFamily="34" charset="0"/>
              <a:buChar char="•"/>
              <a:defRPr/>
            </a:pPr>
            <a:r>
              <a:rPr lang="en-US" altLang="zh-CN" sz="1100" dirty="0"/>
              <a:t>Client Node receives and authenticates MID, TID, Service ID and </a:t>
            </a:r>
            <a:r>
              <a:rPr lang="en-US" altLang="zh-CN" sz="1100" dirty="0" err="1"/>
              <a:t>Datawire</a:t>
            </a:r>
            <a:r>
              <a:rPr lang="en-US" altLang="zh-CN" sz="1100" dirty="0"/>
              <a:t> ID for every transaction</a:t>
            </a:r>
          </a:p>
          <a:p>
            <a:pPr marL="228600" indent="-228600">
              <a:spcBef>
                <a:spcPts val="100"/>
              </a:spcBef>
              <a:spcAft>
                <a:spcPts val="100"/>
              </a:spcAft>
              <a:buClr>
                <a:schemeClr val="tx1"/>
              </a:buClr>
              <a:buFont typeface="Arial" panose="020B0604020202020204" pitchFamily="34" charset="0"/>
              <a:buChar char="•"/>
              <a:defRPr/>
            </a:pPr>
            <a:r>
              <a:rPr lang="en-US" altLang="zh-CN" sz="1100" dirty="0"/>
              <a:t>After message is validated, it is further encrypted using 512 blowfish and routed through the network to the service node</a:t>
            </a:r>
          </a:p>
          <a:p>
            <a:pPr marL="228600" indent="-228600">
              <a:spcBef>
                <a:spcPts val="100"/>
              </a:spcBef>
              <a:spcAft>
                <a:spcPts val="100"/>
              </a:spcAft>
              <a:buClr>
                <a:schemeClr val="tx1"/>
              </a:buClr>
              <a:buFont typeface="Arial" panose="020B0604020202020204" pitchFamily="34" charset="0"/>
              <a:buChar char="•"/>
              <a:defRPr/>
            </a:pPr>
            <a:r>
              <a:rPr lang="en-US" altLang="zh-CN" sz="1100" dirty="0" err="1"/>
              <a:t>Datawire</a:t>
            </a:r>
            <a:r>
              <a:rPr lang="en-US" altLang="zh-CN" sz="1100" dirty="0"/>
              <a:t> leverages its patented routing algorithm to send the message using the fastest path</a:t>
            </a:r>
          </a:p>
          <a:p>
            <a:pPr marL="228600" indent="-228600">
              <a:spcBef>
                <a:spcPts val="100"/>
              </a:spcBef>
              <a:spcAft>
                <a:spcPts val="100"/>
              </a:spcAft>
              <a:buClr>
                <a:schemeClr val="tx1"/>
              </a:buClr>
              <a:buFont typeface="Arial" panose="020B0604020202020204" pitchFamily="34" charset="0"/>
              <a:buChar char="•"/>
              <a:defRPr/>
            </a:pPr>
            <a:r>
              <a:rPr lang="en-US" altLang="zh-CN" sz="1100" dirty="0"/>
              <a:t>Average time within the network: Approximately 30–60 milliseconds</a:t>
            </a:r>
          </a:p>
          <a:p>
            <a:pPr marL="228600" indent="-228600">
              <a:spcBef>
                <a:spcPts val="100"/>
              </a:spcBef>
              <a:spcAft>
                <a:spcPts val="100"/>
              </a:spcAft>
              <a:buClr>
                <a:schemeClr val="tx1"/>
              </a:buClr>
              <a:buFont typeface="Arial" panose="020B0604020202020204" pitchFamily="34" charset="0"/>
              <a:buChar char="•"/>
              <a:defRPr/>
            </a:pPr>
            <a:r>
              <a:rPr lang="en-US" altLang="zh-CN" sz="1100" dirty="0"/>
              <a:t>Service node receives the transaction and the host adaptor transports the message</a:t>
            </a:r>
          </a:p>
        </p:txBody>
      </p:sp>
      <p:sp>
        <p:nvSpPr>
          <p:cNvPr id="121" name="TextBox 120">
            <a:extLst>
              <a:ext uri="{FF2B5EF4-FFF2-40B4-BE49-F238E27FC236}">
                <a16:creationId xmlns:a16="http://schemas.microsoft.com/office/drawing/2014/main" id="{25A8C278-ECB5-4BFA-8CE8-529FC52957FC}"/>
              </a:ext>
            </a:extLst>
          </p:cNvPr>
          <p:cNvSpPr txBox="1"/>
          <p:nvPr/>
        </p:nvSpPr>
        <p:spPr>
          <a:xfrm>
            <a:off x="8118968" y="3587666"/>
            <a:ext cx="3282696" cy="2108269"/>
          </a:xfrm>
          <a:prstGeom prst="rect">
            <a:avLst/>
          </a:prstGeom>
          <a:noFill/>
          <a:ln>
            <a:noFill/>
          </a:ln>
        </p:spPr>
        <p:txBody>
          <a:bodyPr wrap="square" lIns="0" tIns="0" rIns="0" bIns="0" rtlCol="0">
            <a:spAutoFit/>
          </a:bodyPr>
          <a:lstStyle/>
          <a:p>
            <a:pPr marL="228600" indent="-228600">
              <a:spcBef>
                <a:spcPts val="100"/>
              </a:spcBef>
              <a:spcAft>
                <a:spcPts val="100"/>
              </a:spcAft>
              <a:buClr>
                <a:schemeClr val="tx1"/>
              </a:buClr>
              <a:buFont typeface="Arial" panose="020B0604020202020204" pitchFamily="34" charset="0"/>
              <a:buChar char="•"/>
              <a:defRPr/>
            </a:pPr>
            <a:r>
              <a:rPr lang="en-US" altLang="zh-CN" sz="1100" dirty="0"/>
              <a:t>Service nodes can either reside in Co-location facilities or directly within the processors </a:t>
            </a:r>
            <a:br>
              <a:rPr lang="en-US" altLang="zh-CN" sz="1100" dirty="0"/>
            </a:br>
            <a:r>
              <a:rPr lang="en-US" altLang="zh-CN" sz="1100" dirty="0"/>
              <a:t>Data Centers</a:t>
            </a:r>
          </a:p>
          <a:p>
            <a:pPr marL="228600" indent="-228600">
              <a:spcBef>
                <a:spcPts val="100"/>
              </a:spcBef>
              <a:spcAft>
                <a:spcPts val="100"/>
              </a:spcAft>
              <a:buClr>
                <a:schemeClr val="tx1"/>
              </a:buClr>
              <a:buFont typeface="Arial" panose="020B0604020202020204" pitchFamily="34" charset="0"/>
              <a:buChar char="•"/>
              <a:defRPr/>
            </a:pPr>
            <a:r>
              <a:rPr lang="en-US" altLang="zh-CN" sz="1100" dirty="0"/>
              <a:t>Host Adaptor strips off the </a:t>
            </a:r>
            <a:r>
              <a:rPr lang="en-US" altLang="zh-CN" sz="1100" dirty="0" err="1"/>
              <a:t>Datawire</a:t>
            </a:r>
            <a:r>
              <a:rPr lang="en-US" altLang="zh-CN" sz="1100" dirty="0"/>
              <a:t> wrapper and delivers the payment message to the processing host in its native specification format</a:t>
            </a:r>
          </a:p>
          <a:p>
            <a:pPr marL="228600" indent="-228600">
              <a:spcBef>
                <a:spcPts val="100"/>
              </a:spcBef>
              <a:spcAft>
                <a:spcPts val="100"/>
              </a:spcAft>
              <a:buClr>
                <a:schemeClr val="tx1"/>
              </a:buClr>
              <a:buFont typeface="Arial" panose="020B0604020202020204" pitchFamily="34" charset="0"/>
              <a:buChar char="•"/>
              <a:defRPr/>
            </a:pPr>
            <a:r>
              <a:rPr lang="en-US" altLang="zh-CN" sz="1100" dirty="0" err="1"/>
              <a:t>Datawire</a:t>
            </a:r>
            <a:r>
              <a:rPr lang="en-US" altLang="zh-CN" sz="1100" dirty="0"/>
              <a:t> does not modify the native payment platform specification coded from the POS, </a:t>
            </a:r>
            <a:br>
              <a:rPr lang="en-US" altLang="zh-CN" sz="1100" dirty="0"/>
            </a:br>
            <a:r>
              <a:rPr lang="en-US" altLang="zh-CN" sz="1100" dirty="0"/>
              <a:t>only transports it</a:t>
            </a:r>
          </a:p>
          <a:p>
            <a:pPr marL="228600" indent="-228600">
              <a:spcBef>
                <a:spcPts val="100"/>
              </a:spcBef>
              <a:spcAft>
                <a:spcPts val="100"/>
              </a:spcAft>
              <a:buClr>
                <a:schemeClr val="tx1"/>
              </a:buClr>
              <a:buFont typeface="Arial" panose="020B0604020202020204" pitchFamily="34" charset="0"/>
              <a:buChar char="•"/>
              <a:defRPr/>
            </a:pPr>
            <a:r>
              <a:rPr lang="en-US" altLang="zh-CN" sz="1100" dirty="0"/>
              <a:t>Front-end Platform processes the message and sends the response back to the POS though </a:t>
            </a:r>
            <a:r>
              <a:rPr lang="en-US" altLang="zh-CN" sz="1100" dirty="0" err="1"/>
              <a:t>Datawire’s</a:t>
            </a:r>
            <a:r>
              <a:rPr lang="en-US" altLang="zh-CN" sz="1100" dirty="0"/>
              <a:t> Secure Network</a:t>
            </a:r>
          </a:p>
        </p:txBody>
      </p:sp>
      <p:sp>
        <p:nvSpPr>
          <p:cNvPr id="122" name="Text Placeholder 3">
            <a:extLst>
              <a:ext uri="{FF2B5EF4-FFF2-40B4-BE49-F238E27FC236}">
                <a16:creationId xmlns:a16="http://schemas.microsoft.com/office/drawing/2014/main" id="{D3C02782-79D4-4EA0-A3B9-62CC10245D10}"/>
              </a:ext>
            </a:extLst>
          </p:cNvPr>
          <p:cNvSpPr txBox="1">
            <a:spLocks noChangeAspect="1"/>
          </p:cNvSpPr>
          <p:nvPr/>
        </p:nvSpPr>
        <p:spPr>
          <a:xfrm flipV="1">
            <a:off x="623821" y="6170677"/>
            <a:ext cx="3621024" cy="47025"/>
          </a:xfrm>
          <a:prstGeom prst="rect">
            <a:avLst/>
          </a:prstGeom>
          <a:solidFill>
            <a:schemeClr val="bg2"/>
          </a:solidFill>
          <a:ln w="6350">
            <a:noFill/>
          </a:ln>
          <a:effectLst/>
        </p:spPr>
        <p:txBody>
          <a:bodyPr lIns="182880" tIns="1280160" anchor="ctr"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Font typeface="Arial" panose="020B0604020202020204" pitchFamily="34" charset="0"/>
              <a:buNone/>
            </a:pPr>
            <a:endParaRPr lang="en-US" b="1" dirty="0">
              <a:latin typeface="Univers for Fiserv 65 Bold" panose="020B0803050202040203" pitchFamily="34" charset="0"/>
            </a:endParaRPr>
          </a:p>
        </p:txBody>
      </p:sp>
      <p:sp>
        <p:nvSpPr>
          <p:cNvPr id="123" name="Text Placeholder 3">
            <a:extLst>
              <a:ext uri="{FF2B5EF4-FFF2-40B4-BE49-F238E27FC236}">
                <a16:creationId xmlns:a16="http://schemas.microsoft.com/office/drawing/2014/main" id="{C8508A44-B932-4CDF-B2B5-8C75294BBD92}"/>
              </a:ext>
            </a:extLst>
          </p:cNvPr>
          <p:cNvSpPr txBox="1">
            <a:spLocks noChangeAspect="1"/>
          </p:cNvSpPr>
          <p:nvPr/>
        </p:nvSpPr>
        <p:spPr>
          <a:xfrm flipV="1">
            <a:off x="4297144" y="6170677"/>
            <a:ext cx="3621024" cy="47025"/>
          </a:xfrm>
          <a:prstGeom prst="rect">
            <a:avLst/>
          </a:prstGeom>
          <a:solidFill>
            <a:schemeClr val="bg2"/>
          </a:solidFill>
          <a:ln w="6350">
            <a:noFill/>
          </a:ln>
          <a:effectLst/>
        </p:spPr>
        <p:txBody>
          <a:bodyPr lIns="182880" tIns="1280160" anchor="ctr"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None/>
            </a:pPr>
            <a:endParaRPr lang="en-US" b="1" dirty="0">
              <a:latin typeface="Univers for Fiserv 65 Bold" panose="020B0803050202040203" pitchFamily="34" charset="0"/>
            </a:endParaRPr>
          </a:p>
        </p:txBody>
      </p:sp>
      <p:sp>
        <p:nvSpPr>
          <p:cNvPr id="124" name="Text Placeholder 3">
            <a:extLst>
              <a:ext uri="{FF2B5EF4-FFF2-40B4-BE49-F238E27FC236}">
                <a16:creationId xmlns:a16="http://schemas.microsoft.com/office/drawing/2014/main" id="{99E19568-03D2-42FC-A04C-9F4C0F821E22}"/>
              </a:ext>
            </a:extLst>
          </p:cNvPr>
          <p:cNvSpPr txBox="1">
            <a:spLocks noChangeAspect="1"/>
          </p:cNvSpPr>
          <p:nvPr/>
        </p:nvSpPr>
        <p:spPr>
          <a:xfrm flipV="1">
            <a:off x="7968999" y="6170677"/>
            <a:ext cx="3621024" cy="47025"/>
          </a:xfrm>
          <a:prstGeom prst="rect">
            <a:avLst/>
          </a:prstGeom>
          <a:solidFill>
            <a:schemeClr val="bg2"/>
          </a:solidFill>
          <a:ln w="6350">
            <a:noFill/>
          </a:ln>
          <a:effectLst/>
        </p:spPr>
        <p:txBody>
          <a:bodyPr lIns="182880" tIns="1280160" anchor="ctr" anchorCtr="0"/>
          <a:lstStyle>
            <a:lvl1pPr marL="228600" indent="-228600" algn="l" defTabSz="914400" rtl="0" eaLnBrk="1" latinLnBrk="0" hangingPunct="1">
              <a:lnSpc>
                <a:spcPct val="100000"/>
              </a:lnSpc>
              <a:spcBef>
                <a:spcPts val="1000"/>
              </a:spcBef>
              <a:buClr>
                <a:srgbClr val="000000"/>
              </a:buClr>
              <a:buFont typeface="Arial" panose="020B0604020202020204" pitchFamily="34" charset="0"/>
              <a:buChar char="•"/>
              <a:defRPr sz="2000" b="0" i="0" kern="1200">
                <a:solidFill>
                  <a:schemeClr val="tx1"/>
                </a:solidFill>
                <a:latin typeface="+mn-lt"/>
                <a:ea typeface="+mn-ea"/>
                <a:cs typeface="+mn-cs"/>
              </a:defRPr>
            </a:lvl1pPr>
            <a:lvl2pPr marL="548640" indent="-228600" algn="l" defTabSz="914400" rtl="0" eaLnBrk="1" latinLnBrk="0" hangingPunct="1">
              <a:lnSpc>
                <a:spcPct val="100000"/>
              </a:lnSpc>
              <a:spcBef>
                <a:spcPts val="500"/>
              </a:spcBef>
              <a:buClr>
                <a:srgbClr val="000000"/>
              </a:buClr>
              <a:buFont typeface="Arial" panose="020B0604020202020204" pitchFamily="34" charset="0"/>
              <a:buChar char="•"/>
              <a:defRPr sz="1800" b="0" i="0" kern="1200">
                <a:solidFill>
                  <a:schemeClr val="tx1"/>
                </a:solidFill>
                <a:latin typeface="+mn-lt"/>
                <a:ea typeface="+mn-ea"/>
                <a:cs typeface="+mn-cs"/>
              </a:defRPr>
            </a:lvl2pPr>
            <a:lvl3pPr marL="868680" indent="-228600" algn="l" defTabSz="914400" rtl="0" eaLnBrk="1" latinLnBrk="0" hangingPunct="1">
              <a:lnSpc>
                <a:spcPct val="100000"/>
              </a:lnSpc>
              <a:spcBef>
                <a:spcPts val="500"/>
              </a:spcBef>
              <a:buClr>
                <a:srgbClr val="000000"/>
              </a:buClr>
              <a:buFont typeface="Arial" panose="020B0604020202020204" pitchFamily="34" charset="0"/>
              <a:buChar char="•"/>
              <a:defRPr sz="1600" b="0" i="0" kern="1200">
                <a:solidFill>
                  <a:schemeClr val="tx1"/>
                </a:solidFill>
                <a:latin typeface="+mn-lt"/>
                <a:ea typeface="+mn-ea"/>
                <a:cs typeface="+mn-cs"/>
              </a:defRPr>
            </a:lvl3pPr>
            <a:lvl4pPr marL="11887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4pPr>
            <a:lvl5pPr marL="150876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5pPr>
            <a:lvl6pPr marL="182880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6pPr>
            <a:lvl7pPr marL="214884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7pPr>
            <a:lvl8pPr marL="246888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8pPr>
            <a:lvl9pPr marL="2788920" indent="-228600" algn="l" defTabSz="914400" rtl="0" eaLnBrk="1" latinLnBrk="0" hangingPunct="1">
              <a:lnSpc>
                <a:spcPct val="100000"/>
              </a:lnSpc>
              <a:spcBef>
                <a:spcPts val="500"/>
              </a:spcBef>
              <a:buClr>
                <a:srgbClr val="000000"/>
              </a:buClr>
              <a:buFont typeface="Arial" panose="020B0604020202020204" pitchFamily="34" charset="0"/>
              <a:buChar char="•"/>
              <a:defRPr sz="1400" b="0" i="0" kern="1200">
                <a:solidFill>
                  <a:schemeClr val="tx1"/>
                </a:solidFill>
                <a:latin typeface="+mn-lt"/>
                <a:ea typeface="+mn-ea"/>
                <a:cs typeface="+mn-cs"/>
              </a:defRPr>
            </a:lvl9pPr>
          </a:lstStyle>
          <a:p>
            <a:pPr marL="0" indent="0" algn="ctr">
              <a:buNone/>
            </a:pPr>
            <a:endParaRPr lang="en-US" b="1" dirty="0">
              <a:latin typeface="Univers for Fiserv 65 Bold" panose="020B0803050202040203" pitchFamily="34" charset="0"/>
            </a:endParaRPr>
          </a:p>
        </p:txBody>
      </p:sp>
      <p:sp>
        <p:nvSpPr>
          <p:cNvPr id="126" name="TextBox 125">
            <a:extLst>
              <a:ext uri="{FF2B5EF4-FFF2-40B4-BE49-F238E27FC236}">
                <a16:creationId xmlns:a16="http://schemas.microsoft.com/office/drawing/2014/main" id="{410F7889-3B3A-4018-B980-4FF17BE13F3A}"/>
              </a:ext>
            </a:extLst>
          </p:cNvPr>
          <p:cNvSpPr txBox="1"/>
          <p:nvPr/>
        </p:nvSpPr>
        <p:spPr>
          <a:xfrm>
            <a:off x="623821" y="1202818"/>
            <a:ext cx="3621024" cy="246221"/>
          </a:xfrm>
          <a:prstGeom prst="rect">
            <a:avLst/>
          </a:prstGeom>
          <a:noFill/>
        </p:spPr>
        <p:txBody>
          <a:bodyPr wrap="square" lIns="0" tIns="0" rIns="0" bIns="0">
            <a:spAutoFit/>
          </a:bodyPr>
          <a:lstStyle/>
          <a:p>
            <a:r>
              <a:rPr lang="en-US" sz="1600" b="1" kern="0" dirty="0">
                <a:solidFill>
                  <a:srgbClr val="FF6600"/>
                </a:solidFill>
                <a:ea typeface="ＭＳ Ｐゴシック" charset="-128"/>
                <a:cs typeface="Arial"/>
              </a:rPr>
              <a:t>High-Level Architectural Overview</a:t>
            </a:r>
            <a:endParaRPr lang="en-US" sz="1600" b="1" dirty="0">
              <a:solidFill>
                <a:srgbClr val="FF6600"/>
              </a:solidFill>
            </a:endParaRPr>
          </a:p>
        </p:txBody>
      </p:sp>
      <p:grpSp>
        <p:nvGrpSpPr>
          <p:cNvPr id="62" name="logo">
            <a:extLst>
              <a:ext uri="{FF2B5EF4-FFF2-40B4-BE49-F238E27FC236}">
                <a16:creationId xmlns:a16="http://schemas.microsoft.com/office/drawing/2014/main" id="{45C8F5E3-A064-474A-B997-B1A0195DD368}"/>
              </a:ext>
            </a:extLst>
          </p:cNvPr>
          <p:cNvGrpSpPr>
            <a:grpSpLocks noChangeAspect="1"/>
          </p:cNvGrpSpPr>
          <p:nvPr/>
        </p:nvGrpSpPr>
        <p:grpSpPr bwMode="black">
          <a:xfrm>
            <a:off x="10692761" y="1200680"/>
            <a:ext cx="381008" cy="191054"/>
            <a:chOff x="4567238" y="4160838"/>
            <a:chExt cx="3840162" cy="1925637"/>
          </a:xfrm>
          <a:solidFill>
            <a:srgbClr val="FF6600"/>
          </a:solidFill>
        </p:grpSpPr>
        <p:sp>
          <p:nvSpPr>
            <p:cNvPr id="63" name="Rectangle 62">
              <a:extLst>
                <a:ext uri="{FF2B5EF4-FFF2-40B4-BE49-F238E27FC236}">
                  <a16:creationId xmlns:a16="http://schemas.microsoft.com/office/drawing/2014/main" id="{40AE2235-0AF2-4C1E-A039-BCA3A097AC1F}"/>
                </a:ext>
              </a:extLst>
            </p:cNvPr>
            <p:cNvSpPr>
              <a:spLocks noChangeArrowheads="1"/>
            </p:cNvSpPr>
            <p:nvPr/>
          </p:nvSpPr>
          <p:spPr bwMode="black">
            <a:xfrm>
              <a:off x="8161338" y="5826125"/>
              <a:ext cx="246062" cy="239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64" name="Freeform 12">
              <a:extLst>
                <a:ext uri="{FF2B5EF4-FFF2-40B4-BE49-F238E27FC236}">
                  <a16:creationId xmlns:a16="http://schemas.microsoft.com/office/drawing/2014/main" id="{B2C8F9E3-6FB5-482A-9CE3-42E641BC9083}"/>
                </a:ext>
              </a:extLst>
            </p:cNvPr>
            <p:cNvSpPr>
              <a:spLocks/>
            </p:cNvSpPr>
            <p:nvPr/>
          </p:nvSpPr>
          <p:spPr bwMode="black">
            <a:xfrm>
              <a:off x="7434263" y="4733925"/>
              <a:ext cx="746125" cy="1331912"/>
            </a:xfrm>
            <a:custGeom>
              <a:avLst/>
              <a:gdLst>
                <a:gd name="T0" fmla="*/ 147 w 470"/>
                <a:gd name="T1" fmla="*/ 0 h 839"/>
                <a:gd name="T2" fmla="*/ 239 w 470"/>
                <a:gd name="T3" fmla="*/ 688 h 839"/>
                <a:gd name="T4" fmla="*/ 327 w 470"/>
                <a:gd name="T5" fmla="*/ 0 h 839"/>
                <a:gd name="T6" fmla="*/ 470 w 470"/>
                <a:gd name="T7" fmla="*/ 0 h 839"/>
                <a:gd name="T8" fmla="*/ 340 w 470"/>
                <a:gd name="T9" fmla="*/ 839 h 839"/>
                <a:gd name="T10" fmla="*/ 134 w 470"/>
                <a:gd name="T11" fmla="*/ 839 h 839"/>
                <a:gd name="T12" fmla="*/ 0 w 470"/>
                <a:gd name="T13" fmla="*/ 0 h 839"/>
                <a:gd name="T14" fmla="*/ 147 w 470"/>
                <a:gd name="T15" fmla="*/ 0 h 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839">
                  <a:moveTo>
                    <a:pt x="147" y="0"/>
                  </a:moveTo>
                  <a:lnTo>
                    <a:pt x="239" y="688"/>
                  </a:lnTo>
                  <a:lnTo>
                    <a:pt x="327" y="0"/>
                  </a:lnTo>
                  <a:lnTo>
                    <a:pt x="470" y="0"/>
                  </a:lnTo>
                  <a:lnTo>
                    <a:pt x="340" y="839"/>
                  </a:lnTo>
                  <a:lnTo>
                    <a:pt x="134" y="839"/>
                  </a:lnTo>
                  <a:lnTo>
                    <a:pt x="0" y="0"/>
                  </a:lnTo>
                  <a:lnTo>
                    <a:pt x="1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65" name="Freeform 13">
              <a:extLst>
                <a:ext uri="{FF2B5EF4-FFF2-40B4-BE49-F238E27FC236}">
                  <a16:creationId xmlns:a16="http://schemas.microsoft.com/office/drawing/2014/main" id="{8E8A67F4-9868-4034-9346-49A92B4121D0}"/>
                </a:ext>
              </a:extLst>
            </p:cNvPr>
            <p:cNvSpPr>
              <a:spLocks/>
            </p:cNvSpPr>
            <p:nvPr/>
          </p:nvSpPr>
          <p:spPr bwMode="black">
            <a:xfrm>
              <a:off x="4567238" y="4160838"/>
              <a:ext cx="506412" cy="1905000"/>
            </a:xfrm>
            <a:custGeom>
              <a:avLst/>
              <a:gdLst>
                <a:gd name="T0" fmla="*/ 80 w 319"/>
                <a:gd name="T1" fmla="*/ 361 h 1200"/>
                <a:gd name="T2" fmla="*/ 0 w 319"/>
                <a:gd name="T3" fmla="*/ 361 h 1200"/>
                <a:gd name="T4" fmla="*/ 0 w 319"/>
                <a:gd name="T5" fmla="*/ 470 h 1200"/>
                <a:gd name="T6" fmla="*/ 80 w 319"/>
                <a:gd name="T7" fmla="*/ 470 h 1200"/>
                <a:gd name="T8" fmla="*/ 80 w 319"/>
                <a:gd name="T9" fmla="*/ 1200 h 1200"/>
                <a:gd name="T10" fmla="*/ 218 w 319"/>
                <a:gd name="T11" fmla="*/ 1200 h 1200"/>
                <a:gd name="T12" fmla="*/ 218 w 319"/>
                <a:gd name="T13" fmla="*/ 470 h 1200"/>
                <a:gd name="T14" fmla="*/ 319 w 319"/>
                <a:gd name="T15" fmla="*/ 470 h 1200"/>
                <a:gd name="T16" fmla="*/ 319 w 319"/>
                <a:gd name="T17" fmla="*/ 361 h 1200"/>
                <a:gd name="T18" fmla="*/ 218 w 319"/>
                <a:gd name="T19" fmla="*/ 361 h 1200"/>
                <a:gd name="T20" fmla="*/ 218 w 319"/>
                <a:gd name="T21" fmla="*/ 189 h 1200"/>
                <a:gd name="T22" fmla="*/ 218 w 319"/>
                <a:gd name="T23" fmla="*/ 189 h 1200"/>
                <a:gd name="T24" fmla="*/ 223 w 319"/>
                <a:gd name="T25" fmla="*/ 155 h 1200"/>
                <a:gd name="T26" fmla="*/ 227 w 319"/>
                <a:gd name="T27" fmla="*/ 143 h 1200"/>
                <a:gd name="T28" fmla="*/ 235 w 319"/>
                <a:gd name="T29" fmla="*/ 130 h 1200"/>
                <a:gd name="T30" fmla="*/ 235 w 319"/>
                <a:gd name="T31" fmla="*/ 130 h 1200"/>
                <a:gd name="T32" fmla="*/ 248 w 319"/>
                <a:gd name="T33" fmla="*/ 122 h 1200"/>
                <a:gd name="T34" fmla="*/ 260 w 319"/>
                <a:gd name="T35" fmla="*/ 118 h 1200"/>
                <a:gd name="T36" fmla="*/ 273 w 319"/>
                <a:gd name="T37" fmla="*/ 113 h 1200"/>
                <a:gd name="T38" fmla="*/ 294 w 319"/>
                <a:gd name="T39" fmla="*/ 113 h 1200"/>
                <a:gd name="T40" fmla="*/ 319 w 319"/>
                <a:gd name="T41" fmla="*/ 113 h 1200"/>
                <a:gd name="T42" fmla="*/ 319 w 319"/>
                <a:gd name="T43" fmla="*/ 0 h 1200"/>
                <a:gd name="T44" fmla="*/ 265 w 319"/>
                <a:gd name="T45" fmla="*/ 0 h 1200"/>
                <a:gd name="T46" fmla="*/ 265 w 319"/>
                <a:gd name="T47" fmla="*/ 0 h 1200"/>
                <a:gd name="T48" fmla="*/ 223 w 319"/>
                <a:gd name="T49" fmla="*/ 0 h 1200"/>
                <a:gd name="T50" fmla="*/ 181 w 319"/>
                <a:gd name="T51" fmla="*/ 8 h 1200"/>
                <a:gd name="T52" fmla="*/ 143 w 319"/>
                <a:gd name="T53" fmla="*/ 21 h 1200"/>
                <a:gd name="T54" fmla="*/ 130 w 319"/>
                <a:gd name="T55" fmla="*/ 29 h 1200"/>
                <a:gd name="T56" fmla="*/ 118 w 319"/>
                <a:gd name="T57" fmla="*/ 38 h 1200"/>
                <a:gd name="T58" fmla="*/ 118 w 319"/>
                <a:gd name="T59" fmla="*/ 38 h 1200"/>
                <a:gd name="T60" fmla="*/ 97 w 319"/>
                <a:gd name="T61" fmla="*/ 63 h 1200"/>
                <a:gd name="T62" fmla="*/ 88 w 319"/>
                <a:gd name="T63" fmla="*/ 92 h 1200"/>
                <a:gd name="T64" fmla="*/ 80 w 319"/>
                <a:gd name="T65" fmla="*/ 126 h 1200"/>
                <a:gd name="T66" fmla="*/ 80 w 319"/>
                <a:gd name="T67" fmla="*/ 168 h 1200"/>
                <a:gd name="T68" fmla="*/ 80 w 319"/>
                <a:gd name="T69" fmla="*/ 361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9" h="1200">
                  <a:moveTo>
                    <a:pt x="80" y="361"/>
                  </a:moveTo>
                  <a:lnTo>
                    <a:pt x="0" y="361"/>
                  </a:lnTo>
                  <a:lnTo>
                    <a:pt x="0" y="470"/>
                  </a:lnTo>
                  <a:lnTo>
                    <a:pt x="80" y="470"/>
                  </a:lnTo>
                  <a:lnTo>
                    <a:pt x="80" y="1200"/>
                  </a:lnTo>
                  <a:lnTo>
                    <a:pt x="218" y="1200"/>
                  </a:lnTo>
                  <a:lnTo>
                    <a:pt x="218" y="470"/>
                  </a:lnTo>
                  <a:lnTo>
                    <a:pt x="319" y="470"/>
                  </a:lnTo>
                  <a:lnTo>
                    <a:pt x="319" y="361"/>
                  </a:lnTo>
                  <a:lnTo>
                    <a:pt x="218" y="361"/>
                  </a:lnTo>
                  <a:lnTo>
                    <a:pt x="218" y="189"/>
                  </a:lnTo>
                  <a:lnTo>
                    <a:pt x="218" y="189"/>
                  </a:lnTo>
                  <a:lnTo>
                    <a:pt x="223" y="155"/>
                  </a:lnTo>
                  <a:lnTo>
                    <a:pt x="227" y="143"/>
                  </a:lnTo>
                  <a:lnTo>
                    <a:pt x="235" y="130"/>
                  </a:lnTo>
                  <a:lnTo>
                    <a:pt x="235" y="130"/>
                  </a:lnTo>
                  <a:lnTo>
                    <a:pt x="248" y="122"/>
                  </a:lnTo>
                  <a:lnTo>
                    <a:pt x="260" y="118"/>
                  </a:lnTo>
                  <a:lnTo>
                    <a:pt x="273" y="113"/>
                  </a:lnTo>
                  <a:lnTo>
                    <a:pt x="294" y="113"/>
                  </a:lnTo>
                  <a:lnTo>
                    <a:pt x="319" y="113"/>
                  </a:lnTo>
                  <a:lnTo>
                    <a:pt x="319" y="0"/>
                  </a:lnTo>
                  <a:lnTo>
                    <a:pt x="265" y="0"/>
                  </a:lnTo>
                  <a:lnTo>
                    <a:pt x="265" y="0"/>
                  </a:lnTo>
                  <a:lnTo>
                    <a:pt x="223" y="0"/>
                  </a:lnTo>
                  <a:lnTo>
                    <a:pt x="181" y="8"/>
                  </a:lnTo>
                  <a:lnTo>
                    <a:pt x="143" y="21"/>
                  </a:lnTo>
                  <a:lnTo>
                    <a:pt x="130" y="29"/>
                  </a:lnTo>
                  <a:lnTo>
                    <a:pt x="118" y="38"/>
                  </a:lnTo>
                  <a:lnTo>
                    <a:pt x="118" y="38"/>
                  </a:lnTo>
                  <a:lnTo>
                    <a:pt x="97" y="63"/>
                  </a:lnTo>
                  <a:lnTo>
                    <a:pt x="88" y="92"/>
                  </a:lnTo>
                  <a:lnTo>
                    <a:pt x="80" y="126"/>
                  </a:lnTo>
                  <a:lnTo>
                    <a:pt x="80" y="168"/>
                  </a:lnTo>
                  <a:lnTo>
                    <a:pt x="80" y="3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66" name="Rectangle 65">
              <a:extLst>
                <a:ext uri="{FF2B5EF4-FFF2-40B4-BE49-F238E27FC236}">
                  <a16:creationId xmlns:a16="http://schemas.microsoft.com/office/drawing/2014/main" id="{A297C8D2-2894-4A9C-A0AE-AD76E7BB0FBE}"/>
                </a:ext>
              </a:extLst>
            </p:cNvPr>
            <p:cNvSpPr>
              <a:spLocks noChangeArrowheads="1"/>
            </p:cNvSpPr>
            <p:nvPr/>
          </p:nvSpPr>
          <p:spPr bwMode="black">
            <a:xfrm>
              <a:off x="5140325" y="4733925"/>
              <a:ext cx="220662" cy="1331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67" name="Freeform 15">
              <a:extLst>
                <a:ext uri="{FF2B5EF4-FFF2-40B4-BE49-F238E27FC236}">
                  <a16:creationId xmlns:a16="http://schemas.microsoft.com/office/drawing/2014/main" id="{203BFA1D-F33E-46AD-9DAD-E6F9E07FD230}"/>
                </a:ext>
              </a:extLst>
            </p:cNvPr>
            <p:cNvSpPr>
              <a:spLocks noEditPoints="1"/>
            </p:cNvSpPr>
            <p:nvPr/>
          </p:nvSpPr>
          <p:spPr bwMode="black">
            <a:xfrm>
              <a:off x="6167438" y="4721225"/>
              <a:ext cx="685800" cy="1365250"/>
            </a:xfrm>
            <a:custGeom>
              <a:avLst/>
              <a:gdLst>
                <a:gd name="T0" fmla="*/ 432 w 432"/>
                <a:gd name="T1" fmla="*/ 474 h 860"/>
                <a:gd name="T2" fmla="*/ 432 w 432"/>
                <a:gd name="T3" fmla="*/ 218 h 860"/>
                <a:gd name="T4" fmla="*/ 416 w 432"/>
                <a:gd name="T5" fmla="*/ 117 h 860"/>
                <a:gd name="T6" fmla="*/ 374 w 432"/>
                <a:gd name="T7" fmla="*/ 50 h 860"/>
                <a:gd name="T8" fmla="*/ 306 w 432"/>
                <a:gd name="T9" fmla="*/ 8 h 860"/>
                <a:gd name="T10" fmla="*/ 214 w 432"/>
                <a:gd name="T11" fmla="*/ 0 h 860"/>
                <a:gd name="T12" fmla="*/ 164 w 432"/>
                <a:gd name="T13" fmla="*/ 0 h 860"/>
                <a:gd name="T14" fmla="*/ 80 w 432"/>
                <a:gd name="T15" fmla="*/ 25 h 860"/>
                <a:gd name="T16" fmla="*/ 29 w 432"/>
                <a:gd name="T17" fmla="*/ 79 h 860"/>
                <a:gd name="T18" fmla="*/ 0 w 432"/>
                <a:gd name="T19" fmla="*/ 163 h 860"/>
                <a:gd name="T20" fmla="*/ 0 w 432"/>
                <a:gd name="T21" fmla="*/ 642 h 860"/>
                <a:gd name="T22" fmla="*/ 4 w 432"/>
                <a:gd name="T23" fmla="*/ 692 h 860"/>
                <a:gd name="T24" fmla="*/ 34 w 432"/>
                <a:gd name="T25" fmla="*/ 776 h 860"/>
                <a:gd name="T26" fmla="*/ 88 w 432"/>
                <a:gd name="T27" fmla="*/ 831 h 860"/>
                <a:gd name="T28" fmla="*/ 168 w 432"/>
                <a:gd name="T29" fmla="*/ 856 h 860"/>
                <a:gd name="T30" fmla="*/ 214 w 432"/>
                <a:gd name="T31" fmla="*/ 860 h 860"/>
                <a:gd name="T32" fmla="*/ 302 w 432"/>
                <a:gd name="T33" fmla="*/ 847 h 860"/>
                <a:gd name="T34" fmla="*/ 369 w 432"/>
                <a:gd name="T35" fmla="*/ 810 h 860"/>
                <a:gd name="T36" fmla="*/ 416 w 432"/>
                <a:gd name="T37" fmla="*/ 742 h 860"/>
                <a:gd name="T38" fmla="*/ 432 w 432"/>
                <a:gd name="T39" fmla="*/ 642 h 860"/>
                <a:gd name="T40" fmla="*/ 294 w 432"/>
                <a:gd name="T41" fmla="*/ 575 h 860"/>
                <a:gd name="T42" fmla="*/ 298 w 432"/>
                <a:gd name="T43" fmla="*/ 654 h 860"/>
                <a:gd name="T44" fmla="*/ 285 w 432"/>
                <a:gd name="T45" fmla="*/ 713 h 860"/>
                <a:gd name="T46" fmla="*/ 269 w 432"/>
                <a:gd name="T47" fmla="*/ 738 h 860"/>
                <a:gd name="T48" fmla="*/ 239 w 432"/>
                <a:gd name="T49" fmla="*/ 751 h 860"/>
                <a:gd name="T50" fmla="*/ 218 w 432"/>
                <a:gd name="T51" fmla="*/ 751 h 860"/>
                <a:gd name="T52" fmla="*/ 181 w 432"/>
                <a:gd name="T53" fmla="*/ 747 h 860"/>
                <a:gd name="T54" fmla="*/ 155 w 432"/>
                <a:gd name="T55" fmla="*/ 726 h 860"/>
                <a:gd name="T56" fmla="*/ 143 w 432"/>
                <a:gd name="T57" fmla="*/ 696 h 860"/>
                <a:gd name="T58" fmla="*/ 139 w 432"/>
                <a:gd name="T59" fmla="*/ 474 h 860"/>
                <a:gd name="T60" fmla="*/ 139 w 432"/>
                <a:gd name="T61" fmla="*/ 188 h 860"/>
                <a:gd name="T62" fmla="*/ 147 w 432"/>
                <a:gd name="T63" fmla="*/ 138 h 860"/>
                <a:gd name="T64" fmla="*/ 164 w 432"/>
                <a:gd name="T65" fmla="*/ 109 h 860"/>
                <a:gd name="T66" fmla="*/ 193 w 432"/>
                <a:gd name="T67" fmla="*/ 92 h 860"/>
                <a:gd name="T68" fmla="*/ 218 w 432"/>
                <a:gd name="T69" fmla="*/ 92 h 860"/>
                <a:gd name="T70" fmla="*/ 256 w 432"/>
                <a:gd name="T71" fmla="*/ 100 h 860"/>
                <a:gd name="T72" fmla="*/ 281 w 432"/>
                <a:gd name="T73" fmla="*/ 121 h 860"/>
                <a:gd name="T74" fmla="*/ 294 w 432"/>
                <a:gd name="T75" fmla="*/ 155 h 860"/>
                <a:gd name="T76" fmla="*/ 294 w 432"/>
                <a:gd name="T77" fmla="*/ 361 h 860"/>
                <a:gd name="T78" fmla="*/ 139 w 432"/>
                <a:gd name="T79" fmla="*/ 18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860">
                  <a:moveTo>
                    <a:pt x="139" y="474"/>
                  </a:moveTo>
                  <a:lnTo>
                    <a:pt x="432" y="474"/>
                  </a:lnTo>
                  <a:lnTo>
                    <a:pt x="432" y="218"/>
                  </a:lnTo>
                  <a:lnTo>
                    <a:pt x="432" y="218"/>
                  </a:lnTo>
                  <a:lnTo>
                    <a:pt x="428" y="163"/>
                  </a:lnTo>
                  <a:lnTo>
                    <a:pt x="416" y="117"/>
                  </a:lnTo>
                  <a:lnTo>
                    <a:pt x="399" y="79"/>
                  </a:lnTo>
                  <a:lnTo>
                    <a:pt x="374" y="50"/>
                  </a:lnTo>
                  <a:lnTo>
                    <a:pt x="344" y="25"/>
                  </a:lnTo>
                  <a:lnTo>
                    <a:pt x="306" y="8"/>
                  </a:lnTo>
                  <a:lnTo>
                    <a:pt x="264" y="0"/>
                  </a:lnTo>
                  <a:lnTo>
                    <a:pt x="214" y="0"/>
                  </a:lnTo>
                  <a:lnTo>
                    <a:pt x="214" y="0"/>
                  </a:lnTo>
                  <a:lnTo>
                    <a:pt x="164" y="0"/>
                  </a:lnTo>
                  <a:lnTo>
                    <a:pt x="118" y="8"/>
                  </a:lnTo>
                  <a:lnTo>
                    <a:pt x="80" y="25"/>
                  </a:lnTo>
                  <a:lnTo>
                    <a:pt x="50" y="50"/>
                  </a:lnTo>
                  <a:lnTo>
                    <a:pt x="29" y="79"/>
                  </a:lnTo>
                  <a:lnTo>
                    <a:pt x="13" y="117"/>
                  </a:lnTo>
                  <a:lnTo>
                    <a:pt x="0" y="163"/>
                  </a:lnTo>
                  <a:lnTo>
                    <a:pt x="0" y="218"/>
                  </a:lnTo>
                  <a:lnTo>
                    <a:pt x="0" y="642"/>
                  </a:lnTo>
                  <a:lnTo>
                    <a:pt x="0" y="642"/>
                  </a:lnTo>
                  <a:lnTo>
                    <a:pt x="4" y="692"/>
                  </a:lnTo>
                  <a:lnTo>
                    <a:pt x="13" y="738"/>
                  </a:lnTo>
                  <a:lnTo>
                    <a:pt x="34" y="776"/>
                  </a:lnTo>
                  <a:lnTo>
                    <a:pt x="59" y="805"/>
                  </a:lnTo>
                  <a:lnTo>
                    <a:pt x="88" y="831"/>
                  </a:lnTo>
                  <a:lnTo>
                    <a:pt x="126" y="847"/>
                  </a:lnTo>
                  <a:lnTo>
                    <a:pt x="168" y="856"/>
                  </a:lnTo>
                  <a:lnTo>
                    <a:pt x="214" y="860"/>
                  </a:lnTo>
                  <a:lnTo>
                    <a:pt x="214" y="860"/>
                  </a:lnTo>
                  <a:lnTo>
                    <a:pt x="260" y="856"/>
                  </a:lnTo>
                  <a:lnTo>
                    <a:pt x="302" y="847"/>
                  </a:lnTo>
                  <a:lnTo>
                    <a:pt x="340" y="831"/>
                  </a:lnTo>
                  <a:lnTo>
                    <a:pt x="369" y="810"/>
                  </a:lnTo>
                  <a:lnTo>
                    <a:pt x="395" y="780"/>
                  </a:lnTo>
                  <a:lnTo>
                    <a:pt x="416" y="742"/>
                  </a:lnTo>
                  <a:lnTo>
                    <a:pt x="428" y="696"/>
                  </a:lnTo>
                  <a:lnTo>
                    <a:pt x="432" y="642"/>
                  </a:lnTo>
                  <a:lnTo>
                    <a:pt x="432" y="575"/>
                  </a:lnTo>
                  <a:lnTo>
                    <a:pt x="294" y="575"/>
                  </a:lnTo>
                  <a:lnTo>
                    <a:pt x="298" y="654"/>
                  </a:lnTo>
                  <a:lnTo>
                    <a:pt x="298" y="654"/>
                  </a:lnTo>
                  <a:lnTo>
                    <a:pt x="294" y="696"/>
                  </a:lnTo>
                  <a:lnTo>
                    <a:pt x="285" y="713"/>
                  </a:lnTo>
                  <a:lnTo>
                    <a:pt x="277" y="726"/>
                  </a:lnTo>
                  <a:lnTo>
                    <a:pt x="269" y="738"/>
                  </a:lnTo>
                  <a:lnTo>
                    <a:pt x="252" y="747"/>
                  </a:lnTo>
                  <a:lnTo>
                    <a:pt x="239" y="751"/>
                  </a:lnTo>
                  <a:lnTo>
                    <a:pt x="218" y="751"/>
                  </a:lnTo>
                  <a:lnTo>
                    <a:pt x="218" y="751"/>
                  </a:lnTo>
                  <a:lnTo>
                    <a:pt x="197" y="751"/>
                  </a:lnTo>
                  <a:lnTo>
                    <a:pt x="181" y="747"/>
                  </a:lnTo>
                  <a:lnTo>
                    <a:pt x="168" y="738"/>
                  </a:lnTo>
                  <a:lnTo>
                    <a:pt x="155" y="726"/>
                  </a:lnTo>
                  <a:lnTo>
                    <a:pt x="147" y="713"/>
                  </a:lnTo>
                  <a:lnTo>
                    <a:pt x="143" y="696"/>
                  </a:lnTo>
                  <a:lnTo>
                    <a:pt x="139" y="654"/>
                  </a:lnTo>
                  <a:lnTo>
                    <a:pt x="139" y="474"/>
                  </a:lnTo>
                  <a:close/>
                  <a:moveTo>
                    <a:pt x="139" y="188"/>
                  </a:moveTo>
                  <a:lnTo>
                    <a:pt x="139" y="188"/>
                  </a:lnTo>
                  <a:lnTo>
                    <a:pt x="143" y="155"/>
                  </a:lnTo>
                  <a:lnTo>
                    <a:pt x="147" y="138"/>
                  </a:lnTo>
                  <a:lnTo>
                    <a:pt x="155" y="121"/>
                  </a:lnTo>
                  <a:lnTo>
                    <a:pt x="164" y="109"/>
                  </a:lnTo>
                  <a:lnTo>
                    <a:pt x="176" y="100"/>
                  </a:lnTo>
                  <a:lnTo>
                    <a:pt x="193" y="92"/>
                  </a:lnTo>
                  <a:lnTo>
                    <a:pt x="218" y="92"/>
                  </a:lnTo>
                  <a:lnTo>
                    <a:pt x="218" y="92"/>
                  </a:lnTo>
                  <a:lnTo>
                    <a:pt x="239" y="92"/>
                  </a:lnTo>
                  <a:lnTo>
                    <a:pt x="256" y="100"/>
                  </a:lnTo>
                  <a:lnTo>
                    <a:pt x="269" y="109"/>
                  </a:lnTo>
                  <a:lnTo>
                    <a:pt x="281" y="121"/>
                  </a:lnTo>
                  <a:lnTo>
                    <a:pt x="290" y="138"/>
                  </a:lnTo>
                  <a:lnTo>
                    <a:pt x="294" y="155"/>
                  </a:lnTo>
                  <a:lnTo>
                    <a:pt x="294" y="188"/>
                  </a:lnTo>
                  <a:lnTo>
                    <a:pt x="294" y="361"/>
                  </a:lnTo>
                  <a:lnTo>
                    <a:pt x="139" y="361"/>
                  </a:lnTo>
                  <a:lnTo>
                    <a:pt x="139"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68" name="Freeform 16">
              <a:extLst>
                <a:ext uri="{FF2B5EF4-FFF2-40B4-BE49-F238E27FC236}">
                  <a16:creationId xmlns:a16="http://schemas.microsoft.com/office/drawing/2014/main" id="{52B30300-73EA-43C6-B4C6-E9DA2DD081D9}"/>
                </a:ext>
              </a:extLst>
            </p:cNvPr>
            <p:cNvSpPr>
              <a:spLocks/>
            </p:cNvSpPr>
            <p:nvPr/>
          </p:nvSpPr>
          <p:spPr bwMode="black">
            <a:xfrm>
              <a:off x="5446713" y="4721225"/>
              <a:ext cx="647700" cy="1365250"/>
            </a:xfrm>
            <a:custGeom>
              <a:avLst/>
              <a:gdLst>
                <a:gd name="T0" fmla="*/ 261 w 408"/>
                <a:gd name="T1" fmla="*/ 369 h 860"/>
                <a:gd name="T2" fmla="*/ 181 w 408"/>
                <a:gd name="T3" fmla="*/ 293 h 860"/>
                <a:gd name="T4" fmla="*/ 156 w 408"/>
                <a:gd name="T5" fmla="*/ 256 h 860"/>
                <a:gd name="T6" fmla="*/ 147 w 408"/>
                <a:gd name="T7" fmla="*/ 197 h 860"/>
                <a:gd name="T8" fmla="*/ 147 w 408"/>
                <a:gd name="T9" fmla="*/ 155 h 860"/>
                <a:gd name="T10" fmla="*/ 156 w 408"/>
                <a:gd name="T11" fmla="*/ 125 h 860"/>
                <a:gd name="T12" fmla="*/ 173 w 408"/>
                <a:gd name="T13" fmla="*/ 109 h 860"/>
                <a:gd name="T14" fmla="*/ 206 w 408"/>
                <a:gd name="T15" fmla="*/ 100 h 860"/>
                <a:gd name="T16" fmla="*/ 223 w 408"/>
                <a:gd name="T17" fmla="*/ 104 h 860"/>
                <a:gd name="T18" fmla="*/ 248 w 408"/>
                <a:gd name="T19" fmla="*/ 117 h 860"/>
                <a:gd name="T20" fmla="*/ 261 w 408"/>
                <a:gd name="T21" fmla="*/ 142 h 860"/>
                <a:gd name="T22" fmla="*/ 265 w 408"/>
                <a:gd name="T23" fmla="*/ 197 h 860"/>
                <a:gd name="T24" fmla="*/ 399 w 408"/>
                <a:gd name="T25" fmla="*/ 277 h 860"/>
                <a:gd name="T26" fmla="*/ 399 w 408"/>
                <a:gd name="T27" fmla="*/ 146 h 860"/>
                <a:gd name="T28" fmla="*/ 387 w 408"/>
                <a:gd name="T29" fmla="*/ 84 h 860"/>
                <a:gd name="T30" fmla="*/ 345 w 408"/>
                <a:gd name="T31" fmla="*/ 37 h 860"/>
                <a:gd name="T32" fmla="*/ 282 w 408"/>
                <a:gd name="T33" fmla="*/ 8 h 860"/>
                <a:gd name="T34" fmla="*/ 202 w 408"/>
                <a:gd name="T35" fmla="*/ 0 h 860"/>
                <a:gd name="T36" fmla="*/ 160 w 408"/>
                <a:gd name="T37" fmla="*/ 0 h 860"/>
                <a:gd name="T38" fmla="*/ 89 w 408"/>
                <a:gd name="T39" fmla="*/ 21 h 860"/>
                <a:gd name="T40" fmla="*/ 38 w 408"/>
                <a:gd name="T41" fmla="*/ 63 h 860"/>
                <a:gd name="T42" fmla="*/ 9 w 408"/>
                <a:gd name="T43" fmla="*/ 142 h 860"/>
                <a:gd name="T44" fmla="*/ 5 w 408"/>
                <a:gd name="T45" fmla="*/ 197 h 860"/>
                <a:gd name="T46" fmla="*/ 5 w 408"/>
                <a:gd name="T47" fmla="*/ 214 h 860"/>
                <a:gd name="T48" fmla="*/ 13 w 408"/>
                <a:gd name="T49" fmla="*/ 281 h 860"/>
                <a:gd name="T50" fmla="*/ 34 w 408"/>
                <a:gd name="T51" fmla="*/ 340 h 860"/>
                <a:gd name="T52" fmla="*/ 89 w 408"/>
                <a:gd name="T53" fmla="*/ 411 h 860"/>
                <a:gd name="T54" fmla="*/ 164 w 408"/>
                <a:gd name="T55" fmla="*/ 478 h 860"/>
                <a:gd name="T56" fmla="*/ 219 w 408"/>
                <a:gd name="T57" fmla="*/ 524 h 860"/>
                <a:gd name="T58" fmla="*/ 248 w 408"/>
                <a:gd name="T59" fmla="*/ 562 h 860"/>
                <a:gd name="T60" fmla="*/ 265 w 408"/>
                <a:gd name="T61" fmla="*/ 600 h 860"/>
                <a:gd name="T62" fmla="*/ 265 w 408"/>
                <a:gd name="T63" fmla="*/ 654 h 860"/>
                <a:gd name="T64" fmla="*/ 261 w 408"/>
                <a:gd name="T65" fmla="*/ 713 h 860"/>
                <a:gd name="T66" fmla="*/ 248 w 408"/>
                <a:gd name="T67" fmla="*/ 738 h 860"/>
                <a:gd name="T68" fmla="*/ 223 w 408"/>
                <a:gd name="T69" fmla="*/ 755 h 860"/>
                <a:gd name="T70" fmla="*/ 202 w 408"/>
                <a:gd name="T71" fmla="*/ 755 h 860"/>
                <a:gd name="T72" fmla="*/ 168 w 408"/>
                <a:gd name="T73" fmla="*/ 747 h 860"/>
                <a:gd name="T74" fmla="*/ 152 w 408"/>
                <a:gd name="T75" fmla="*/ 730 h 860"/>
                <a:gd name="T76" fmla="*/ 139 w 408"/>
                <a:gd name="T77" fmla="*/ 684 h 860"/>
                <a:gd name="T78" fmla="*/ 0 w 408"/>
                <a:gd name="T79" fmla="*/ 579 h 860"/>
                <a:gd name="T80" fmla="*/ 0 w 408"/>
                <a:gd name="T81" fmla="*/ 688 h 860"/>
                <a:gd name="T82" fmla="*/ 13 w 408"/>
                <a:gd name="T83" fmla="*/ 772 h 860"/>
                <a:gd name="T84" fmla="*/ 59 w 408"/>
                <a:gd name="T85" fmla="*/ 826 h 860"/>
                <a:gd name="T86" fmla="*/ 122 w 408"/>
                <a:gd name="T87" fmla="*/ 852 h 860"/>
                <a:gd name="T88" fmla="*/ 202 w 408"/>
                <a:gd name="T89" fmla="*/ 860 h 860"/>
                <a:gd name="T90" fmla="*/ 244 w 408"/>
                <a:gd name="T91" fmla="*/ 856 h 860"/>
                <a:gd name="T92" fmla="*/ 320 w 408"/>
                <a:gd name="T93" fmla="*/ 839 h 860"/>
                <a:gd name="T94" fmla="*/ 362 w 408"/>
                <a:gd name="T95" fmla="*/ 810 h 860"/>
                <a:gd name="T96" fmla="*/ 383 w 408"/>
                <a:gd name="T97" fmla="*/ 776 h 860"/>
                <a:gd name="T98" fmla="*/ 404 w 408"/>
                <a:gd name="T99" fmla="*/ 709 h 860"/>
                <a:gd name="T100" fmla="*/ 408 w 408"/>
                <a:gd name="T101" fmla="*/ 633 h 860"/>
                <a:gd name="T102" fmla="*/ 408 w 408"/>
                <a:gd name="T103" fmla="*/ 591 h 860"/>
                <a:gd name="T104" fmla="*/ 395 w 408"/>
                <a:gd name="T105" fmla="*/ 524 h 860"/>
                <a:gd name="T106" fmla="*/ 362 w 408"/>
                <a:gd name="T107" fmla="*/ 470 h 860"/>
                <a:gd name="T108" fmla="*/ 261 w 408"/>
                <a:gd name="T109" fmla="*/ 369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860">
                  <a:moveTo>
                    <a:pt x="261" y="369"/>
                  </a:moveTo>
                  <a:lnTo>
                    <a:pt x="261" y="369"/>
                  </a:lnTo>
                  <a:lnTo>
                    <a:pt x="198" y="314"/>
                  </a:lnTo>
                  <a:lnTo>
                    <a:pt x="181" y="293"/>
                  </a:lnTo>
                  <a:lnTo>
                    <a:pt x="164" y="272"/>
                  </a:lnTo>
                  <a:lnTo>
                    <a:pt x="156" y="256"/>
                  </a:lnTo>
                  <a:lnTo>
                    <a:pt x="152" y="239"/>
                  </a:lnTo>
                  <a:lnTo>
                    <a:pt x="147" y="197"/>
                  </a:lnTo>
                  <a:lnTo>
                    <a:pt x="147" y="197"/>
                  </a:lnTo>
                  <a:lnTo>
                    <a:pt x="147" y="155"/>
                  </a:lnTo>
                  <a:lnTo>
                    <a:pt x="152" y="142"/>
                  </a:lnTo>
                  <a:lnTo>
                    <a:pt x="156" y="125"/>
                  </a:lnTo>
                  <a:lnTo>
                    <a:pt x="164" y="117"/>
                  </a:lnTo>
                  <a:lnTo>
                    <a:pt x="173" y="109"/>
                  </a:lnTo>
                  <a:lnTo>
                    <a:pt x="185" y="104"/>
                  </a:lnTo>
                  <a:lnTo>
                    <a:pt x="206" y="100"/>
                  </a:lnTo>
                  <a:lnTo>
                    <a:pt x="206" y="100"/>
                  </a:lnTo>
                  <a:lnTo>
                    <a:pt x="223" y="104"/>
                  </a:lnTo>
                  <a:lnTo>
                    <a:pt x="236" y="109"/>
                  </a:lnTo>
                  <a:lnTo>
                    <a:pt x="248" y="117"/>
                  </a:lnTo>
                  <a:lnTo>
                    <a:pt x="252" y="125"/>
                  </a:lnTo>
                  <a:lnTo>
                    <a:pt x="261" y="142"/>
                  </a:lnTo>
                  <a:lnTo>
                    <a:pt x="261" y="155"/>
                  </a:lnTo>
                  <a:lnTo>
                    <a:pt x="265" y="197"/>
                  </a:lnTo>
                  <a:lnTo>
                    <a:pt x="265" y="277"/>
                  </a:lnTo>
                  <a:lnTo>
                    <a:pt x="399" y="277"/>
                  </a:lnTo>
                  <a:lnTo>
                    <a:pt x="399" y="146"/>
                  </a:lnTo>
                  <a:lnTo>
                    <a:pt x="399" y="146"/>
                  </a:lnTo>
                  <a:lnTo>
                    <a:pt x="395" y="113"/>
                  </a:lnTo>
                  <a:lnTo>
                    <a:pt x="387" y="84"/>
                  </a:lnTo>
                  <a:lnTo>
                    <a:pt x="370" y="58"/>
                  </a:lnTo>
                  <a:lnTo>
                    <a:pt x="345" y="37"/>
                  </a:lnTo>
                  <a:lnTo>
                    <a:pt x="315" y="21"/>
                  </a:lnTo>
                  <a:lnTo>
                    <a:pt x="282" y="8"/>
                  </a:lnTo>
                  <a:lnTo>
                    <a:pt x="244" y="0"/>
                  </a:lnTo>
                  <a:lnTo>
                    <a:pt x="202" y="0"/>
                  </a:lnTo>
                  <a:lnTo>
                    <a:pt x="202" y="0"/>
                  </a:lnTo>
                  <a:lnTo>
                    <a:pt x="160" y="0"/>
                  </a:lnTo>
                  <a:lnTo>
                    <a:pt x="122" y="8"/>
                  </a:lnTo>
                  <a:lnTo>
                    <a:pt x="89" y="21"/>
                  </a:lnTo>
                  <a:lnTo>
                    <a:pt x="59" y="37"/>
                  </a:lnTo>
                  <a:lnTo>
                    <a:pt x="38" y="63"/>
                  </a:lnTo>
                  <a:lnTo>
                    <a:pt x="21" y="96"/>
                  </a:lnTo>
                  <a:lnTo>
                    <a:pt x="9" y="142"/>
                  </a:lnTo>
                  <a:lnTo>
                    <a:pt x="5" y="197"/>
                  </a:lnTo>
                  <a:lnTo>
                    <a:pt x="5" y="197"/>
                  </a:lnTo>
                  <a:lnTo>
                    <a:pt x="5" y="214"/>
                  </a:lnTo>
                  <a:lnTo>
                    <a:pt x="5" y="214"/>
                  </a:lnTo>
                  <a:lnTo>
                    <a:pt x="9" y="256"/>
                  </a:lnTo>
                  <a:lnTo>
                    <a:pt x="13" y="281"/>
                  </a:lnTo>
                  <a:lnTo>
                    <a:pt x="21" y="310"/>
                  </a:lnTo>
                  <a:lnTo>
                    <a:pt x="34" y="340"/>
                  </a:lnTo>
                  <a:lnTo>
                    <a:pt x="59" y="373"/>
                  </a:lnTo>
                  <a:lnTo>
                    <a:pt x="89" y="411"/>
                  </a:lnTo>
                  <a:lnTo>
                    <a:pt x="131" y="449"/>
                  </a:lnTo>
                  <a:lnTo>
                    <a:pt x="164" y="478"/>
                  </a:lnTo>
                  <a:lnTo>
                    <a:pt x="164" y="478"/>
                  </a:lnTo>
                  <a:lnTo>
                    <a:pt x="219" y="524"/>
                  </a:lnTo>
                  <a:lnTo>
                    <a:pt x="236" y="545"/>
                  </a:lnTo>
                  <a:lnTo>
                    <a:pt x="248" y="562"/>
                  </a:lnTo>
                  <a:lnTo>
                    <a:pt x="257" y="579"/>
                  </a:lnTo>
                  <a:lnTo>
                    <a:pt x="265" y="600"/>
                  </a:lnTo>
                  <a:lnTo>
                    <a:pt x="265" y="654"/>
                  </a:lnTo>
                  <a:lnTo>
                    <a:pt x="265" y="654"/>
                  </a:lnTo>
                  <a:lnTo>
                    <a:pt x="265" y="696"/>
                  </a:lnTo>
                  <a:lnTo>
                    <a:pt x="261" y="713"/>
                  </a:lnTo>
                  <a:lnTo>
                    <a:pt x="257" y="726"/>
                  </a:lnTo>
                  <a:lnTo>
                    <a:pt x="248" y="738"/>
                  </a:lnTo>
                  <a:lnTo>
                    <a:pt x="240" y="747"/>
                  </a:lnTo>
                  <a:lnTo>
                    <a:pt x="223" y="755"/>
                  </a:lnTo>
                  <a:lnTo>
                    <a:pt x="202" y="755"/>
                  </a:lnTo>
                  <a:lnTo>
                    <a:pt x="202" y="755"/>
                  </a:lnTo>
                  <a:lnTo>
                    <a:pt x="185" y="755"/>
                  </a:lnTo>
                  <a:lnTo>
                    <a:pt x="168" y="747"/>
                  </a:lnTo>
                  <a:lnTo>
                    <a:pt x="156" y="738"/>
                  </a:lnTo>
                  <a:lnTo>
                    <a:pt x="152" y="730"/>
                  </a:lnTo>
                  <a:lnTo>
                    <a:pt x="143" y="709"/>
                  </a:lnTo>
                  <a:lnTo>
                    <a:pt x="139" y="684"/>
                  </a:lnTo>
                  <a:lnTo>
                    <a:pt x="139" y="579"/>
                  </a:lnTo>
                  <a:lnTo>
                    <a:pt x="0" y="579"/>
                  </a:lnTo>
                  <a:lnTo>
                    <a:pt x="0" y="688"/>
                  </a:lnTo>
                  <a:lnTo>
                    <a:pt x="0" y="688"/>
                  </a:lnTo>
                  <a:lnTo>
                    <a:pt x="5" y="734"/>
                  </a:lnTo>
                  <a:lnTo>
                    <a:pt x="13" y="772"/>
                  </a:lnTo>
                  <a:lnTo>
                    <a:pt x="34" y="801"/>
                  </a:lnTo>
                  <a:lnTo>
                    <a:pt x="59" y="826"/>
                  </a:lnTo>
                  <a:lnTo>
                    <a:pt x="89" y="843"/>
                  </a:lnTo>
                  <a:lnTo>
                    <a:pt x="122" y="852"/>
                  </a:lnTo>
                  <a:lnTo>
                    <a:pt x="160" y="856"/>
                  </a:lnTo>
                  <a:lnTo>
                    <a:pt x="202" y="860"/>
                  </a:lnTo>
                  <a:lnTo>
                    <a:pt x="202" y="860"/>
                  </a:lnTo>
                  <a:lnTo>
                    <a:pt x="244" y="856"/>
                  </a:lnTo>
                  <a:lnTo>
                    <a:pt x="282" y="852"/>
                  </a:lnTo>
                  <a:lnTo>
                    <a:pt x="320" y="839"/>
                  </a:lnTo>
                  <a:lnTo>
                    <a:pt x="349" y="822"/>
                  </a:lnTo>
                  <a:lnTo>
                    <a:pt x="362" y="810"/>
                  </a:lnTo>
                  <a:lnTo>
                    <a:pt x="374" y="793"/>
                  </a:lnTo>
                  <a:lnTo>
                    <a:pt x="383" y="776"/>
                  </a:lnTo>
                  <a:lnTo>
                    <a:pt x="391" y="755"/>
                  </a:lnTo>
                  <a:lnTo>
                    <a:pt x="404" y="709"/>
                  </a:lnTo>
                  <a:lnTo>
                    <a:pt x="408" y="650"/>
                  </a:lnTo>
                  <a:lnTo>
                    <a:pt x="408" y="633"/>
                  </a:lnTo>
                  <a:lnTo>
                    <a:pt x="408" y="633"/>
                  </a:lnTo>
                  <a:lnTo>
                    <a:pt x="408" y="591"/>
                  </a:lnTo>
                  <a:lnTo>
                    <a:pt x="404" y="558"/>
                  </a:lnTo>
                  <a:lnTo>
                    <a:pt x="395" y="524"/>
                  </a:lnTo>
                  <a:lnTo>
                    <a:pt x="383" y="499"/>
                  </a:lnTo>
                  <a:lnTo>
                    <a:pt x="362" y="470"/>
                  </a:lnTo>
                  <a:lnTo>
                    <a:pt x="336" y="440"/>
                  </a:lnTo>
                  <a:lnTo>
                    <a:pt x="261" y="369"/>
                  </a:lnTo>
                  <a:lnTo>
                    <a:pt x="261"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sp>
          <p:nvSpPr>
            <p:cNvPr id="76" name="Freeform 17">
              <a:extLst>
                <a:ext uri="{FF2B5EF4-FFF2-40B4-BE49-F238E27FC236}">
                  <a16:creationId xmlns:a16="http://schemas.microsoft.com/office/drawing/2014/main" id="{76BE3593-4AAC-4711-B235-A8B0B0003949}"/>
                </a:ext>
              </a:extLst>
            </p:cNvPr>
            <p:cNvSpPr>
              <a:spLocks/>
            </p:cNvSpPr>
            <p:nvPr/>
          </p:nvSpPr>
          <p:spPr bwMode="black">
            <a:xfrm>
              <a:off x="6946900" y="4721225"/>
              <a:ext cx="427037" cy="1344612"/>
            </a:xfrm>
            <a:custGeom>
              <a:avLst/>
              <a:gdLst>
                <a:gd name="T0" fmla="*/ 126 w 269"/>
                <a:gd name="T1" fmla="*/ 92 h 847"/>
                <a:gd name="T2" fmla="*/ 126 w 269"/>
                <a:gd name="T3" fmla="*/ 8 h 847"/>
                <a:gd name="T4" fmla="*/ 0 w 269"/>
                <a:gd name="T5" fmla="*/ 8 h 847"/>
                <a:gd name="T6" fmla="*/ 0 w 269"/>
                <a:gd name="T7" fmla="*/ 847 h 847"/>
                <a:gd name="T8" fmla="*/ 139 w 269"/>
                <a:gd name="T9" fmla="*/ 847 h 847"/>
                <a:gd name="T10" fmla="*/ 139 w 269"/>
                <a:gd name="T11" fmla="*/ 264 h 847"/>
                <a:gd name="T12" fmla="*/ 139 w 269"/>
                <a:gd name="T13" fmla="*/ 264 h 847"/>
                <a:gd name="T14" fmla="*/ 139 w 269"/>
                <a:gd name="T15" fmla="*/ 230 h 847"/>
                <a:gd name="T16" fmla="*/ 147 w 269"/>
                <a:gd name="T17" fmla="*/ 205 h 847"/>
                <a:gd name="T18" fmla="*/ 160 w 269"/>
                <a:gd name="T19" fmla="*/ 184 h 847"/>
                <a:gd name="T20" fmla="*/ 177 w 269"/>
                <a:gd name="T21" fmla="*/ 167 h 847"/>
                <a:gd name="T22" fmla="*/ 177 w 269"/>
                <a:gd name="T23" fmla="*/ 167 h 847"/>
                <a:gd name="T24" fmla="*/ 198 w 269"/>
                <a:gd name="T25" fmla="*/ 159 h 847"/>
                <a:gd name="T26" fmla="*/ 219 w 269"/>
                <a:gd name="T27" fmla="*/ 151 h 847"/>
                <a:gd name="T28" fmla="*/ 244 w 269"/>
                <a:gd name="T29" fmla="*/ 146 h 847"/>
                <a:gd name="T30" fmla="*/ 269 w 269"/>
                <a:gd name="T31" fmla="*/ 146 h 847"/>
                <a:gd name="T32" fmla="*/ 269 w 269"/>
                <a:gd name="T33" fmla="*/ 0 h 847"/>
                <a:gd name="T34" fmla="*/ 269 w 269"/>
                <a:gd name="T35" fmla="*/ 0 h 847"/>
                <a:gd name="T36" fmla="*/ 223 w 269"/>
                <a:gd name="T37" fmla="*/ 4 h 847"/>
                <a:gd name="T38" fmla="*/ 202 w 269"/>
                <a:gd name="T39" fmla="*/ 8 h 847"/>
                <a:gd name="T40" fmla="*/ 185 w 269"/>
                <a:gd name="T41" fmla="*/ 16 h 847"/>
                <a:gd name="T42" fmla="*/ 172 w 269"/>
                <a:gd name="T43" fmla="*/ 29 h 847"/>
                <a:gd name="T44" fmla="*/ 156 w 269"/>
                <a:gd name="T45" fmla="*/ 46 h 847"/>
                <a:gd name="T46" fmla="*/ 143 w 269"/>
                <a:gd name="T47" fmla="*/ 67 h 847"/>
                <a:gd name="T48" fmla="*/ 130 w 269"/>
                <a:gd name="T49" fmla="*/ 92 h 847"/>
                <a:gd name="T50" fmla="*/ 126 w 269"/>
                <a:gd name="T51" fmla="*/ 92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847">
                  <a:moveTo>
                    <a:pt x="126" y="92"/>
                  </a:moveTo>
                  <a:lnTo>
                    <a:pt x="126" y="8"/>
                  </a:lnTo>
                  <a:lnTo>
                    <a:pt x="0" y="8"/>
                  </a:lnTo>
                  <a:lnTo>
                    <a:pt x="0" y="847"/>
                  </a:lnTo>
                  <a:lnTo>
                    <a:pt x="139" y="847"/>
                  </a:lnTo>
                  <a:lnTo>
                    <a:pt x="139" y="264"/>
                  </a:lnTo>
                  <a:lnTo>
                    <a:pt x="139" y="264"/>
                  </a:lnTo>
                  <a:lnTo>
                    <a:pt x="139" y="230"/>
                  </a:lnTo>
                  <a:lnTo>
                    <a:pt x="147" y="205"/>
                  </a:lnTo>
                  <a:lnTo>
                    <a:pt x="160" y="184"/>
                  </a:lnTo>
                  <a:lnTo>
                    <a:pt x="177" y="167"/>
                  </a:lnTo>
                  <a:lnTo>
                    <a:pt x="177" y="167"/>
                  </a:lnTo>
                  <a:lnTo>
                    <a:pt x="198" y="159"/>
                  </a:lnTo>
                  <a:lnTo>
                    <a:pt x="219" y="151"/>
                  </a:lnTo>
                  <a:lnTo>
                    <a:pt x="244" y="146"/>
                  </a:lnTo>
                  <a:lnTo>
                    <a:pt x="269" y="146"/>
                  </a:lnTo>
                  <a:lnTo>
                    <a:pt x="269" y="0"/>
                  </a:lnTo>
                  <a:lnTo>
                    <a:pt x="269" y="0"/>
                  </a:lnTo>
                  <a:lnTo>
                    <a:pt x="223" y="4"/>
                  </a:lnTo>
                  <a:lnTo>
                    <a:pt x="202" y="8"/>
                  </a:lnTo>
                  <a:lnTo>
                    <a:pt x="185" y="16"/>
                  </a:lnTo>
                  <a:lnTo>
                    <a:pt x="172" y="29"/>
                  </a:lnTo>
                  <a:lnTo>
                    <a:pt x="156" y="46"/>
                  </a:lnTo>
                  <a:lnTo>
                    <a:pt x="143" y="67"/>
                  </a:lnTo>
                  <a:lnTo>
                    <a:pt x="130" y="92"/>
                  </a:lnTo>
                  <a:lnTo>
                    <a:pt x="12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b="0" i="0" dirty="0">
                <a:latin typeface="Arial" panose="020B0604020202020204" pitchFamily="34" charset="0"/>
                <a:cs typeface="+mn-cs"/>
              </a:endParaRPr>
            </a:p>
          </p:txBody>
        </p:sp>
      </p:grpSp>
    </p:spTree>
    <p:extLst>
      <p:ext uri="{BB962C8B-B14F-4D97-AF65-F5344CB8AC3E}">
        <p14:creationId xmlns:p14="http://schemas.microsoft.com/office/powerpoint/2010/main" val="2084605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82104-BC1F-4565-9560-B2EA1266E94B}"/>
              </a:ext>
            </a:extLst>
          </p:cNvPr>
          <p:cNvSpPr>
            <a:spLocks noGrp="1"/>
          </p:cNvSpPr>
          <p:nvPr>
            <p:ph type="title"/>
          </p:nvPr>
        </p:nvSpPr>
        <p:spPr/>
        <p:txBody>
          <a:bodyPr/>
          <a:lstStyle/>
          <a:p>
            <a:r>
              <a:rPr lang="en-US" dirty="0" err="1"/>
              <a:t>Datawire</a:t>
            </a:r>
            <a:r>
              <a:rPr lang="en-US" dirty="0"/>
              <a:t> Secure Transport</a:t>
            </a:r>
          </a:p>
        </p:txBody>
      </p:sp>
      <p:sp>
        <p:nvSpPr>
          <p:cNvPr id="4" name="Rectangle 3">
            <a:extLst>
              <a:ext uri="{FF2B5EF4-FFF2-40B4-BE49-F238E27FC236}">
                <a16:creationId xmlns:a16="http://schemas.microsoft.com/office/drawing/2014/main" id="{B4474ADA-E7EC-4BF5-B787-697FC1F30D61}"/>
              </a:ext>
            </a:extLst>
          </p:cNvPr>
          <p:cNvSpPr/>
          <p:nvPr/>
        </p:nvSpPr>
        <p:spPr>
          <a:xfrm>
            <a:off x="624651" y="1533088"/>
            <a:ext cx="1333044" cy="183853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5" name="Rectangle 4">
            <a:extLst>
              <a:ext uri="{FF2B5EF4-FFF2-40B4-BE49-F238E27FC236}">
                <a16:creationId xmlns:a16="http://schemas.microsoft.com/office/drawing/2014/main" id="{635BCBC0-388C-4C2F-9A4F-01EE815EFDAD}"/>
              </a:ext>
            </a:extLst>
          </p:cNvPr>
          <p:cNvSpPr/>
          <p:nvPr/>
        </p:nvSpPr>
        <p:spPr>
          <a:xfrm>
            <a:off x="788044" y="1860932"/>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Approval Process</a:t>
            </a:r>
          </a:p>
        </p:txBody>
      </p:sp>
      <p:sp>
        <p:nvSpPr>
          <p:cNvPr id="6" name="Rectangle 5">
            <a:extLst>
              <a:ext uri="{FF2B5EF4-FFF2-40B4-BE49-F238E27FC236}">
                <a16:creationId xmlns:a16="http://schemas.microsoft.com/office/drawing/2014/main" id="{FE9A994B-2011-4214-A5A2-696DD01E26DE}"/>
              </a:ext>
            </a:extLst>
          </p:cNvPr>
          <p:cNvSpPr/>
          <p:nvPr/>
        </p:nvSpPr>
        <p:spPr>
          <a:xfrm>
            <a:off x="788044" y="2352147"/>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Boarding Process</a:t>
            </a:r>
          </a:p>
        </p:txBody>
      </p:sp>
      <p:sp>
        <p:nvSpPr>
          <p:cNvPr id="7" name="Rectangle 6">
            <a:extLst>
              <a:ext uri="{FF2B5EF4-FFF2-40B4-BE49-F238E27FC236}">
                <a16:creationId xmlns:a16="http://schemas.microsoft.com/office/drawing/2014/main" id="{99DD5F5E-8D1C-43CA-A990-453420BADD30}"/>
              </a:ext>
            </a:extLst>
          </p:cNvPr>
          <p:cNvSpPr/>
          <p:nvPr/>
        </p:nvSpPr>
        <p:spPr>
          <a:xfrm>
            <a:off x="788044" y="2843362"/>
            <a:ext cx="1006258" cy="373967"/>
          </a:xfrm>
          <a:prstGeom prst="rect">
            <a:avLst/>
          </a:prstGeom>
          <a:solidFill>
            <a:schemeClr val="bg1">
              <a:lumMod val="95000"/>
            </a:schemeClr>
          </a:solidFill>
          <a:ln w="9525">
            <a:solidFill>
              <a:srgbClr val="97979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Deployment Process</a:t>
            </a:r>
          </a:p>
        </p:txBody>
      </p:sp>
      <p:sp>
        <p:nvSpPr>
          <p:cNvPr id="8" name="TextBox 7">
            <a:extLst>
              <a:ext uri="{FF2B5EF4-FFF2-40B4-BE49-F238E27FC236}">
                <a16:creationId xmlns:a16="http://schemas.microsoft.com/office/drawing/2014/main" id="{9008A5DE-2DF6-4C30-90BB-7A75A7443258}"/>
              </a:ext>
            </a:extLst>
          </p:cNvPr>
          <p:cNvSpPr txBox="1"/>
          <p:nvPr/>
        </p:nvSpPr>
        <p:spPr>
          <a:xfrm>
            <a:off x="686039" y="1623534"/>
            <a:ext cx="1210268" cy="166199"/>
          </a:xfrm>
          <a:prstGeom prst="rect">
            <a:avLst/>
          </a:prstGeom>
          <a:noFill/>
        </p:spPr>
        <p:txBody>
          <a:bodyPr wrap="none" lIns="0" tIns="0" rIns="0" bIns="0" rtlCol="0">
            <a:spAutoFit/>
          </a:bodyPr>
          <a:lstStyle/>
          <a:p>
            <a:pPr>
              <a:lnSpc>
                <a:spcPct val="90000"/>
              </a:lnSpc>
            </a:pPr>
            <a:r>
              <a:rPr lang="en-US" sz="1200" dirty="0">
                <a:solidFill>
                  <a:schemeClr val="bg1"/>
                </a:solidFill>
              </a:rPr>
              <a:t>Boarding Process</a:t>
            </a:r>
          </a:p>
        </p:txBody>
      </p:sp>
      <p:sp>
        <p:nvSpPr>
          <p:cNvPr id="9" name="TextBox 8">
            <a:extLst>
              <a:ext uri="{FF2B5EF4-FFF2-40B4-BE49-F238E27FC236}">
                <a16:creationId xmlns:a16="http://schemas.microsoft.com/office/drawing/2014/main" id="{C6DB095F-F135-441D-8D95-5F80E797D9E0}"/>
              </a:ext>
            </a:extLst>
          </p:cNvPr>
          <p:cNvSpPr txBox="1"/>
          <p:nvPr/>
        </p:nvSpPr>
        <p:spPr>
          <a:xfrm>
            <a:off x="623821" y="1196609"/>
            <a:ext cx="3621024" cy="246221"/>
          </a:xfrm>
          <a:prstGeom prst="rect">
            <a:avLst/>
          </a:prstGeom>
          <a:noFill/>
        </p:spPr>
        <p:txBody>
          <a:bodyPr wrap="square" lIns="0" tIns="0" rIns="0" bIns="0">
            <a:spAutoFit/>
          </a:bodyPr>
          <a:lstStyle/>
          <a:p>
            <a:r>
              <a:rPr lang="en-US" sz="1600" b="1" kern="0" dirty="0">
                <a:solidFill>
                  <a:srgbClr val="FF6600"/>
                </a:solidFill>
                <a:ea typeface="ＭＳ Ｐゴシック" charset="-128"/>
                <a:cs typeface="Arial"/>
              </a:rPr>
              <a:t>Terminal Provisioning System</a:t>
            </a:r>
          </a:p>
        </p:txBody>
      </p:sp>
      <p:sp>
        <p:nvSpPr>
          <p:cNvPr id="10" name="Arrow: Up-Down 9">
            <a:extLst>
              <a:ext uri="{FF2B5EF4-FFF2-40B4-BE49-F238E27FC236}">
                <a16:creationId xmlns:a16="http://schemas.microsoft.com/office/drawing/2014/main" id="{2CCCF0B9-A691-47BA-BC2E-673F2A71C375}"/>
              </a:ext>
            </a:extLst>
          </p:cNvPr>
          <p:cNvSpPr/>
          <p:nvPr/>
        </p:nvSpPr>
        <p:spPr>
          <a:xfrm rot="5400000">
            <a:off x="5160612" y="-1569040"/>
            <a:ext cx="637931" cy="6716978"/>
          </a:xfrm>
          <a:prstGeom prst="upDown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Terminal Shipped to Merchant</a:t>
            </a:r>
          </a:p>
        </p:txBody>
      </p:sp>
      <p:pic>
        <p:nvPicPr>
          <p:cNvPr id="12" name="Picture 4">
            <a:extLst>
              <a:ext uri="{FF2B5EF4-FFF2-40B4-BE49-F238E27FC236}">
                <a16:creationId xmlns:a16="http://schemas.microsoft.com/office/drawing/2014/main" id="{0A9BC310-E0BD-45FA-84CD-0EC7CA555930}"/>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838064" y="1470482"/>
            <a:ext cx="2667897" cy="1624931"/>
          </a:xfrm>
          <a:prstGeom prst="rect">
            <a:avLst/>
          </a:prstGeom>
          <a:noFill/>
          <a:ln w="9525">
            <a:noFill/>
            <a:miter lim="800000"/>
            <a:headEnd/>
            <a:tailEnd/>
          </a:ln>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D9BB840F-0712-4233-8FDC-06A0FD4D9F65}"/>
              </a:ext>
            </a:extLst>
          </p:cNvPr>
          <p:cNvSpPr txBox="1"/>
          <p:nvPr/>
        </p:nvSpPr>
        <p:spPr>
          <a:xfrm>
            <a:off x="2736886" y="2215699"/>
            <a:ext cx="6409815" cy="261968"/>
          </a:xfrm>
          <a:prstGeom prst="rect">
            <a:avLst/>
          </a:prstGeom>
          <a:noFill/>
        </p:spPr>
        <p:txBody>
          <a:bodyPr wrap="square" lIns="76554" tIns="38277" rIns="76554" bIns="38277" rtlCol="0">
            <a:spAutoFit/>
          </a:bodyPr>
          <a:lstStyle/>
          <a:p>
            <a:r>
              <a:rPr lang="en-US" sz="1200" dirty="0">
                <a:solidFill>
                  <a:srgbClr val="061A26"/>
                </a:solidFill>
                <a:latin typeface="Arial" charset="0"/>
                <a:ea typeface="ＭＳ Ｐゴシック"/>
              </a:rPr>
              <a:t>Terminals are shipped to merchants after they have been approved, boarded and so on</a:t>
            </a:r>
            <a:endParaRPr lang="en-US" sz="1200" dirty="0">
              <a:solidFill>
                <a:schemeClr val="bg1"/>
              </a:solidFill>
            </a:endParaRPr>
          </a:p>
        </p:txBody>
      </p:sp>
      <p:sp>
        <p:nvSpPr>
          <p:cNvPr id="14" name="TextBox 13">
            <a:extLst>
              <a:ext uri="{FF2B5EF4-FFF2-40B4-BE49-F238E27FC236}">
                <a16:creationId xmlns:a16="http://schemas.microsoft.com/office/drawing/2014/main" id="{D56D8263-2AF6-4884-8BB8-5E1F4F7B0669}"/>
              </a:ext>
            </a:extLst>
          </p:cNvPr>
          <p:cNvSpPr txBox="1"/>
          <p:nvPr/>
        </p:nvSpPr>
        <p:spPr>
          <a:xfrm>
            <a:off x="2573493" y="1976737"/>
            <a:ext cx="5546865" cy="292745"/>
          </a:xfrm>
          <a:prstGeom prst="rect">
            <a:avLst/>
          </a:prstGeom>
          <a:noFill/>
        </p:spPr>
        <p:txBody>
          <a:bodyPr wrap="square" lIns="76554" tIns="38277" rIns="76554" bIns="38277" rtlCol="0">
            <a:spAutoFit/>
          </a:bodyPr>
          <a:lstStyle/>
          <a:p>
            <a:r>
              <a:rPr lang="en-US" sz="1400" b="1" dirty="0">
                <a:solidFill>
                  <a:srgbClr val="FF6600"/>
                </a:solidFill>
                <a:latin typeface="Arial" charset="0"/>
                <a:ea typeface="ＭＳ Ｐゴシック"/>
              </a:rPr>
              <a:t>1. Terminal Deployment</a:t>
            </a:r>
            <a:endParaRPr lang="en-US" sz="1400" b="1" dirty="0">
              <a:solidFill>
                <a:srgbClr val="FF6600"/>
              </a:solidFill>
            </a:endParaRPr>
          </a:p>
        </p:txBody>
      </p:sp>
      <p:sp>
        <p:nvSpPr>
          <p:cNvPr id="17" name="Arrow: Left-Up 16">
            <a:extLst>
              <a:ext uri="{FF2B5EF4-FFF2-40B4-BE49-F238E27FC236}">
                <a16:creationId xmlns:a16="http://schemas.microsoft.com/office/drawing/2014/main" id="{C7BAFC90-A0E9-4F50-94B7-A55CC8F90E0B}"/>
              </a:ext>
            </a:extLst>
          </p:cNvPr>
          <p:cNvSpPr/>
          <p:nvPr/>
        </p:nvSpPr>
        <p:spPr>
          <a:xfrm>
            <a:off x="6974365" y="3080480"/>
            <a:ext cx="3622598" cy="850392"/>
          </a:xfrm>
          <a:prstGeom prst="leftUpArrow">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p>
        </p:txBody>
      </p:sp>
      <p:sp>
        <p:nvSpPr>
          <p:cNvPr id="18" name="Arrow: Left-Up 17">
            <a:extLst>
              <a:ext uri="{FF2B5EF4-FFF2-40B4-BE49-F238E27FC236}">
                <a16:creationId xmlns:a16="http://schemas.microsoft.com/office/drawing/2014/main" id="{89D31AB7-9404-4E5C-8145-92FEB4C83497}"/>
              </a:ext>
            </a:extLst>
          </p:cNvPr>
          <p:cNvSpPr/>
          <p:nvPr/>
        </p:nvSpPr>
        <p:spPr>
          <a:xfrm rot="5400000">
            <a:off x="2279638" y="2189032"/>
            <a:ext cx="906099" cy="3310157"/>
          </a:xfrm>
          <a:prstGeom prst="leftUpArrow">
            <a:avLst>
              <a:gd name="adj1" fmla="val 25000"/>
              <a:gd name="adj2" fmla="val 25000"/>
              <a:gd name="adj3" fmla="val 25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lnSpc>
                <a:spcPct val="90000"/>
              </a:lnSpc>
            </a:pPr>
            <a:endParaRPr lang="en-US" dirty="0"/>
          </a:p>
        </p:txBody>
      </p:sp>
      <p:sp>
        <p:nvSpPr>
          <p:cNvPr id="19" name="TextBox 18">
            <a:extLst>
              <a:ext uri="{FF2B5EF4-FFF2-40B4-BE49-F238E27FC236}">
                <a16:creationId xmlns:a16="http://schemas.microsoft.com/office/drawing/2014/main" id="{126B25B6-C4AD-4B47-A542-7B594D6E908F}"/>
              </a:ext>
            </a:extLst>
          </p:cNvPr>
          <p:cNvSpPr txBox="1"/>
          <p:nvPr/>
        </p:nvSpPr>
        <p:spPr>
          <a:xfrm>
            <a:off x="2245946" y="3949865"/>
            <a:ext cx="1018227" cy="258532"/>
          </a:xfrm>
          <a:prstGeom prst="rect">
            <a:avLst/>
          </a:prstGeom>
          <a:noFill/>
        </p:spPr>
        <p:txBody>
          <a:bodyPr wrap="none" rtlCol="0">
            <a:spAutoFit/>
          </a:bodyPr>
          <a:lstStyle/>
          <a:p>
            <a:pPr>
              <a:lnSpc>
                <a:spcPct val="90000"/>
              </a:lnSpc>
            </a:pPr>
            <a:r>
              <a:rPr lang="en-US" sz="1200" dirty="0">
                <a:solidFill>
                  <a:schemeClr val="bg1"/>
                </a:solidFill>
              </a:rPr>
              <a:t>Provisioning</a:t>
            </a:r>
          </a:p>
        </p:txBody>
      </p:sp>
      <p:sp>
        <p:nvSpPr>
          <p:cNvPr id="20" name="TextBox 19">
            <a:extLst>
              <a:ext uri="{FF2B5EF4-FFF2-40B4-BE49-F238E27FC236}">
                <a16:creationId xmlns:a16="http://schemas.microsoft.com/office/drawing/2014/main" id="{1A224B14-15F9-4E7D-A03D-35750AD16FAF}"/>
              </a:ext>
            </a:extLst>
          </p:cNvPr>
          <p:cNvSpPr txBox="1"/>
          <p:nvPr/>
        </p:nvSpPr>
        <p:spPr>
          <a:xfrm>
            <a:off x="8193197" y="3603965"/>
            <a:ext cx="1002197" cy="258532"/>
          </a:xfrm>
          <a:prstGeom prst="rect">
            <a:avLst/>
          </a:prstGeom>
          <a:noFill/>
        </p:spPr>
        <p:txBody>
          <a:bodyPr wrap="none" rtlCol="0">
            <a:spAutoFit/>
          </a:bodyPr>
          <a:lstStyle/>
          <a:p>
            <a:pPr>
              <a:lnSpc>
                <a:spcPct val="90000"/>
              </a:lnSpc>
            </a:pPr>
            <a:r>
              <a:rPr lang="en-US" sz="1200" dirty="0">
                <a:solidFill>
                  <a:schemeClr val="bg1"/>
                </a:solidFill>
              </a:rPr>
              <a:t>Registration</a:t>
            </a:r>
          </a:p>
        </p:txBody>
      </p:sp>
      <p:grpSp>
        <p:nvGrpSpPr>
          <p:cNvPr id="21" name="Group 20">
            <a:extLst>
              <a:ext uri="{FF2B5EF4-FFF2-40B4-BE49-F238E27FC236}">
                <a16:creationId xmlns:a16="http://schemas.microsoft.com/office/drawing/2014/main" id="{DC7E29D3-1ADB-4FAE-95F4-D55FB7EE7FC4}"/>
              </a:ext>
            </a:extLst>
          </p:cNvPr>
          <p:cNvGrpSpPr/>
          <p:nvPr/>
        </p:nvGrpSpPr>
        <p:grpSpPr>
          <a:xfrm>
            <a:off x="4533208" y="2610005"/>
            <a:ext cx="2253218" cy="2504984"/>
            <a:chOff x="6096000" y="1340555"/>
            <a:chExt cx="4305246" cy="4786297"/>
          </a:xfrm>
        </p:grpSpPr>
        <p:sp>
          <p:nvSpPr>
            <p:cNvPr id="22" name="Freeform 23">
              <a:extLst>
                <a:ext uri="{FF2B5EF4-FFF2-40B4-BE49-F238E27FC236}">
                  <a16:creationId xmlns:a16="http://schemas.microsoft.com/office/drawing/2014/main" id="{C30B69FD-746E-4B99-9A43-CBF7CC7CFCFE}"/>
                </a:ext>
              </a:extLst>
            </p:cNvPr>
            <p:cNvSpPr/>
            <p:nvPr/>
          </p:nvSpPr>
          <p:spPr>
            <a:xfrm>
              <a:off x="6539248" y="2024332"/>
              <a:ext cx="3418754" cy="3418747"/>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38100">
              <a:solidFill>
                <a:srgbClr val="FF66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0" tIns="640080" rIns="0" bIns="914400" numCol="1" spcCol="1270" anchor="ctr" anchorCtr="0">
              <a:noAutofit/>
            </a:bodyPr>
            <a:lstStyle/>
            <a:p>
              <a:pPr lvl="0" algn="ctr" defTabSz="933450">
                <a:spcBef>
                  <a:spcPts val="400"/>
                </a:spcBef>
                <a:spcAft>
                  <a:spcPts val="400"/>
                </a:spcAft>
              </a:pPr>
              <a:r>
                <a:rPr lang="en-US" sz="1050" kern="1200" dirty="0" err="1">
                  <a:solidFill>
                    <a:srgbClr val="FF6600"/>
                  </a:solidFill>
                </a:rPr>
                <a:t>Datawire</a:t>
              </a:r>
              <a:endParaRPr lang="en-US" sz="1050" kern="1200" dirty="0">
                <a:solidFill>
                  <a:srgbClr val="FF6600"/>
                </a:solidFill>
              </a:endParaRPr>
            </a:p>
            <a:p>
              <a:pPr lvl="0" algn="ctr" defTabSz="933450">
                <a:spcBef>
                  <a:spcPts val="400"/>
                </a:spcBef>
                <a:spcAft>
                  <a:spcPts val="400"/>
                </a:spcAft>
              </a:pPr>
              <a:r>
                <a:rPr lang="en-US" sz="1050" kern="1200" dirty="0">
                  <a:solidFill>
                    <a:srgbClr val="FF6600"/>
                  </a:solidFill>
                </a:rPr>
                <a:t>Secure Transport Network</a:t>
              </a:r>
            </a:p>
          </p:txBody>
        </p:sp>
        <p:sp>
          <p:nvSpPr>
            <p:cNvPr id="23" name="Freeform 11">
              <a:extLst>
                <a:ext uri="{FF2B5EF4-FFF2-40B4-BE49-F238E27FC236}">
                  <a16:creationId xmlns:a16="http://schemas.microsoft.com/office/drawing/2014/main" id="{EE96C6F2-2306-44BB-BA93-7BD285222DC7}"/>
                </a:ext>
              </a:extLst>
            </p:cNvPr>
            <p:cNvSpPr/>
            <p:nvPr/>
          </p:nvSpPr>
          <p:spPr>
            <a:xfrm>
              <a:off x="7650780" y="1340555"/>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800" kern="1200" dirty="0">
                  <a:solidFill>
                    <a:schemeClr val="tx1"/>
                  </a:solidFill>
                </a:rPr>
                <a:t>Client </a:t>
              </a:r>
            </a:p>
            <a:p>
              <a:pPr lvl="0" algn="ctr" defTabSz="933450">
                <a:spcBef>
                  <a:spcPct val="0"/>
                </a:spcBef>
              </a:pPr>
              <a:r>
                <a:rPr lang="en-US" sz="800" kern="1200" dirty="0">
                  <a:solidFill>
                    <a:schemeClr val="tx1"/>
                  </a:solidFill>
                </a:rPr>
                <a:t>Node</a:t>
              </a:r>
            </a:p>
          </p:txBody>
        </p:sp>
        <p:sp>
          <p:nvSpPr>
            <p:cNvPr id="24" name="Freeform 13">
              <a:extLst>
                <a:ext uri="{FF2B5EF4-FFF2-40B4-BE49-F238E27FC236}">
                  <a16:creationId xmlns:a16="http://schemas.microsoft.com/office/drawing/2014/main" id="{29D8813F-B702-43FB-9C2B-10F28D60A937}"/>
                </a:ext>
              </a:extLst>
            </p:cNvPr>
            <p:cNvSpPr/>
            <p:nvPr/>
          </p:nvSpPr>
          <p:spPr>
            <a:xfrm>
              <a:off x="9205562" y="2238209"/>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800" kern="1200" dirty="0">
                  <a:solidFill>
                    <a:schemeClr val="tx1"/>
                  </a:solidFill>
                </a:rPr>
                <a:t>Client </a:t>
              </a:r>
            </a:p>
            <a:p>
              <a:pPr lvl="0" algn="ctr" defTabSz="933450">
                <a:spcBef>
                  <a:spcPct val="0"/>
                </a:spcBef>
              </a:pPr>
              <a:r>
                <a:rPr lang="en-US" sz="800" kern="1200" dirty="0">
                  <a:solidFill>
                    <a:schemeClr val="tx1"/>
                  </a:solidFill>
                </a:rPr>
                <a:t>Node</a:t>
              </a:r>
            </a:p>
          </p:txBody>
        </p:sp>
        <p:sp>
          <p:nvSpPr>
            <p:cNvPr id="25" name="Freeform 15">
              <a:extLst>
                <a:ext uri="{FF2B5EF4-FFF2-40B4-BE49-F238E27FC236}">
                  <a16:creationId xmlns:a16="http://schemas.microsoft.com/office/drawing/2014/main" id="{618F7910-8CEE-4EF7-9AFA-DD052F04BB07}"/>
                </a:ext>
              </a:extLst>
            </p:cNvPr>
            <p:cNvSpPr/>
            <p:nvPr/>
          </p:nvSpPr>
          <p:spPr>
            <a:xfrm>
              <a:off x="9205562" y="4033516"/>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800" kern="1200" dirty="0">
                  <a:solidFill>
                    <a:schemeClr val="tx1"/>
                  </a:solidFill>
                </a:rPr>
                <a:t>Client </a:t>
              </a:r>
            </a:p>
            <a:p>
              <a:pPr lvl="0" algn="ctr" defTabSz="933450">
                <a:spcBef>
                  <a:spcPct val="0"/>
                </a:spcBef>
              </a:pPr>
              <a:r>
                <a:rPr lang="en-US" sz="800" kern="1200" dirty="0">
                  <a:solidFill>
                    <a:schemeClr val="tx1"/>
                  </a:solidFill>
                </a:rPr>
                <a:t>Node</a:t>
              </a:r>
            </a:p>
          </p:txBody>
        </p:sp>
        <p:sp>
          <p:nvSpPr>
            <p:cNvPr id="26" name="Freeform 21">
              <a:extLst>
                <a:ext uri="{FF2B5EF4-FFF2-40B4-BE49-F238E27FC236}">
                  <a16:creationId xmlns:a16="http://schemas.microsoft.com/office/drawing/2014/main" id="{25C22850-1821-4C11-9CD9-994FEC6CF721}"/>
                </a:ext>
              </a:extLst>
            </p:cNvPr>
            <p:cNvSpPr/>
            <p:nvPr/>
          </p:nvSpPr>
          <p:spPr>
            <a:xfrm>
              <a:off x="6096000" y="2238209"/>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204157" tIns="204157" rIns="204157" bIns="204157" numCol="1" spcCol="1270" anchor="ctr" anchorCtr="0">
              <a:noAutofit/>
            </a:bodyPr>
            <a:lstStyle/>
            <a:p>
              <a:pPr lvl="0" algn="ctr" defTabSz="933450">
                <a:spcBef>
                  <a:spcPct val="0"/>
                </a:spcBef>
              </a:pPr>
              <a:r>
                <a:rPr lang="en-US" sz="800" kern="1200" dirty="0">
                  <a:solidFill>
                    <a:schemeClr val="tx1"/>
                  </a:solidFill>
                </a:rPr>
                <a:t>Client</a:t>
              </a:r>
              <a:br>
                <a:rPr lang="en-US" sz="800" kern="1200" dirty="0">
                  <a:solidFill>
                    <a:schemeClr val="tx1"/>
                  </a:solidFill>
                </a:rPr>
              </a:br>
              <a:r>
                <a:rPr lang="en-US" sz="800" kern="1200" dirty="0">
                  <a:solidFill>
                    <a:schemeClr val="tx1"/>
                  </a:solidFill>
                </a:rPr>
                <a:t>Node</a:t>
              </a:r>
            </a:p>
          </p:txBody>
        </p:sp>
        <p:sp>
          <p:nvSpPr>
            <p:cNvPr id="27" name="Freeform 19">
              <a:extLst>
                <a:ext uri="{FF2B5EF4-FFF2-40B4-BE49-F238E27FC236}">
                  <a16:creationId xmlns:a16="http://schemas.microsoft.com/office/drawing/2014/main" id="{23EA2CD5-103E-4E1A-8862-E503315CD685}"/>
                </a:ext>
              </a:extLst>
            </p:cNvPr>
            <p:cNvSpPr/>
            <p:nvPr/>
          </p:nvSpPr>
          <p:spPr>
            <a:xfrm>
              <a:off x="6096000" y="4033516"/>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800" kern="1200" dirty="0">
                  <a:solidFill>
                    <a:schemeClr val="tx1"/>
                  </a:solidFill>
                </a:rPr>
                <a:t>Client</a:t>
              </a:r>
              <a:br>
                <a:rPr lang="en-US" sz="800" kern="1200" dirty="0">
                  <a:solidFill>
                    <a:schemeClr val="tx1"/>
                  </a:solidFill>
                </a:rPr>
              </a:br>
              <a:r>
                <a:rPr lang="en-US" sz="800" kern="1200" dirty="0">
                  <a:solidFill>
                    <a:schemeClr val="tx1"/>
                  </a:solidFill>
                </a:rPr>
                <a:t>Node</a:t>
              </a:r>
            </a:p>
          </p:txBody>
        </p:sp>
        <p:sp>
          <p:nvSpPr>
            <p:cNvPr id="28" name="Freeform 17">
              <a:extLst>
                <a:ext uri="{FF2B5EF4-FFF2-40B4-BE49-F238E27FC236}">
                  <a16:creationId xmlns:a16="http://schemas.microsoft.com/office/drawing/2014/main" id="{6898B63D-EBFF-4FC4-9AF8-5EB2E055E0F4}"/>
                </a:ext>
              </a:extLst>
            </p:cNvPr>
            <p:cNvSpPr/>
            <p:nvPr/>
          </p:nvSpPr>
          <p:spPr>
            <a:xfrm>
              <a:off x="7650780" y="4931168"/>
              <a:ext cx="1195684" cy="1195684"/>
            </a:xfrm>
            <a:custGeom>
              <a:avLst/>
              <a:gdLst>
                <a:gd name="connsiteX0" fmla="*/ 0 w 1003830"/>
                <a:gd name="connsiteY0" fmla="*/ 501915 h 1003830"/>
                <a:gd name="connsiteX1" fmla="*/ 501915 w 1003830"/>
                <a:gd name="connsiteY1" fmla="*/ 0 h 1003830"/>
                <a:gd name="connsiteX2" fmla="*/ 1003830 w 1003830"/>
                <a:gd name="connsiteY2" fmla="*/ 501915 h 1003830"/>
                <a:gd name="connsiteX3" fmla="*/ 501915 w 1003830"/>
                <a:gd name="connsiteY3" fmla="*/ 1003830 h 1003830"/>
                <a:gd name="connsiteX4" fmla="*/ 0 w 1003830"/>
                <a:gd name="connsiteY4" fmla="*/ 501915 h 100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830" h="1003830">
                  <a:moveTo>
                    <a:pt x="0" y="501915"/>
                  </a:moveTo>
                  <a:cubicBezTo>
                    <a:pt x="0" y="224715"/>
                    <a:pt x="224715" y="0"/>
                    <a:pt x="501915" y="0"/>
                  </a:cubicBezTo>
                  <a:cubicBezTo>
                    <a:pt x="779115" y="0"/>
                    <a:pt x="1003830" y="224715"/>
                    <a:pt x="1003830" y="501915"/>
                  </a:cubicBezTo>
                  <a:cubicBezTo>
                    <a:pt x="1003830" y="779115"/>
                    <a:pt x="779115" y="1003830"/>
                    <a:pt x="501915" y="1003830"/>
                  </a:cubicBezTo>
                  <a:cubicBezTo>
                    <a:pt x="224715" y="1003830"/>
                    <a:pt x="0" y="779115"/>
                    <a:pt x="0" y="501915"/>
                  </a:cubicBezTo>
                  <a:close/>
                </a:path>
              </a:pathLst>
            </a:custGeom>
            <a:solidFill>
              <a:schemeClr val="bg1"/>
            </a:solidFill>
            <a:ln w="12700">
              <a:solidFill>
                <a:schemeClr val="bg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none" lIns="173677" tIns="173677" rIns="173677" bIns="173677" numCol="1" spcCol="1270" anchor="ctr" anchorCtr="0">
              <a:noAutofit/>
            </a:bodyPr>
            <a:lstStyle/>
            <a:p>
              <a:pPr lvl="0" algn="ctr" defTabSz="933450">
                <a:spcBef>
                  <a:spcPct val="0"/>
                </a:spcBef>
              </a:pPr>
              <a:r>
                <a:rPr lang="en-US" sz="800" kern="1200" dirty="0">
                  <a:solidFill>
                    <a:schemeClr val="tx1"/>
                  </a:solidFill>
                </a:rPr>
                <a:t>Client </a:t>
              </a:r>
            </a:p>
            <a:p>
              <a:pPr lvl="0" algn="ctr" defTabSz="933450">
                <a:spcBef>
                  <a:spcPct val="0"/>
                </a:spcBef>
              </a:pPr>
              <a:r>
                <a:rPr lang="en-US" sz="800" kern="1200" dirty="0">
                  <a:solidFill>
                    <a:schemeClr val="tx1"/>
                  </a:solidFill>
                </a:rPr>
                <a:t>Node</a:t>
              </a:r>
            </a:p>
          </p:txBody>
        </p:sp>
      </p:grpSp>
      <p:sp>
        <p:nvSpPr>
          <p:cNvPr id="29" name="TextBox 28">
            <a:extLst>
              <a:ext uri="{FF2B5EF4-FFF2-40B4-BE49-F238E27FC236}">
                <a16:creationId xmlns:a16="http://schemas.microsoft.com/office/drawing/2014/main" id="{19D0274B-F605-4561-8839-09A4C5FB1016}"/>
              </a:ext>
            </a:extLst>
          </p:cNvPr>
          <p:cNvSpPr txBox="1"/>
          <p:nvPr/>
        </p:nvSpPr>
        <p:spPr>
          <a:xfrm>
            <a:off x="781013" y="4545300"/>
            <a:ext cx="3564255" cy="1631216"/>
          </a:xfrm>
          <a:prstGeom prst="rect">
            <a:avLst/>
          </a:prstGeom>
          <a:noFill/>
        </p:spPr>
        <p:txBody>
          <a:bodyPr wrap="square" lIns="0" tIns="0" rIns="0" bIns="0" rtlCol="0">
            <a:spAutoFit/>
          </a:bodyPr>
          <a:lstStyle/>
          <a:p>
            <a:pPr fontAlgn="base">
              <a:spcBef>
                <a:spcPts val="600"/>
              </a:spcBef>
              <a:spcAft>
                <a:spcPct val="0"/>
              </a:spcAft>
            </a:pPr>
            <a:r>
              <a:rPr lang="en-US" sz="1200" dirty="0">
                <a:solidFill>
                  <a:srgbClr val="061A26"/>
                </a:solidFill>
                <a:latin typeface="Arial" charset="0"/>
                <a:ea typeface="ＭＳ Ｐゴシック"/>
              </a:rPr>
              <a:t>During deployment process – The terminal is provisioned on the </a:t>
            </a:r>
            <a:r>
              <a:rPr lang="en-US" sz="1200" dirty="0" err="1">
                <a:solidFill>
                  <a:srgbClr val="061A26"/>
                </a:solidFill>
                <a:latin typeface="Arial" charset="0"/>
                <a:ea typeface="ＭＳ Ｐゴシック"/>
              </a:rPr>
              <a:t>Datawire</a:t>
            </a:r>
            <a:r>
              <a:rPr lang="en-US" sz="1200" dirty="0">
                <a:solidFill>
                  <a:srgbClr val="061A26"/>
                </a:solidFill>
                <a:latin typeface="Arial" charset="0"/>
                <a:ea typeface="ＭＳ Ｐゴシック"/>
              </a:rPr>
              <a:t> network. This can be done one of three ways:</a:t>
            </a:r>
          </a:p>
          <a:p>
            <a:pPr marL="228600" indent="-228600" fontAlgn="base">
              <a:spcBef>
                <a:spcPts val="600"/>
              </a:spcBef>
              <a:spcAft>
                <a:spcPct val="0"/>
              </a:spcAft>
              <a:buFont typeface="Arial" panose="020B0604020202020204" pitchFamily="34" charset="0"/>
              <a:buChar char="•"/>
            </a:pPr>
            <a:r>
              <a:rPr lang="en-US" sz="1200" dirty="0">
                <a:solidFill>
                  <a:srgbClr val="061A26"/>
                </a:solidFill>
                <a:latin typeface="Arial" charset="0"/>
                <a:ea typeface="ＭＳ Ｐゴシック"/>
              </a:rPr>
              <a:t>Automatically by coding to the MAS XML API. Connection is done through SSL</a:t>
            </a:r>
          </a:p>
          <a:p>
            <a:pPr marL="228600" indent="-228600" fontAlgn="base">
              <a:spcBef>
                <a:spcPts val="600"/>
              </a:spcBef>
              <a:spcAft>
                <a:spcPct val="0"/>
              </a:spcAft>
              <a:buFont typeface="Arial" panose="020B0604020202020204" pitchFamily="34" charset="0"/>
              <a:buChar char="•"/>
            </a:pPr>
            <a:r>
              <a:rPr lang="en-US" sz="1200" dirty="0">
                <a:solidFill>
                  <a:srgbClr val="061A26"/>
                </a:solidFill>
                <a:latin typeface="Arial" charset="0"/>
                <a:ea typeface="ＭＳ Ｐゴシック"/>
              </a:rPr>
              <a:t>Manually by using the Merchant Activation System web based GUI. Username and Password are required</a:t>
            </a:r>
          </a:p>
        </p:txBody>
      </p:sp>
      <p:sp>
        <p:nvSpPr>
          <p:cNvPr id="30" name="TextBox 29">
            <a:extLst>
              <a:ext uri="{FF2B5EF4-FFF2-40B4-BE49-F238E27FC236}">
                <a16:creationId xmlns:a16="http://schemas.microsoft.com/office/drawing/2014/main" id="{38907C76-C105-4F88-B6B9-F81512046184}"/>
              </a:ext>
            </a:extLst>
          </p:cNvPr>
          <p:cNvSpPr txBox="1"/>
          <p:nvPr/>
        </p:nvSpPr>
        <p:spPr>
          <a:xfrm>
            <a:off x="527271" y="4243336"/>
            <a:ext cx="3310159" cy="292745"/>
          </a:xfrm>
          <a:prstGeom prst="rect">
            <a:avLst/>
          </a:prstGeom>
          <a:noFill/>
        </p:spPr>
        <p:txBody>
          <a:bodyPr wrap="square" lIns="76554" tIns="38277" rIns="76554" bIns="38277" rtlCol="0">
            <a:spAutoFit/>
          </a:bodyPr>
          <a:lstStyle/>
          <a:p>
            <a:pPr lvl="0" fontAlgn="base">
              <a:spcBef>
                <a:spcPct val="0"/>
              </a:spcBef>
              <a:spcAft>
                <a:spcPct val="0"/>
              </a:spcAft>
              <a:buClrTx/>
              <a:buSzTx/>
              <a:buNone/>
            </a:pPr>
            <a:r>
              <a:rPr lang="en-US" sz="1400" b="1" dirty="0">
                <a:solidFill>
                  <a:srgbClr val="FF6600"/>
                </a:solidFill>
                <a:latin typeface="Arial" charset="0"/>
                <a:ea typeface="ＭＳ Ｐゴシック"/>
              </a:rPr>
              <a:t>2. Terminal Datawire Provisioning</a:t>
            </a:r>
          </a:p>
        </p:txBody>
      </p:sp>
      <p:sp>
        <p:nvSpPr>
          <p:cNvPr id="32" name="TextBox 31">
            <a:extLst>
              <a:ext uri="{FF2B5EF4-FFF2-40B4-BE49-F238E27FC236}">
                <a16:creationId xmlns:a16="http://schemas.microsoft.com/office/drawing/2014/main" id="{C2BA2A93-B9D5-48D2-87D6-0D12F160CFB4}"/>
              </a:ext>
            </a:extLst>
          </p:cNvPr>
          <p:cNvSpPr txBox="1"/>
          <p:nvPr/>
        </p:nvSpPr>
        <p:spPr>
          <a:xfrm>
            <a:off x="4681743" y="5348961"/>
            <a:ext cx="3533746" cy="738664"/>
          </a:xfrm>
          <a:prstGeom prst="rect">
            <a:avLst/>
          </a:prstGeom>
          <a:noFill/>
        </p:spPr>
        <p:txBody>
          <a:bodyPr wrap="square" lIns="0" tIns="0" rIns="0" bIns="0" rtlCol="0">
            <a:spAutoFit/>
          </a:bodyPr>
          <a:lstStyle/>
          <a:p>
            <a:pPr fontAlgn="base">
              <a:spcBef>
                <a:spcPts val="600"/>
              </a:spcBef>
              <a:spcAft>
                <a:spcPct val="0"/>
              </a:spcAft>
            </a:pPr>
            <a:r>
              <a:rPr lang="en-US" sz="1200" dirty="0">
                <a:solidFill>
                  <a:srgbClr val="061A26"/>
                </a:solidFill>
                <a:latin typeface="Arial" charset="0"/>
                <a:ea typeface="ＭＳ Ｐゴシック"/>
              </a:rPr>
              <a:t>The Datawire network propagates the information to all the Client Edge Nodes (nodes the POS system connects into when sending transactions). This registers the device/application on the system.</a:t>
            </a:r>
          </a:p>
        </p:txBody>
      </p:sp>
      <p:sp>
        <p:nvSpPr>
          <p:cNvPr id="33" name="TextBox 32">
            <a:extLst>
              <a:ext uri="{FF2B5EF4-FFF2-40B4-BE49-F238E27FC236}">
                <a16:creationId xmlns:a16="http://schemas.microsoft.com/office/drawing/2014/main" id="{68B06BF6-5B25-4C2C-83BA-FBCC5FCB26F6}"/>
              </a:ext>
            </a:extLst>
          </p:cNvPr>
          <p:cNvSpPr txBox="1"/>
          <p:nvPr/>
        </p:nvSpPr>
        <p:spPr>
          <a:xfrm>
            <a:off x="8585649" y="4337149"/>
            <a:ext cx="2996751" cy="1661993"/>
          </a:xfrm>
          <a:prstGeom prst="rect">
            <a:avLst/>
          </a:prstGeom>
          <a:noFill/>
        </p:spPr>
        <p:txBody>
          <a:bodyPr wrap="square" lIns="0" tIns="0" rIns="0" bIns="0" rtlCol="0">
            <a:spAutoFit/>
          </a:bodyPr>
          <a:lstStyle/>
          <a:p>
            <a:pPr>
              <a:spcBef>
                <a:spcPts val="502"/>
              </a:spcBef>
            </a:pPr>
            <a:r>
              <a:rPr lang="en-US" sz="1200" dirty="0">
                <a:solidFill>
                  <a:srgbClr val="061A26"/>
                </a:solidFill>
                <a:latin typeface="Arial" charset="0"/>
                <a:ea typeface="ＭＳ Ｐゴシック"/>
              </a:rPr>
              <a:t>During the first transaction, the terminal connects with the network through SSL and sends the merchant id, terminal id, service id and application id to the network. The network validates the credentials and creates a Datawire ID (DID) which is sent back to the terminal. The DID is used on following transactions and validated against for every transaction.</a:t>
            </a:r>
            <a:endParaRPr lang="en-US" sz="1200" dirty="0">
              <a:solidFill>
                <a:schemeClr val="bg1"/>
              </a:solidFill>
            </a:endParaRPr>
          </a:p>
        </p:txBody>
      </p:sp>
      <p:sp>
        <p:nvSpPr>
          <p:cNvPr id="34" name="TextBox 33">
            <a:extLst>
              <a:ext uri="{FF2B5EF4-FFF2-40B4-BE49-F238E27FC236}">
                <a16:creationId xmlns:a16="http://schemas.microsoft.com/office/drawing/2014/main" id="{FEAEF3F9-6737-4C2F-9ED5-ED1E1A422986}"/>
              </a:ext>
            </a:extLst>
          </p:cNvPr>
          <p:cNvSpPr txBox="1"/>
          <p:nvPr/>
        </p:nvSpPr>
        <p:spPr>
          <a:xfrm>
            <a:off x="4416101" y="5070948"/>
            <a:ext cx="3310159" cy="292745"/>
          </a:xfrm>
          <a:prstGeom prst="rect">
            <a:avLst/>
          </a:prstGeom>
          <a:noFill/>
        </p:spPr>
        <p:txBody>
          <a:bodyPr wrap="square" lIns="76554" tIns="38277" rIns="76554" bIns="38277" rtlCol="0">
            <a:spAutoFit/>
          </a:bodyPr>
          <a:lstStyle/>
          <a:p>
            <a:pPr lvl="0" fontAlgn="base">
              <a:spcBef>
                <a:spcPct val="0"/>
              </a:spcBef>
              <a:spcAft>
                <a:spcPct val="0"/>
              </a:spcAft>
              <a:buClrTx/>
              <a:buSzTx/>
              <a:buNone/>
            </a:pPr>
            <a:r>
              <a:rPr lang="en-US" sz="1400" b="1" dirty="0">
                <a:solidFill>
                  <a:srgbClr val="FF6600"/>
                </a:solidFill>
                <a:latin typeface="Arial" charset="0"/>
                <a:ea typeface="ＭＳ Ｐゴシック"/>
              </a:rPr>
              <a:t>3. Network Propagation</a:t>
            </a:r>
          </a:p>
        </p:txBody>
      </p:sp>
      <p:sp>
        <p:nvSpPr>
          <p:cNvPr id="35" name="TextBox 34">
            <a:extLst>
              <a:ext uri="{FF2B5EF4-FFF2-40B4-BE49-F238E27FC236}">
                <a16:creationId xmlns:a16="http://schemas.microsoft.com/office/drawing/2014/main" id="{5549D413-1770-4154-81B1-2281AFC00E0D}"/>
              </a:ext>
            </a:extLst>
          </p:cNvPr>
          <p:cNvSpPr txBox="1"/>
          <p:nvPr/>
        </p:nvSpPr>
        <p:spPr>
          <a:xfrm>
            <a:off x="8332596" y="4062368"/>
            <a:ext cx="3310159" cy="292745"/>
          </a:xfrm>
          <a:prstGeom prst="rect">
            <a:avLst/>
          </a:prstGeom>
          <a:noFill/>
        </p:spPr>
        <p:txBody>
          <a:bodyPr wrap="square" lIns="76554" tIns="38277" rIns="76554" bIns="38277" rtlCol="0">
            <a:spAutoFit/>
          </a:bodyPr>
          <a:lstStyle/>
          <a:p>
            <a:pPr lvl="0" fontAlgn="base">
              <a:spcBef>
                <a:spcPct val="0"/>
              </a:spcBef>
              <a:spcAft>
                <a:spcPct val="0"/>
              </a:spcAft>
              <a:buClrTx/>
              <a:buSzTx/>
              <a:buNone/>
            </a:pPr>
            <a:r>
              <a:rPr lang="en-US" sz="1400" b="1" dirty="0">
                <a:solidFill>
                  <a:srgbClr val="FF6600"/>
                </a:solidFill>
                <a:latin typeface="Arial" charset="0"/>
                <a:ea typeface="ＭＳ Ｐゴシック"/>
              </a:rPr>
              <a:t>4. Terminal Registration</a:t>
            </a:r>
          </a:p>
        </p:txBody>
      </p:sp>
      <p:sp>
        <p:nvSpPr>
          <p:cNvPr id="36" name="TextBox 35">
            <a:extLst>
              <a:ext uri="{FF2B5EF4-FFF2-40B4-BE49-F238E27FC236}">
                <a16:creationId xmlns:a16="http://schemas.microsoft.com/office/drawing/2014/main" id="{A8492E7E-609A-4446-9F91-1C5EB0D8D4A6}"/>
              </a:ext>
            </a:extLst>
          </p:cNvPr>
          <p:cNvSpPr txBox="1"/>
          <p:nvPr/>
        </p:nvSpPr>
        <p:spPr>
          <a:xfrm>
            <a:off x="9323593" y="1220068"/>
            <a:ext cx="1696839" cy="184666"/>
          </a:xfrm>
          <a:prstGeom prst="rect">
            <a:avLst/>
          </a:prstGeom>
          <a:noFill/>
        </p:spPr>
        <p:txBody>
          <a:bodyPr wrap="square" lIns="0" tIns="0" rIns="0" bIns="0" rtlCol="0">
            <a:spAutoFit/>
          </a:bodyPr>
          <a:lstStyle/>
          <a:p>
            <a:pPr lvl="0" fontAlgn="base">
              <a:spcBef>
                <a:spcPct val="0"/>
              </a:spcBef>
              <a:spcAft>
                <a:spcPct val="0"/>
              </a:spcAft>
              <a:buClrTx/>
              <a:buSzTx/>
              <a:buNone/>
            </a:pPr>
            <a:r>
              <a:rPr lang="en-US" sz="1200" b="1" dirty="0">
                <a:solidFill>
                  <a:srgbClr val="061A26"/>
                </a:solidFill>
                <a:latin typeface="Arial" charset="0"/>
                <a:ea typeface="ＭＳ Ｐゴシック"/>
              </a:rPr>
              <a:t>Merchant Locations</a:t>
            </a:r>
          </a:p>
        </p:txBody>
      </p:sp>
      <p:grpSp>
        <p:nvGrpSpPr>
          <p:cNvPr id="15" name="Graphic 10">
            <a:extLst>
              <a:ext uri="{FF2B5EF4-FFF2-40B4-BE49-F238E27FC236}">
                <a16:creationId xmlns:a16="http://schemas.microsoft.com/office/drawing/2014/main" id="{73498174-46B0-4055-A8BA-EEC31C958A5E}"/>
              </a:ext>
            </a:extLst>
          </p:cNvPr>
          <p:cNvGrpSpPr>
            <a:grpSpLocks noChangeAspect="1"/>
          </p:cNvGrpSpPr>
          <p:nvPr/>
        </p:nvGrpSpPr>
        <p:grpSpPr>
          <a:xfrm>
            <a:off x="9864407" y="1987152"/>
            <a:ext cx="640080" cy="640080"/>
            <a:chOff x="10176758" y="2147851"/>
            <a:chExt cx="219075" cy="219075"/>
          </a:xfrm>
          <a:noFill/>
        </p:grpSpPr>
        <p:sp>
          <p:nvSpPr>
            <p:cNvPr id="16" name="Freeform: Shape 15">
              <a:extLst>
                <a:ext uri="{FF2B5EF4-FFF2-40B4-BE49-F238E27FC236}">
                  <a16:creationId xmlns:a16="http://schemas.microsoft.com/office/drawing/2014/main" id="{44B5B7CF-D82A-4BD0-AAFA-040AE7B5C91B}"/>
                </a:ext>
              </a:extLst>
            </p:cNvPr>
            <p:cNvSpPr/>
            <p:nvPr/>
          </p:nvSpPr>
          <p:spPr>
            <a:xfrm>
              <a:off x="10314871" y="2260246"/>
              <a:ext cx="80962" cy="85724"/>
            </a:xfrm>
            <a:custGeom>
              <a:avLst/>
              <a:gdLst>
                <a:gd name="connsiteX0" fmla="*/ 0 w 80962"/>
                <a:gd name="connsiteY0" fmla="*/ 85725 h 85724"/>
                <a:gd name="connsiteX1" fmla="*/ 80963 w 80962"/>
                <a:gd name="connsiteY1" fmla="*/ 35243 h 85724"/>
                <a:gd name="connsiteX2" fmla="*/ 52388 w 80962"/>
                <a:gd name="connsiteY2" fmla="*/ 0 h 85724"/>
              </a:gdLst>
              <a:ahLst/>
              <a:cxnLst>
                <a:cxn ang="0">
                  <a:pos x="connsiteX0" y="connsiteY0"/>
                </a:cxn>
                <a:cxn ang="0">
                  <a:pos x="connsiteX1" y="connsiteY1"/>
                </a:cxn>
                <a:cxn ang="0">
                  <a:pos x="connsiteX2" y="connsiteY2"/>
                </a:cxn>
              </a:cxnLst>
              <a:rect l="l" t="t" r="r" b="b"/>
              <a:pathLst>
                <a:path w="80962" h="85724">
                  <a:moveTo>
                    <a:pt x="0" y="85725"/>
                  </a:moveTo>
                  <a:cubicBezTo>
                    <a:pt x="46672" y="80010"/>
                    <a:pt x="80963" y="59055"/>
                    <a:pt x="80963" y="35243"/>
                  </a:cubicBezTo>
                  <a:cubicBezTo>
                    <a:pt x="80963" y="21908"/>
                    <a:pt x="70485" y="9525"/>
                    <a:pt x="52388" y="0"/>
                  </a:cubicBezTo>
                </a:path>
              </a:pathLst>
            </a:custGeom>
            <a:noFill/>
            <a:ln w="19050" cap="rnd">
              <a:solidFill>
                <a:schemeClr val="bg2"/>
              </a:solidFill>
              <a:prstDash val="solid"/>
              <a:round/>
            </a:ln>
          </p:spPr>
          <p:txBody>
            <a:bodyPr rtlCol="0" anchor="ctr"/>
            <a:lstStyle/>
            <a:p>
              <a:endParaRPr lang="en-US"/>
            </a:p>
          </p:txBody>
        </p:sp>
        <p:sp>
          <p:nvSpPr>
            <p:cNvPr id="31" name="Freeform: Shape 30">
              <a:extLst>
                <a:ext uri="{FF2B5EF4-FFF2-40B4-BE49-F238E27FC236}">
                  <a16:creationId xmlns:a16="http://schemas.microsoft.com/office/drawing/2014/main" id="{2F13FAF0-B987-4781-BBB8-EAF478D437BF}"/>
                </a:ext>
              </a:extLst>
            </p:cNvPr>
            <p:cNvSpPr/>
            <p:nvPr/>
          </p:nvSpPr>
          <p:spPr>
            <a:xfrm>
              <a:off x="10176758" y="2260246"/>
              <a:ext cx="109537" cy="87629"/>
            </a:xfrm>
            <a:custGeom>
              <a:avLst/>
              <a:gdLst>
                <a:gd name="connsiteX0" fmla="*/ 28575 w 109537"/>
                <a:gd name="connsiteY0" fmla="*/ 0 h 87629"/>
                <a:gd name="connsiteX1" fmla="*/ 0 w 109537"/>
                <a:gd name="connsiteY1" fmla="*/ 35243 h 87629"/>
                <a:gd name="connsiteX2" fmla="*/ 109538 w 109537"/>
                <a:gd name="connsiteY2" fmla="*/ 87630 h 87629"/>
              </a:gdLst>
              <a:ahLst/>
              <a:cxnLst>
                <a:cxn ang="0">
                  <a:pos x="connsiteX0" y="connsiteY0"/>
                </a:cxn>
                <a:cxn ang="0">
                  <a:pos x="connsiteX1" y="connsiteY1"/>
                </a:cxn>
                <a:cxn ang="0">
                  <a:pos x="connsiteX2" y="connsiteY2"/>
                </a:cxn>
              </a:cxnLst>
              <a:rect l="l" t="t" r="r" b="b"/>
              <a:pathLst>
                <a:path w="109537" h="87629">
                  <a:moveTo>
                    <a:pt x="28575" y="0"/>
                  </a:moveTo>
                  <a:cubicBezTo>
                    <a:pt x="10478" y="9525"/>
                    <a:pt x="0" y="21908"/>
                    <a:pt x="0" y="35243"/>
                  </a:cubicBezTo>
                  <a:cubicBezTo>
                    <a:pt x="0" y="63818"/>
                    <a:pt x="48578" y="87630"/>
                    <a:pt x="109538" y="87630"/>
                  </a:cubicBezTo>
                </a:path>
              </a:pathLst>
            </a:custGeom>
            <a:noFill/>
            <a:ln w="19050" cap="rnd">
              <a:solidFill>
                <a:schemeClr val="bg2"/>
              </a:solidFill>
              <a:prstDash val="solid"/>
              <a:round/>
            </a:ln>
          </p:spPr>
          <p:txBody>
            <a:bodyPr rtlCol="0" anchor="ctr"/>
            <a:lstStyle/>
            <a:p>
              <a:endParaRPr lang="en-US"/>
            </a:p>
          </p:txBody>
        </p:sp>
        <p:sp>
          <p:nvSpPr>
            <p:cNvPr id="37" name="Freeform: Shape 36">
              <a:extLst>
                <a:ext uri="{FF2B5EF4-FFF2-40B4-BE49-F238E27FC236}">
                  <a16:creationId xmlns:a16="http://schemas.microsoft.com/office/drawing/2014/main" id="{D382E026-77A3-459C-A3B3-C2DD9A477145}"/>
                </a:ext>
              </a:extLst>
            </p:cNvPr>
            <p:cNvSpPr/>
            <p:nvPr/>
          </p:nvSpPr>
          <p:spPr>
            <a:xfrm>
              <a:off x="10267246" y="2328826"/>
              <a:ext cx="19050" cy="38100"/>
            </a:xfrm>
            <a:custGeom>
              <a:avLst/>
              <a:gdLst>
                <a:gd name="connsiteX0" fmla="*/ 0 w 19050"/>
                <a:gd name="connsiteY0" fmla="*/ 38100 h 38100"/>
                <a:gd name="connsiteX1" fmla="*/ 19050 w 19050"/>
                <a:gd name="connsiteY1" fmla="*/ 19050 h 38100"/>
                <a:gd name="connsiteX2" fmla="*/ 0 w 19050"/>
                <a:gd name="connsiteY2" fmla="*/ 0 h 38100"/>
              </a:gdLst>
              <a:ahLst/>
              <a:cxnLst>
                <a:cxn ang="0">
                  <a:pos x="connsiteX0" y="connsiteY0"/>
                </a:cxn>
                <a:cxn ang="0">
                  <a:pos x="connsiteX1" y="connsiteY1"/>
                </a:cxn>
                <a:cxn ang="0">
                  <a:pos x="connsiteX2" y="connsiteY2"/>
                </a:cxn>
              </a:cxnLst>
              <a:rect l="l" t="t" r="r" b="b"/>
              <a:pathLst>
                <a:path w="19050" h="38100">
                  <a:moveTo>
                    <a:pt x="0" y="38100"/>
                  </a:moveTo>
                  <a:lnTo>
                    <a:pt x="19050" y="19050"/>
                  </a:lnTo>
                  <a:lnTo>
                    <a:pt x="0" y="0"/>
                  </a:lnTo>
                </a:path>
              </a:pathLst>
            </a:custGeom>
            <a:noFill/>
            <a:ln w="19050" cap="rnd">
              <a:solidFill>
                <a:schemeClr val="bg2"/>
              </a:solidFill>
              <a:prstDash val="solid"/>
              <a:round/>
            </a:ln>
          </p:spPr>
          <p:txBody>
            <a:bodyPr rtlCol="0" anchor="ctr"/>
            <a:lstStyle/>
            <a:p>
              <a:endParaRPr lang="en-US"/>
            </a:p>
          </p:txBody>
        </p:sp>
        <p:sp>
          <p:nvSpPr>
            <p:cNvPr id="38" name="Freeform: Shape 37">
              <a:extLst>
                <a:ext uri="{FF2B5EF4-FFF2-40B4-BE49-F238E27FC236}">
                  <a16:creationId xmlns:a16="http://schemas.microsoft.com/office/drawing/2014/main" id="{3A5FF660-8090-470C-8F91-7D3A5E0157D1}"/>
                </a:ext>
              </a:extLst>
            </p:cNvPr>
            <p:cNvSpPr/>
            <p:nvPr/>
          </p:nvSpPr>
          <p:spPr>
            <a:xfrm>
              <a:off x="10229146" y="2147851"/>
              <a:ext cx="114300" cy="159067"/>
            </a:xfrm>
            <a:custGeom>
              <a:avLst/>
              <a:gdLst>
                <a:gd name="connsiteX0" fmla="*/ 114300 w 114300"/>
                <a:gd name="connsiteY0" fmla="*/ 57150 h 159067"/>
                <a:gd name="connsiteX1" fmla="*/ 60960 w 114300"/>
                <a:gd name="connsiteY1" fmla="*/ 157163 h 159067"/>
                <a:gd name="connsiteX2" fmla="*/ 57150 w 114300"/>
                <a:gd name="connsiteY2" fmla="*/ 159068 h 159067"/>
                <a:gd name="connsiteX3" fmla="*/ 53340 w 114300"/>
                <a:gd name="connsiteY3" fmla="*/ 157163 h 159067"/>
                <a:gd name="connsiteX4" fmla="*/ 0 w 114300"/>
                <a:gd name="connsiteY4" fmla="*/ 57150 h 159067"/>
                <a:gd name="connsiteX5" fmla="*/ 57150 w 114300"/>
                <a:gd name="connsiteY5" fmla="*/ 0 h 159067"/>
                <a:gd name="connsiteX6" fmla="*/ 114300 w 114300"/>
                <a:gd name="connsiteY6" fmla="*/ 57150 h 15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300" h="159067">
                  <a:moveTo>
                    <a:pt x="114300" y="57150"/>
                  </a:moveTo>
                  <a:cubicBezTo>
                    <a:pt x="114300" y="83820"/>
                    <a:pt x="73343" y="140018"/>
                    <a:pt x="60960" y="157163"/>
                  </a:cubicBezTo>
                  <a:cubicBezTo>
                    <a:pt x="60008" y="158115"/>
                    <a:pt x="59055" y="159068"/>
                    <a:pt x="57150" y="159068"/>
                  </a:cubicBezTo>
                  <a:cubicBezTo>
                    <a:pt x="55245" y="159068"/>
                    <a:pt x="54293" y="158115"/>
                    <a:pt x="53340" y="157163"/>
                  </a:cubicBezTo>
                  <a:cubicBezTo>
                    <a:pt x="40958" y="140018"/>
                    <a:pt x="0" y="83820"/>
                    <a:pt x="0" y="57150"/>
                  </a:cubicBezTo>
                  <a:cubicBezTo>
                    <a:pt x="0" y="25718"/>
                    <a:pt x="25717" y="0"/>
                    <a:pt x="57150" y="0"/>
                  </a:cubicBezTo>
                  <a:cubicBezTo>
                    <a:pt x="88583" y="0"/>
                    <a:pt x="114300" y="25718"/>
                    <a:pt x="114300" y="57150"/>
                  </a:cubicBezTo>
                  <a:close/>
                </a:path>
              </a:pathLst>
            </a:custGeom>
            <a:noFill/>
            <a:ln w="19050" cap="rnd">
              <a:solidFill>
                <a:schemeClr val="bg2"/>
              </a:solidFill>
              <a:prstDash val="solid"/>
              <a:round/>
            </a:ln>
          </p:spPr>
          <p:txBody>
            <a:bodyPr rtlCol="0" anchor="ctr"/>
            <a:lstStyle/>
            <a:p>
              <a:endParaRPr lang="en-US"/>
            </a:p>
          </p:txBody>
        </p:sp>
        <p:sp>
          <p:nvSpPr>
            <p:cNvPr id="39" name="Freeform: Shape 38">
              <a:extLst>
                <a:ext uri="{FF2B5EF4-FFF2-40B4-BE49-F238E27FC236}">
                  <a16:creationId xmlns:a16="http://schemas.microsoft.com/office/drawing/2014/main" id="{391DD7E7-0685-4BE8-852A-E4EC01FF7BDF}"/>
                </a:ext>
              </a:extLst>
            </p:cNvPr>
            <p:cNvSpPr/>
            <p:nvPr/>
          </p:nvSpPr>
          <p:spPr>
            <a:xfrm>
              <a:off x="10267246" y="2185951"/>
              <a:ext cx="38100" cy="38100"/>
            </a:xfrm>
            <a:custGeom>
              <a:avLst/>
              <a:gdLst>
                <a:gd name="connsiteX0" fmla="*/ 19050 w 38100"/>
                <a:gd name="connsiteY0" fmla="*/ 38100 h 38100"/>
                <a:gd name="connsiteX1" fmla="*/ 38100 w 38100"/>
                <a:gd name="connsiteY1" fmla="*/ 19050 h 38100"/>
                <a:gd name="connsiteX2" fmla="*/ 19050 w 38100"/>
                <a:gd name="connsiteY2" fmla="*/ 0 h 38100"/>
                <a:gd name="connsiteX3" fmla="*/ 0 w 38100"/>
                <a:gd name="connsiteY3" fmla="*/ 19050 h 38100"/>
                <a:gd name="connsiteX4" fmla="*/ 19050 w 38100"/>
                <a:gd name="connsiteY4" fmla="*/ 3810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9050" y="38100"/>
                  </a:moveTo>
                  <a:cubicBezTo>
                    <a:pt x="29528" y="38100"/>
                    <a:pt x="38100" y="29528"/>
                    <a:pt x="38100" y="19050"/>
                  </a:cubicBezTo>
                  <a:cubicBezTo>
                    <a:pt x="38100" y="8573"/>
                    <a:pt x="29528" y="0"/>
                    <a:pt x="19050" y="0"/>
                  </a:cubicBezTo>
                  <a:cubicBezTo>
                    <a:pt x="8572" y="0"/>
                    <a:pt x="0" y="8573"/>
                    <a:pt x="0" y="19050"/>
                  </a:cubicBezTo>
                  <a:cubicBezTo>
                    <a:pt x="0" y="29528"/>
                    <a:pt x="8572" y="38100"/>
                    <a:pt x="19050" y="38100"/>
                  </a:cubicBezTo>
                  <a:close/>
                </a:path>
              </a:pathLst>
            </a:custGeom>
            <a:noFill/>
            <a:ln w="19050" cap="rnd">
              <a:solidFill>
                <a:schemeClr val="bg2"/>
              </a:solidFill>
              <a:prstDash val="solid"/>
              <a:round/>
            </a:ln>
          </p:spPr>
          <p:txBody>
            <a:bodyPr rtlCol="0" anchor="ctr"/>
            <a:lstStyle/>
            <a:p>
              <a:endParaRPr lang="en-US"/>
            </a:p>
          </p:txBody>
        </p:sp>
      </p:grpSp>
    </p:spTree>
    <p:extLst>
      <p:ext uri="{BB962C8B-B14F-4D97-AF65-F5344CB8AC3E}">
        <p14:creationId xmlns:p14="http://schemas.microsoft.com/office/powerpoint/2010/main" val="3724000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9289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YEAR" val="201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ROW" val="1"/>
</p:tagLst>
</file>

<file path=ppt/theme/theme1.xml><?xml version="1.0" encoding="utf-8"?>
<a:theme xmlns:a="http://schemas.openxmlformats.org/drawingml/2006/main" name="Fiserv 2021">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0 230 230">
      <a:srgbClr val="E6E6E6"/>
    </a:custClr>
    <a:custClr name="Fiserv Graphite Gray 230 230 230">
      <a:srgbClr val="666666"/>
    </a:custClr>
    <a:custClr name="Fiserv Steel Blue">
      <a:srgbClr val="6699CC"/>
    </a:custClr>
    <a:custClr name="Black">
      <a:srgbClr val="000000"/>
    </a:custClr>
  </a:custClrLst>
  <a:extLst>
    <a:ext uri="{05A4C25C-085E-4340-85A3-A5531E510DB2}">
      <thm15:themeFamily xmlns:thm15="http://schemas.microsoft.com/office/thememl/2012/main" name="Fiserv Template 16x9 Arial Jan 2021 V2.pptx  -  Read-Only" id="{C8C388BC-2BB8-41AD-A11E-44F1AAD575F1}" vid="{23AF5A19-03B9-44D3-9AB4-A722F5647307}"/>
    </a:ext>
  </a:extLst>
</a:theme>
</file>

<file path=ppt/theme/theme2.xml><?xml version="1.0" encoding="utf-8"?>
<a:theme xmlns:a="http://schemas.openxmlformats.org/drawingml/2006/main" name="Office Theme">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0 230 230">
      <a:srgbClr val="E6E6E6"/>
    </a:custClr>
    <a:custClr name="Fiserv Graphite Gray 230 230 230">
      <a:srgbClr val="666666"/>
    </a:custClr>
    <a:custClr name="Fiserv Steel Blue">
      <a:srgbClr val="6699CC"/>
    </a:custClr>
    <a:custClr name="Black">
      <a:srgbClr val="000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iserv">
      <a:dk1>
        <a:sysClr val="windowText" lastClr="000000"/>
      </a:dk1>
      <a:lt1>
        <a:sysClr val="window" lastClr="FFFFFF"/>
      </a:lt1>
      <a:dk2>
        <a:srgbClr val="595959"/>
      </a:dk2>
      <a:lt2>
        <a:srgbClr val="333333"/>
      </a:lt2>
      <a:accent1>
        <a:srgbClr val="6699CC"/>
      </a:accent1>
      <a:accent2>
        <a:srgbClr val="2B5681"/>
      </a:accent2>
      <a:accent3>
        <a:srgbClr val="666666"/>
      </a:accent3>
      <a:accent4>
        <a:srgbClr val="9B9B9B"/>
      </a:accent4>
      <a:accent5>
        <a:srgbClr val="FFC626"/>
      </a:accent5>
      <a:accent6>
        <a:srgbClr val="822E78"/>
      </a:accent6>
      <a:hlink>
        <a:srgbClr val="6699CC"/>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spPr>
      <a:bodyPr rtlCol="0" anchor="ct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595959"/>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custClrLst>
    <a:custClr name="Fiserv Orange 255 102 0">
      <a:srgbClr val="FF6600"/>
    </a:custClr>
    <a:custClr name="White 255 255 255">
      <a:srgbClr val="FFFFFF"/>
    </a:custClr>
    <a:custClr name="Light Gray 230 230 230">
      <a:srgbClr val="E6E6E6"/>
    </a:custClr>
    <a:custClr name="Fiserv Graphite Gray 230 230 230">
      <a:srgbClr val="666666"/>
    </a:custClr>
    <a:custClr name="Fiserv Steel Blue">
      <a:srgbClr val="6699CC"/>
    </a:custClr>
    <a:custClr name="Black">
      <a:srgbClr val="000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EAP Document Asset" ma:contentTypeID="0x0101009189AB5D3D2647B580F011DA2F356FB30400C8BAC8B28F24D440984FDE4071F1DBE2" ma:contentTypeVersion="22" ma:contentTypeDescription="Create a new document." ma:contentTypeScope="" ma:versionID="0d5eae7176c30bf15e9bfb183f47382b">
  <xsd:schema xmlns:xsd="http://www.w3.org/2001/XMLSchema" xmlns:xs="http://www.w3.org/2001/XMLSchema" xmlns:p="http://schemas.microsoft.com/office/2006/metadata/properties" xmlns:ns1="http://schemas.microsoft.com/sharepoint/v3" xmlns:ns2="0ab6e89f-68ee-4ac0-8904-afcc0389badb" xmlns:ns3="42cb92ba-c672-47a2-b502-0233cf1421eb" targetNamespace="http://schemas.microsoft.com/office/2006/metadata/properties" ma:root="true" ma:fieldsID="9afb2d41e3ae1b58e6acde34271f466c" ns1:_="" ns2:_="" ns3:_="">
    <xsd:import namespace="http://schemas.microsoft.com/sharepoint/v3"/>
    <xsd:import namespace="0ab6e89f-68ee-4ac0-8904-afcc0389badb"/>
    <xsd:import namespace="42cb92ba-c672-47a2-b502-0233cf1421eb"/>
    <xsd:element name="properties">
      <xsd:complexType>
        <xsd:sequence>
          <xsd:element name="documentManagement">
            <xsd:complexType>
              <xsd:all>
                <xsd:element ref="ns2:EAPContentOwner" minOccurs="0"/>
                <xsd:element ref="ns2:ReviewDate" minOccurs="0"/>
                <xsd:element ref="ns2:DisplayOrder" minOccurs="0"/>
                <xsd:element ref="ns1:RoutingRuleDescription" minOccurs="0"/>
                <xsd:element ref="ns2:Sub-heading" minOccurs="0"/>
                <xsd:element ref="ns2:TaxKeywordTaxHTField" minOccurs="0"/>
                <xsd:element ref="ns3:TaxCatchAll" minOccurs="0"/>
                <xsd:element ref="ns3:TaxCatchAllLabel" minOccurs="0"/>
                <xsd:element ref="ns2:p317291bfd374f35b1a26f1fa7b50803" minOccurs="0"/>
                <xsd:element ref="ns2:gdc43446ed6e484086b8bd6ff0758f7c" minOccurs="0"/>
                <xsd:element ref="ns2:a6726f2bbb984dd483a8d70b6d53028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11" nillable="true" ma:displayName="Description" ma:hidden="true"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ab6e89f-68ee-4ac0-8904-afcc0389badb" elementFormDefault="qualified">
    <xsd:import namespace="http://schemas.microsoft.com/office/2006/documentManagement/types"/>
    <xsd:import namespace="http://schemas.microsoft.com/office/infopath/2007/PartnerControls"/>
    <xsd:element name="EAPContentOwner" ma:index="8" nillable="true" ma:displayName="EAP Content Owner" ma:internalName="EAPContentOwne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Date" ma:index="9" nillable="true" ma:displayName="Review Date" ma:format="DateTime" ma:internalName="ReviewDate" ma:readOnly="false">
      <xsd:simpleType>
        <xsd:restriction base="dms:DateTime"/>
      </xsd:simpleType>
    </xsd:element>
    <xsd:element name="DisplayOrder" ma:index="10" nillable="true" ma:displayName="Display Order" ma:internalName="DisplayOrder">
      <xsd:simpleType>
        <xsd:restriction base="dms:Number"/>
      </xsd:simpleType>
    </xsd:element>
    <xsd:element name="Sub-heading" ma:index="12" nillable="true" ma:displayName="Sub-heading" ma:internalName="Sub_x002d_heading">
      <xsd:simpleType>
        <xsd:restriction base="dms:Text">
          <xsd:maxLength value="75"/>
        </xsd:restriction>
      </xsd:simpleType>
    </xsd:element>
    <xsd:element name="TaxKeywordTaxHTField" ma:index="13" nillable="true" ma:taxonomy="true" ma:internalName="TaxKeywordTaxHTField" ma:taxonomyFieldName="TaxKeyword" ma:displayName="Enterprise Keywords" ma:fieldId="{23f27201-bee3-471e-b2e7-b64fd8b7ca38}" ma:taxonomyMulti="true" ma:sspId="6735b442-54d6-4961-9b71-6218880f13c5" ma:termSetId="00000000-0000-0000-0000-000000000000" ma:anchorId="00000000-0000-0000-0000-000000000000" ma:open="true" ma:isKeyword="true">
      <xsd:complexType>
        <xsd:sequence>
          <xsd:element ref="pc:Terms" minOccurs="0" maxOccurs="1"/>
        </xsd:sequence>
      </xsd:complexType>
    </xsd:element>
    <xsd:element name="p317291bfd374f35b1a26f1fa7b50803" ma:index="17" ma:taxonomy="true" ma:internalName="p317291bfd374f35b1a26f1fa7b50803" ma:taxonomyFieldName="EAPAssetType" ma:displayName="Asset Type" ma:fieldId="{9317291b-fd37-4f35-b1a2-6f1fa7b50803}" ma:sspId="6735b442-54d6-4961-9b71-6218880f13c5" ma:termSetId="2584f5bf-b928-4a72-bfc0-992feffd7d9d" ma:anchorId="00000000-0000-0000-0000-000000000000" ma:open="false" ma:isKeyword="false">
      <xsd:complexType>
        <xsd:sequence>
          <xsd:element ref="pc:Terms" minOccurs="0" maxOccurs="1"/>
        </xsd:sequence>
      </xsd:complexType>
    </xsd:element>
    <xsd:element name="gdc43446ed6e484086b8bd6ff0758f7c" ma:index="19" ma:taxonomy="true" ma:internalName="gdc43446ed6e484086b8bd6ff0758f7c" ma:taxonomyFieldName="EAPFontType" ma:displayName="Font Type" ma:fieldId="{0dc43446-ed6e-4840-86b8-bd6ff0758f7c}" ma:sspId="6735b442-54d6-4961-9b71-6218880f13c5" ma:termSetId="a66101ed-dfb3-4976-957f-a83dd0470843" ma:anchorId="00000000-0000-0000-0000-000000000000" ma:open="false" ma:isKeyword="false">
      <xsd:complexType>
        <xsd:sequence>
          <xsd:element ref="pc:Terms" minOccurs="0" maxOccurs="1"/>
        </xsd:sequence>
      </xsd:complexType>
    </xsd:element>
    <xsd:element name="a6726f2bbb984dd483a8d70b6d53028d" ma:index="21" ma:taxonomy="true" ma:internalName="a6726f2bbb984dd483a8d70b6d53028d" ma:taxonomyFieldName="EAPStoryBoardTopics" ma:displayName="Story Board Topics" ma:fieldId="{a6726f2b-bb98-4dd4-83a8-d70b6d53028d}" ma:sspId="6735b442-54d6-4961-9b71-6218880f13c5" ma:termSetId="443d9e2d-a5d5-401b-884e-2b5ea7fc859d"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cb92ba-c672-47a2-b502-0233cf1421e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a0ef594-7261-4221-ae90-8dbce6d12a6f}" ma:internalName="TaxCatchAll" ma:showField="CatchAllData" ma:web="0ab6e89f-68ee-4ac0-8904-afcc0389badb">
      <xsd:complexType>
        <xsd:complexContent>
          <xsd:extension base="dms:MultiChoiceLookup">
            <xsd:sequence>
              <xsd:element name="Value" type="dms:Lookup" maxOccurs="unbounded" minOccurs="0" nillable="true"/>
            </xsd:sequence>
          </xsd:extension>
        </xsd:complexContent>
      </xsd:complexType>
    </xsd:element>
    <xsd:element name="TaxCatchAllLabel" ma:index="15" nillable="true" ma:displayName="Taxonomy Catch All Column1" ma:hidden="true" ma:list="{ca0ef594-7261-4221-ae90-8dbce6d12a6f}" ma:internalName="TaxCatchAllLabel" ma:readOnly="true" ma:showField="CatchAllDataLabel" ma:web="0ab6e89f-68ee-4ac0-8904-afcc0389bad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ct:contentTypeSchema xmlns:ct="http://schemas.microsoft.com/office/2006/metadata/contentType" xmlns:ma="http://schemas.microsoft.com/office/2006/metadata/properties/metaAttributes" ct:_="" ma:_="" ma:contentTypeName="Dokument" ma:contentTypeID="0x0101009DE3318B86686141B5416C8B712F5DD9" ma:contentTypeVersion="21" ma:contentTypeDescription="Opret et nyt dokument." ma:contentTypeScope="" ma:versionID="40a6e71551e1e0e9201bfd1b07848255">
  <xsd:schema xmlns:xsd="http://www.w3.org/2001/XMLSchema" xmlns:xs="http://www.w3.org/2001/XMLSchema" xmlns:p="http://schemas.microsoft.com/office/2006/metadata/properties" xmlns:ns2="ba189828-5483-4e43-bc58-317e5d2364a9" xmlns:ns3="6078ae73-c3a4-46c1-83c4-0505a27eb5d6" targetNamespace="http://schemas.microsoft.com/office/2006/metadata/properties" ma:root="true" ma:fieldsID="a02b0b56feeed12864707a70457c7dea" ns2:_="" ns3:_="">
    <xsd:import namespace="ba189828-5483-4e43-bc58-317e5d2364a9"/>
    <xsd:import namespace="6078ae73-c3a4-46c1-83c4-0505a27eb5d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TaxCatchAll" minOccurs="0"/>
                <xsd:element ref="ns2:MediaServiceLocation"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189828-5483-4e43-bc58-317e5d2364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illedmærker" ma:readOnly="false" ma:fieldId="{5cf76f15-5ced-4ddc-b409-7134ff3c332f}" ma:taxonomyMulti="true" ma:sspId="cb376015-7223-4278-9934-8fcd119444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78ae73-c3a4-46c1-83c4-0505a27eb5d6" elementFormDefault="qualified">
    <xsd:import namespace="http://schemas.microsoft.com/office/2006/documentManagement/types"/>
    <xsd:import namespace="http://schemas.microsoft.com/office/infopath/2007/PartnerControls"/>
    <xsd:element name="SharedWithUsers" ma:index="12"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t med detaljer" ma:internalName="SharedWithDetails" ma:readOnly="true">
      <xsd:simpleType>
        <xsd:restriction base="dms:Note">
          <xsd:maxLength value="255"/>
        </xsd:restriction>
      </xsd:simpleType>
    </xsd:element>
    <xsd:element name="TaxCatchAll" ma:index="20" nillable="true" ma:displayName="Taxonomy Catch All Column" ma:hidden="true" ma:list="{6bdda217-5dca-4a63-a4ee-91136abba7a5}" ma:internalName="TaxCatchAll" ma:showField="CatchAllData" ma:web="6078ae73-c3a4-46c1-83c4-0505a27eb5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78ae73-c3a4-46c1-83c4-0505a27eb5d6">
      <Value>2071</Value>
      <Value>2306</Value>
      <Value>2072</Value>
    </TaxCatchAll>
    <lcf76f155ced4ddcb4097134ff3c332f xmlns="ba189828-5483-4e43-bc58-317e5d2364a9">
      <Terms xmlns="http://schemas.microsoft.com/office/infopath/2007/PartnerControls"/>
    </lcf76f155ced4ddcb4097134ff3c332f>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sisl xmlns:xsd="http://www.w3.org/2001/XMLSchema" xmlns:xsi="http://www.w3.org/2001/XMLSchema-instance" xmlns="http://www.boldonjames.com/2008/01/sie/internal/label" sislVersion="0" policy="180d06e4-a44d-42a9-abe2-9bd0f71c347d" origin="userSelected"/>
</file>

<file path=customXml/itemProps1.xml><?xml version="1.0" encoding="utf-8"?>
<ds:datastoreItem xmlns:ds="http://schemas.openxmlformats.org/officeDocument/2006/customXml" ds:itemID="{C57D7614-0F6E-4924-B066-9A8C87AC4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ab6e89f-68ee-4ac0-8904-afcc0389badb"/>
    <ds:schemaRef ds:uri="42cb92ba-c672-47a2-b502-0233cf1421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A1C7310-3192-4134-AE2B-573D38DE247F}"/>
</file>

<file path=customXml/itemProps3.xml><?xml version="1.0" encoding="utf-8"?>
<ds:datastoreItem xmlns:ds="http://schemas.openxmlformats.org/officeDocument/2006/customXml" ds:itemID="{89C08175-E93F-4E65-8D02-352034B9F599}">
  <ds:schemaRefs>
    <ds:schemaRef ds:uri="http://purl.org/dc/elements/1.1/"/>
    <ds:schemaRef ds:uri="http://schemas.microsoft.com/sharepoint/v3"/>
    <ds:schemaRef ds:uri="http://purl.org/dc/dcmitype/"/>
    <ds:schemaRef ds:uri="http://www.w3.org/XML/1998/namespace"/>
    <ds:schemaRef ds:uri="0ab6e89f-68ee-4ac0-8904-afcc0389badb"/>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2cb92ba-c672-47a2-b502-0233cf1421eb"/>
    <ds:schemaRef ds:uri="http://schemas.microsoft.com/office/2006/metadata/properties"/>
  </ds:schemaRefs>
</ds:datastoreItem>
</file>

<file path=customXml/itemProps4.xml><?xml version="1.0" encoding="utf-8"?>
<ds:datastoreItem xmlns:ds="http://schemas.openxmlformats.org/officeDocument/2006/customXml" ds:itemID="{7EC946FC-D2E2-448B-BB4B-23C855BD4B20}">
  <ds:schemaRefs>
    <ds:schemaRef ds:uri="http://schemas.microsoft.com/sharepoint/v3/contenttype/forms"/>
  </ds:schemaRefs>
</ds:datastoreItem>
</file>

<file path=customXml/itemProps5.xml><?xml version="1.0" encoding="utf-8"?>
<ds:datastoreItem xmlns:ds="http://schemas.openxmlformats.org/officeDocument/2006/customXml" ds:itemID="{197A3383-C155-4241-B0BE-A98D7E00D02C}">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Fiserv Template 16x9 Arial Jan 2021 V2</Template>
  <TotalTime>2576</TotalTime>
  <Words>1207</Words>
  <Application>Microsoft Office PowerPoint</Application>
  <PresentationFormat>Widescreen</PresentationFormat>
  <Paragraphs>202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Univers for Fiserv 55</vt:lpstr>
      <vt:lpstr>Univers for Fiserv 65 Bold</vt:lpstr>
      <vt:lpstr>Fiserv 2021</vt:lpstr>
      <vt:lpstr>Datawire Secure Transport</vt:lpstr>
      <vt:lpstr>Datawire Secure Transport</vt:lpstr>
      <vt:lpstr>How Datawire Works</vt:lpstr>
      <vt:lpstr>Datawire Secure Transport</vt:lpstr>
      <vt:lpstr>Datawire Secure Transport</vt:lpstr>
      <vt:lpstr>Highlights</vt:lpstr>
      <vt:lpstr> Datawire Secure Transport</vt:lpstr>
      <vt:lpstr>Appendix</vt:lpstr>
      <vt:lpstr>Datawire Secure Transport</vt:lpstr>
      <vt:lpstr>Datawire Secure Transport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Datawire Secure Transport</dc:title>
  <dc:subject/>
  <dc:creator>Thasthagir Mohideen</dc:creator>
  <cp:keywords/>
  <dc:description>@2020 Fiserv Inc, or its affiliates   |</dc:description>
  <cp:lastModifiedBy>Truong, Bruce (Mississauga)</cp:lastModifiedBy>
  <cp:revision>48</cp:revision>
  <dcterms:created xsi:type="dcterms:W3CDTF">2021-09-20T06:42:25Z</dcterms:created>
  <dcterms:modified xsi:type="dcterms:W3CDTF">2023-01-20T20:00:09Z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0x0101009DE3318B86686141B5416C8B712F5DD9</vt:lpwstr>
  </property>
  <property fmtid="{D5CDD505-2E9C-101B-9397-08002B2CF9AE}" pid="3" name="EAPAssetType">
    <vt:lpwstr>2071;#PowerPoint 16x9|e5af7f23-3afb-468c-92aa-484884c3bb87</vt:lpwstr>
  </property>
  <property fmtid="{D5CDD505-2E9C-101B-9397-08002B2CF9AE}" pid="4" name="EAPFontType">
    <vt:lpwstr>2072;#Univers for Fiserv|a7fe00b9-740a-4832-b76f-bb119aede659</vt:lpwstr>
  </property>
  <property fmtid="{D5CDD505-2E9C-101B-9397-08002B2CF9AE}" pid="5" name="EAPStoryBoardTopics">
    <vt:lpwstr>2306;#PPT Templates|753c3444-8d08-4e26-ab03-448af09055a9</vt:lpwstr>
  </property>
  <property fmtid="{D5CDD505-2E9C-101B-9397-08002B2CF9AE}" pid="6" name="IsMyDocuments">
    <vt:bool>true</vt:bool>
  </property>
  <property fmtid="{D5CDD505-2E9C-101B-9397-08002B2CF9AE}" pid="7" name="NXPowerLiteLastOptimized">
    <vt:lpwstr>6748400</vt:lpwstr>
  </property>
  <property fmtid="{D5CDD505-2E9C-101B-9397-08002B2CF9AE}" pid="8" name="NXPowerLiteSettings">
    <vt:lpwstr>C880073804F000</vt:lpwstr>
  </property>
  <property fmtid="{D5CDD505-2E9C-101B-9397-08002B2CF9AE}" pid="9" name="NXPowerLiteVersion">
    <vt:lpwstr>D9.0.2</vt:lpwstr>
  </property>
  <property fmtid="{D5CDD505-2E9C-101B-9397-08002B2CF9AE}" pid="10" name="TaxKeyword">
    <vt:lpwstr/>
  </property>
  <property fmtid="{D5CDD505-2E9C-101B-9397-08002B2CF9AE}" pid="11" name="docIndexRef">
    <vt:lpwstr>f27c4184-97af-4cf5-8b47-4bc94b806973</vt:lpwstr>
  </property>
  <property fmtid="{D5CDD505-2E9C-101B-9397-08002B2CF9AE}" pid="12" name="bjDocumentSecurityLabel">
    <vt:lpwstr>This item has no classification</vt:lpwstr>
  </property>
  <property fmtid="{D5CDD505-2E9C-101B-9397-08002B2CF9AE}" pid="13" name="bjClsUserRVM">
    <vt:lpwstr>[]</vt:lpwstr>
  </property>
  <property fmtid="{D5CDD505-2E9C-101B-9397-08002B2CF9AE}" pid="14" name="bjSaver">
    <vt:lpwstr>zhsiQinNGLk8t1z083VkgjuxW3vVomwH</vt:lpwstr>
  </property>
</Properties>
</file>